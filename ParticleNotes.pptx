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4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3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63 200 0 0,'20'-28'6151'0'0,"-14"20"-4088"0"0,8-10 1886 0 0,2 9 11824 0 0,-18 16-15458 0 0,-68 190 2734 0 0,-6 48-1782 0 0,75-230-1267 0 0,3-5 0 0 0,10-10 0 0 0,-8-2 0 0 0,-1 1 0 0 0,1-1 0 0 0,-1 0 0 0 0,0 0 0 0 0,0 0 0 0 0,0 0 0 0 0,0 0 0 0 0,-1-1 0 0 0,1 1 0 0 0,-1-1 0 0 0,1 0 0 0 0,-1 0 0 0 0,0 0 0 0 0,0 0 0 0 0,0 0 0 0 0,2-5 0 0 0,27-36 0 0 0,-25 37-72 0 0,-5 6-302 0 0,-4 6-3658 0 0,-10 13 3746 0 0,10-14 30 0 0,-10 11-1370 0 0,5-5-2031 0 0,5-5 1897 0 0,-3 3-1908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4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8 824 0 0,'-18'-3'5373'0'0,"-4"-1"6696"0"0,-6 4-186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4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133 169 328 0 0,'0'0'2060'0'0,"-3"-11"821"0"0,-3-2 5360 0 0,3 13-7947 0 0,0 0 0 0 0,0 1 0 0 0,0-1-1 0 0,0 1 1 0 0,0-1 0 0 0,0 1 0 0 0,1 0 0 0 0,-1 0 0 0 0,0 0 0 0 0,1 1 0 0 0,-1-1 0 0 0,0 1 0 0 0,1-1-1 0 0,0 1 1 0 0,-1 0 0 0 0,1 0 0 0 0,0 0 0 0 0,0 0 0 0 0,-3 4 0 0 0,-5 4 395 0 0,1 0-1 0 0,0 0 1 0 0,-10 16 0 0 0,16-22-487 0 0,0 1 0 0 0,1 0 1 0 0,-1 1-1 0 0,1-1 0 0 0,0 0 1 0 0,1 1-1 0 0,-1-1 0 0 0,1 0 1 0 0,0 1-1 0 0,0 0 0 0 0,1 8 1 0 0,0-12-175 0 0,1 0 0 0 0,-1 0 0 0 0,1 0 0 0 0,-1 0 1 0 0,1 0-1 0 0,0 0 0 0 0,0 0 0 0 0,0 0 0 0 0,0-1 1 0 0,0 1-1 0 0,0 0 0 0 0,0 0 0 0 0,1-1 0 0 0,-1 1 0 0 0,1-1 1 0 0,-1 1-1 0 0,1-1 0 0 0,0 0 0 0 0,-1 1 0 0 0,1-1 0 0 0,0 0 1 0 0,0 0-1 0 0,0 0 0 0 0,0-1 0 0 0,0 1 0 0 0,0 0 1 0 0,0-1-1 0 0,0 1 0 0 0,0-1 0 0 0,0 0 0 0 0,0 1 0 0 0,0-1 1 0 0,0 0-1 0 0,3-1 0 0 0,16 1-57 0 0,0-1 1 0 0,0-1-1 0 0,-1 0 1 0 0,1-2-1 0 0,-1-1 1 0 0,36-12-1 0 0,114-58-509 0 0,-154 67 445 0 0,0-1 1 0 0,-1 0-1 0 0,26-22 1 0 0,-36 26 114 0 0,0 1 0 0 0,0-1 1 0 0,-1 0-1 0 0,1 0 1 0 0,-1 0-1 0 0,0-1 0 0 0,-1 1 1 0 0,1-1-1 0 0,-1 0 1 0 0,0 0-1 0 0,-1 0 0 0 0,1-1 1 0 0,1-8-1 0 0,-3 12 42 0 0,-1 0 0 0 0,0 1-1 0 0,1-1 1 0 0,-1 0 0 0 0,-1 0-1 0 0,1 1 1 0 0,0-1 0 0 0,-1 0-1 0 0,1 1 1 0 0,-1-1 0 0 0,0 1 0 0 0,1-1-1 0 0,-1 0 1 0 0,-1 1 0 0 0,1 0-1 0 0,0-1 1 0 0,-1 1 0 0 0,1 0-1 0 0,-1 0 1 0 0,-2-3 0 0 0,0 1 35 0 0,0 1 1 0 0,0 0 0 0 0,0 0 0 0 0,0 0-1 0 0,-1 1 1 0 0,1 0 0 0 0,-1 0 0 0 0,0 0-1 0 0,0 0 1 0 0,-6-1 0 0 0,-2 0 81 0 0,-1 1 0 0 0,0 0 0 0 0,0 1-1 0 0,0 0 1 0 0,0 1 0 0 0,0 1 0 0 0,-15 2 0 0 0,-20 13-738 0 0,47-15 257 0 0,0-1 0 0 0,0 1 0 0 0,0 0 0 0 0,0 0 0 0 0,1 0 0 0 0,-1 0 0 0 0,1 1 0 0 0,-1-1 0 0 0,1 0 0 0 0,-1 1 0 0 0,1-1 0 0 0,-1 1 0 0 0,1-1 0 0 0,0 1 0 0 0,0 0 0 0 0,0-1 0 0 0,0 1 0 0 0,0 0 0 0 0,0 0 0 0 0,1 0 0 0 0,-1 0 0 0 0,1 0 0 0 0,-1 3 0 0 0,3 2-5661 0 0,4 2 3236 0 0,-4-8 1075 0 0,0 3-4285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5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640 59 1344 0 0,'-1'-16'4822'0'0,"0"13"-4119"0"0,-1 0 1 0 0,0 0-1 0 0,1 0 1 0 0,-1 1-1 0 0,0-1 1 0 0,-1 1-1 0 0,1-1 0 0 0,0 1 1 0 0,-1 0-1 0 0,1 0 1 0 0,-1 0-1 0 0,0 0 1 0 0,1 0-1 0 0,-7-3 0 0 0,4 4-270 0 0,-1 0-1 0 0,1 0 0 0 0,0 1 0 0 0,0-1 0 0 0,-1 1 0 0 0,1 0 0 0 0,0 1 0 0 0,-11 1 0 0 0,-33 8 432 0 0,0 1 0 0 0,-83 33 0 0 0,100-33-637 0 0,13-4-87 0 0,-82 33 598 0 0,94-36-674 0 0,-1 0 0 0 0,1 0 0 0 0,0 0 1 0 0,1 1-1 0 0,-1 0 0 0 0,1 0 0 0 0,0 1 0 0 0,0 0 0 0 0,0 0 0 0 0,-6 10 0 0 0,9-10-35 0 0,0 1-1 0 0,1-1 0 0 0,0 1 1 0 0,0 0-1 0 0,0 0 1 0 0,1 0-1 0 0,0 0 0 0 0,0 0 1 0 0,1 0-1 0 0,0 8 0 0 0,8 71 126 0 0,-7-79-142 0 0,41 205 205 0 0,3 34-35 0 0,-43-227-28 0 0,-1 1 1 0 0,-1-1-1 0 0,0 0 0 0 0,-2 0 1 0 0,0 1-1 0 0,-1-1 0 0 0,-1 0 1 0 0,0-1-1 0 0,-2 1 0 0 0,-13 30 1 0 0,-18 2 770 0 0,8-13-12 0 0,27-36-842 0 0,0 0 1 0 0,0 0 0 0 0,1 0-1 0 0,-1 0 1 0 0,-1 0 0 0 0,1-1 0 0 0,0 1-1 0 0,0 0 1 0 0,-1-1 0 0 0,1 0-1 0 0,0 0 1 0 0,-1 0 0 0 0,-3 2-1 0 0,-9 1 198 0 0,7-4-273 0 0,36 11-108 0 0,-8-1 72 0 0,45 6-129 0 0,104 13 1 0 0,19 4-1401 0 0,-174-28 798 0 0,1 0 1 0 0,-1 1 0 0 0,14 8-1 0 0,-18-9-701 0 0,0 0 1 0 0,0-1-1 0 0,1 0 0 0 0,-1-1 0 0 0,16 4 0 0 0,-9-6-4884 0 0,-9-2 4444 0 0,13 3-2838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6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12 48 0 0,'0'0'5909'0'0,"1"-1"-5128"0"0,0 0 0 0 0,0 0 1 0 0,0 0-1 0 0,0 1 0 0 0,0-1 0 0 0,0 0 0 0 0,0 0 0 0 0,0 0 0 0 0,0 1 1 0 0,1-1-1 0 0,-1 1 0 0 0,0-1 0 0 0,0 1 0 0 0,1-1 0 0 0,-1 1 0 0 0,3-1 0 0 0,-2 4-562 0 0,1 0-1 0 0,0 0 0 0 0,-1 1 1 0 0,0-1-1 0 0,1 0 1 0 0,-1 1-1 0 0,-1-1 0 0 0,1 1 1 0 0,0 0-1 0 0,-1-1 0 0 0,0 1 1 0 0,0 0-1 0 0,0 0 0 0 0,0 0 1 0 0,-1 0-1 0 0,1 0 0 0 0,-1 0 1 0 0,0 0-1 0 0,0 0 0 0 0,-1 0 1 0 0,1 0-1 0 0,-1 0 1 0 0,-2 7-1 0 0,-3 3 205 0 0,0 0 0 0 0,-1-1 1 0 0,0 1-1 0 0,-1-2 0 0 0,-1 1 0 0 0,0-1 0 0 0,-1-1 1 0 0,0 0-1 0 0,-14 12 0 0 0,-10 13 1314 0 0,33-35-897 0 0,-4 5 933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18 1472 0 0,'18'-17'25418'0'0,"-25"42"-24389"0"0,-1 1 0 0 0,-1-1 0 0 0,-20 38 0 0 0,-3 9 321 0 0,10-10-1144 0 0,-24 120-1 0 0,45-180-318 0 0,0-1 0 0 0,1 1 0 0 0,-1 0 0 0 0,1 0 0 0 0,0-1 0 0 0,0 1 0 0 0,-1 0 0 0 0,1 0 0 0 0,0 0 0 0 0,1-1 0 0 0,-1 1 0 0 0,0 0 0 0 0,0 0 0 0 0,1 0 0 0 0,-1-1 0 0 0,1 1 0 0 0,0 0 0 0 0,-1-1 0 0 0,1 1 0 0 0,0 0 0 0 0,0-1 0 0 0,0 1 0 0 0,0-1 0 0 0,0 0 0 0 0,0 1 0 0 0,1-1 0 0 0,-1 0 0 0 0,0 1 0 0 0,1-1 0 0 0,-1 0 0 0 0,1 0 0 0 0,-1 0 0 0 0,1 0 0 0 0,0-1 0 0 0,-1 1 0 0 0,1 0 0 0 0,0-1 0 0 0,-1 1 0 0 0,1-1 0 0 0,0 1 0 0 0,0-1 0 0 0,0 0 0 0 0,-1 0 0 0 0,1 0 0 0 0,0 0 0 0 0,0 0 0 0 0,0 0 0 0 0,-1-1 0 0 0,1 1 0 0 0,0 0 0 0 0,0-1 0 0 0,1 0 0 0 0,20-9-2604 0 0,10-9-7225 0 0,-28 16 8050 0 0,15-11-4983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1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2276 0 0,'0'0'30126'0'0,"-2"3"-29812"0"0,-7 8-332 0 0,7-8-424 0 0,8 4-10923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2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106 180 764 0 0,'0'0'1978'0'0,"-5"-11"1780"0"0,5 7-541 0 0,0 4-2830 0 0,0-1 0 0 0,0 0 0 0 0,0 0 0 0 0,1 1 0 0 0,-1-1 0 0 0,0 0 0 0 0,0 0 0 0 0,-1 0 0 0 0,1 1 0 0 0,0-1 0 0 0,0 0 0 0 0,0 0 0 0 0,0 1 0 0 0,-1-1 0 0 0,1 0 0 0 0,0 1 0 0 0,-1-1 0 0 0,1 0 0 0 0,0 0 0 0 0,-1 1 0 0 0,1-1 0 0 0,-1 1 0 0 0,1-1 0 0 0,-1 0 0 0 0,1 1 0 0 0,-1-1 0 0 0,0 1 0 0 0,1 0 1 0 0,-1-1-1 0 0,-1 0 0 0 0,0 1-133 0 0,0 0 0 0 0,0 1 0 0 0,0-1 0 0 0,0 1 0 0 0,0-1 0 0 0,-1 1 0 0 0,1 0 0 0 0,0-1 0 0 0,0 1 0 0 0,1 0 0 0 0,-1 0 0 0 0,-2 2 0 0 0,-1 0 140 0 0,-1 0-1 0 0,1 0 1 0 0,0 1 0 0 0,1-1-1 0 0,-1 1 1 0 0,0 0 0 0 0,1 1-1 0 0,0-1 1 0 0,0 1 0 0 0,-6 9 0 0 0,9-11-312 0 0,0-1 1 0 0,0 1 0 0 0,0-1 0 0 0,1 1-1 0 0,-1-1 1 0 0,1 1 0 0 0,0-1 0 0 0,0 1-1 0 0,-1-1 1 0 0,2 1 0 0 0,-1-1 0 0 0,0 1-1 0 0,0 0 1 0 0,1-1 0 0 0,-1 1 0 0 0,1-1 0 0 0,0 0-1 0 0,0 1 1 0 0,0-1 0 0 0,0 1 0 0 0,0-1-1 0 0,1 0 1 0 0,-1 0 0 0 0,1 0 0 0 0,-1 0-1 0 0,1 0 1 0 0,3 3 0 0 0,2 2-16 0 0,0-1 0 0 0,1 0 0 0 0,0 0 0 0 0,0-1 0 0 0,0 0 0 0 0,1 0 0 0 0,0-1-1 0 0,0 0 1 0 0,0-1 0 0 0,0 0 0 0 0,14 3 0 0 0,15 2-80 0 0,59 3-1 0 0,-68-8-29 0 0,13 1-193 0 0,52-2 0 0 0,-82-2 174 0 0,-1-1 0 0 0,0 0 0 0 0,1-1 0 0 0,-1 0 0 0 0,0-1 0 0 0,0 0 1 0 0,-1 0-1 0 0,1-1 0 0 0,17-9 0 0 0,-25 10 72 0 0,1 1 1 0 0,0-1-1 0 0,-1 1 1 0 0,1-1-1 0 0,-1 0 1 0 0,0 0-1 0 0,0-1 1 0 0,0 1-1 0 0,0 0 1 0 0,-1-1-1 0 0,0 0 1 0 0,1 0-1 0 0,-1 0 1 0 0,0 0-1 0 0,-1 0 1 0 0,1 0-1 0 0,-1 0 1 0 0,0 0 0 0 0,1-6-1 0 0,-2 4 29 0 0,0-1 0 0 0,0 1-1 0 0,-1 0 1 0 0,0 0 0 0 0,0 0 0 0 0,0 0-1 0 0,-1 0 1 0 0,0 0 0 0 0,0 0 0 0 0,-1 1-1 0 0,1-1 1 0 0,-6-6 0 0 0,-1-3 44 0 0,-1 1 0 0 0,-1 0 0 0 0,0 1 0 0 0,-1 1-1 0 0,-1-1 1 0 0,0 2 0 0 0,0 0 0 0 0,-25-16 0 0 0,-30-12-83 0 0,62 36-163 0 0,5 2-837 0 0,10 5-8787 0 0,26 11 1533 0 0,-10-5 632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3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1244 0 0,'0'0'11074'0'0,"7"1"-9927"0"0,225 63 4202 0 0,-42-10-3666 0 0,9-10-519 0 0,-94-23-222 0 0,144 49-1 0 0,-248-70-874 0 0,1 1 0 0 0,0 0 0 0 0,-1-1-1 0 0,1 1 1 0 0,0 0 0 0 0,-1 0 0 0 0,0 0-1 0 0,1 0 1 0 0,-1 0 0 0 0,1 0 0 0 0,-1 1 0 0 0,0-1-1 0 0,0 0 1 0 0,0 1 0 0 0,0-1 0 0 0,0 1 0 0 0,0-1-1 0 0,0 1 1 0 0,0-1 0 0 0,-1 1 0 0 0,1 0 0 0 0,0-1-1 0 0,-1 1 1 0 0,0 0 0 0 0,1 0 0 0 0,-1-1-1 0 0,0 1 1 0 0,0 0 0 0 0,0 0 0 0 0,0-1 0 0 0,0 1-1 0 0,0 0 1 0 0,-1 3 0 0 0,-2 5 239 0 0,0 0-1 0 0,0 0 1 0 0,-1-1 0 0 0,-9 17 0 0 0,4-8-35 0 0,-32 69 899 0 0,8-18-3 0 0,-41 124 0 0 0,57-133-863 0 0,2 1 1 0 0,-10 104-1 0 0,23-140-231 0 0,1 0 1 0 0,2 0-1 0 0,0 0 1 0 0,2 0-1 0 0,0 0 1 0 0,2-1-1 0 0,1 1 1 0 0,0-1-1 0 0,16 34 1 0 0,-17-45-135 0 0,8 13-212 0 0,-14-27 277 0 0,1 1 1 0 0,0 0-1 0 0,0 0 1 0 0,0 0-1 0 0,-1 0 0 0 0,1 0 1 0 0,0 0-1 0 0,0 0 1 0 0,0 0-1 0 0,0 0 0 0 0,-1 0 1 0 0,1 0-1 0 0,0 0 1 0 0,0 0-1 0 0,0 0 0 0 0,-1 0 1 0 0,1 1-1 0 0,0-1 1 0 0,0 0-1 0 0,0 0 0 0 0,-1 0 1 0 0,1 0-1 0 0,0 0 1 0 0,0 0-1 0 0,0 0 0 0 0,0 1 1 0 0,0-1-1 0 0,-1 0 1 0 0,1 0-1 0 0,0 0 1 0 0,0 0-1 0 0,0 0 0 0 0,0 1 1 0 0,0-1-1 0 0,0 0 1 0 0,0 0-1 0 0,0 0 0 0 0,0 1 1 0 0,0-1-1 0 0,-1 0 1 0 0,1 0-1 0 0,0 0 0 0 0,0 1 1 0 0,0-1-1 0 0,0 0 1 0 0,0 0-1 0 0,0 0 0 0 0,1 0 1 0 0,-1 1-1 0 0,0-1 1 0 0,0 0-1 0 0,0 0 0 0 0,0 0 1 0 0,0 1-1 0 0,0-1 1 0 0,0 0-1 0 0,0 0 0 0 0,0 0 1 0 0,0 0-1 0 0,1 1 1 0 0,-31-20 3 0 0,-1 1 0 0 0,0 2 0 0 0,-2 1 0 0 0,1 1 1 0 0,-2 2-1 0 0,1 2 0 0 0,-59-11 0 0 0,-103-8-8 0 0,162 26 0 0 0,0 2 0 0 0,0 1 0 0 0,-63 8 0 0 0,68-1-1890 0 0,25-6 1260 0 0,-1 1 1 0 0,1-1 0 0 0,0 0-1 0 0,0 1 1 0 0,0-1 0 0 0,1 1-1 0 0,-1 0 1 0 0,0 0 0 0 0,1 0-1 0 0,-1 1 1 0 0,-2 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8 460 0 0,'0'0'5593'0'0,"-5"-4"-4396"0"0,5 2 438 0 0,4 2 3609 0 0,21 5-5066 0 0,-19-4 554 0 0,15-8 1313 0 0,-15 8-6763 0 0,-2 9 38 0 0,-4-7 358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6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10 1020 0 0,'10'-10'20274'0'0,"-51"120"-15505"0"0,-85 165 1 0 0,87-183-2850 0 0,37-90-1965 0 0,1 0 0 0 0,0 0 1 0 0,0 0-1 0 0,0 0 0 0 0,0 0 0 0 0,0 1 0 0 0,0-1 0 0 0,0 0 1 0 0,1 0-1 0 0,-1 1 0 0 0,1-1 0 0 0,-1 0 0 0 0,1 1 0 0 0,0-1 1 0 0,0 4-1 0 0,2-6-102 0 0,-1 0 0 0 0,0 0 1 0 0,0 0-1 0 0,0-1 1 0 0,1 1-1 0 0,-1 0 0 0 0,0-1 1 0 0,0 1-1 0 0,0-1 1 0 0,0 1-1 0 0,0-1 0 0 0,0 1 1 0 0,0-1-1 0 0,0 0 1 0 0,0 0-1 0 0,0 1 0 0 0,0-1 1 0 0,0 0-1 0 0,0-2 0 0 0,51-50-5633 0 0,-23 3-5776 0 0,-17 26 4937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7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2344 0 0,'0'0'13984'0'0,"-8"0"-10273"0"0,5 0-5751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8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5 820 0 0,'7'-4'15861'0'0,"-17"57"-13407"0"0,6-39-1594 0 0,1-1 1 0 0,0 1 0 0 0,-1 21-1 0 0,4-30-691 0 0,0-1 0 0 0,0 1-1 0 0,0 0 1 0 0,1 0 0 0 0,-1-1-1 0 0,1 1 1 0 0,1-1 0 0 0,-1 1-1 0 0,1 0 1 0 0,-1-1 0 0 0,6 8-1 0 0,-5-9-109 0 0,1 0 0 0 0,-1 0 0 0 0,1-1-1 0 0,0 0 1 0 0,0 1 0 0 0,0-1 0 0 0,0 0 0 0 0,0 0-1 0 0,0-1 1 0 0,1 1 0 0 0,-1-1 0 0 0,1 1-1 0 0,-1-1 1 0 0,1 0 0 0 0,-1 0 0 0 0,7 0-1 0 0,-5 0-67 0 0,0 0-1 0 0,0-1 0 0 0,0 1 0 0 0,0-1 1 0 0,-1 0-1 0 0,1-1 0 0 0,0 1 0 0 0,0-1 1 0 0,0 0-1 0 0,0 0 0 0 0,-1-1 0 0 0,1 1 1 0 0,-1-1-1 0 0,1 0 0 0 0,-1 0 0 0 0,1 0 1 0 0,-1-1-1 0 0,0 0 0 0 0,0 0 0 0 0,-1 0 1 0 0,1 0-1 0 0,0 0 0 0 0,-1-1 0 0 0,0 1 1 0 0,4-6-1 0 0,-6 7 1 0 0,0 0 39 0 0,0 1-1 0 0,0 0 1 0 0,0-1-1 0 0,0 1 1 0 0,0-1-1 0 0,0 1 1 0 0,0-1-1 0 0,-1 0 1 0 0,1 1-1 0 0,-1-1 1 0 0,1 0-1 0 0,-1 1 1 0 0,0-1-1 0 0,1 0 1 0 0,-1 0-1 0 0,0 1 1 0 0,0-1-1 0 0,0 0 1 0 0,0 0-1 0 0,-1 1 1 0 0,1-1-1 0 0,0 0 1 0 0,-1 1-1 0 0,1-1 1 0 0,-1 0-1 0 0,0 1 1 0 0,1-1-1 0 0,-1 1 1 0 0,0-1-1 0 0,0 1 1 0 0,0-1-1 0 0,0 1 1 0 0,0-1-1 0 0,-1 1 1 0 0,1 0-1 0 0,0 0 0 0 0,0 0 1 0 0,-3-2-1 0 0,-1-1 146 0 0,-1 0 0 0 0,0 0-1 0 0,1 0 1 0 0,-2 1-1 0 0,1-1 1 0 0,0 1 0 0 0,-1 1-1 0 0,1 0 1 0 0,-1 0-1 0 0,0 0 1 0 0,1 0 0 0 0,-1 1-1 0 0,0 0 1 0 0,0 1 0 0 0,0 0-1 0 0,0 0 1 0 0,0 0-1 0 0,0 1 1 0 0,0 0 0 0 0,0 0-1 0 0,0 1 1 0 0,1-1-1 0 0,-1 2 1 0 0,0-1 0 0 0,-7 5-1 0 0,13-7-172 0 0,1 1 0 0 0,-1-1 0 0 0,1 1 0 0 0,-1-1 0 0 0,1 1 0 0 0,-1-1 0 0 0,1 1 0 0 0,-1-1 0 0 0,1 1 0 0 0,0 0 0 0 0,-1-1 0 0 0,1 1 0 0 0,0 0 0 0 0,-1-1 0 0 0,1 1 0 0 0,0 0 0 0 0,0-1 0 0 0,0 1 0 0 0,-1 0 0 0 0,1 0 0 0 0,0-1 0 0 0,0 1 0 0 0,0 0 0 0 0,0 0 0 0 0,1-1 0 0 0,-1 1 0 0 0,0 0 0 0 0,0 0 0 0 0,0-1 0 0 0,0 1 0 0 0,1 0 0 0 0,0 0 0 0 0,9 20-207 0 0,-6-18 121 0 0,-1 1 0 0 0,1-1 0 0 0,1 0 0 0 0,-1 0-1 0 0,0-1 1 0 0,1 1 0 0 0,-1-1 0 0 0,1 0 0 0 0,0 0-1 0 0,0 0 1 0 0,0-1 0 0 0,0 0 0 0 0,0 0-1 0 0,10 1 1 0 0,-8-1-62 0 0,0 0 0 0 0,0-1 0 0 0,1 0 0 0 0,-1-1 0 0 0,0 1 0 0 0,1-1 0 0 0,-1-1-1 0 0,0 1 1 0 0,11-5 0 0 0,-17 6 162 0 0,1-1-1 0 0,-1 0 0 0 0,0 0 0 0 0,0 1 1 0 0,0-1-1 0 0,1 0 0 0 0,-1 0 0 0 0,0 0 1 0 0,0 0-1 0 0,0 0 0 0 0,-1 0 0 0 0,1 0 1 0 0,0-1-1 0 0,0 1 0 0 0,-1 0 1 0 0,1 0-1 0 0,0-1 0 0 0,-1 1 0 0 0,1-1 1 0 0,-1 1-1 0 0,0 0 0 0 0,1-1 0 0 0,-1 1 1 0 0,0-1-1 0 0,0 1 0 0 0,0 0 0 0 0,0-1 1 0 0,0 1-1 0 0,0-1 0 0 0,-1 1 1 0 0,1-1-1 0 0,0 1 0 0 0,-1 0 0 0 0,1-1 1 0 0,-1 1-1 0 0,1 0 0 0 0,-1-1 0 0 0,0 1 1 0 0,1 0-1 0 0,-1 0 0 0 0,0 0 0 0 0,0 0 1 0 0,0-1-1 0 0,-1 0 0 0 0,-3-5 216 0 0,-1 1 0 0 0,1 0-1 0 0,-1 0 1 0 0,0 1 0 0 0,0-1 0 0 0,-1 1-1 0 0,-7-4 1 0 0,-13-10 118 0 0,26 18-541 0 0,-2 3-2448 0 0,-10 20-1602 0 0,13-11-585 0 0,5 0-3460 0 0,6 0 2180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0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0 788 0 0,'0'0'16328'0'0,"-8"29"-13612"0"0,-2 14-1505 0 0,-1 0 1 0 0,-2-1 0 0 0,-2 0-1 0 0,-32 63 1 0 0,41-85-4119 0 0,6-20 2785 0 0,0 1 0 0 0,0-1 1 0 0,0 0-1 0 0,0 0 1 0 0,0 1-1 0 0,0-1 0 0 0,1 0 1 0 0,-1 0-1 0 0,0 0 1 0 0,0 1-1 0 0,0-1 0 0 0,1 0 1 0 0,-1 0-1 0 0,0 0 1 0 0,0 0-1 0 0,0 0 0 0 0,1 1 1 0 0,-1-1-1 0 0,0 0 1 0 0,0 0-1 0 0,1 0 0 0 0,-1 0 1 0 0,0 0-1 0 0,0 0 1 0 0,1 0-1 0 0,-1 0 0 0 0,0 0 1 0 0,0 0-1 0 0,1 0 1 0 0,-1 0-1 0 0,0 0 0 0 0,0 0 1 0 0,1 0-1 0 0,-1 0 0 0 0,0 0 1 0 0,0 0-1 0 0,1 0 1 0 0,34-17-8966 0 0,-30 14 8229 0 0,8-7-3875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6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20 740 0 0,'-18'-15'4648'0'0,"10"11"-96"0"0,6 4-4206 0 0,0 0 1 0 0,1 0 0 0 0,-1 0-1 0 0,0 0 1 0 0,1 0 0 0 0,-1 0-1 0 0,1 0 1 0 0,-1 1 0 0 0,0-1 0 0 0,1 1-1 0 0,-1-1 1 0 0,1 1 0 0 0,-1-1-1 0 0,1 1 1 0 0,0 0 0 0 0,-1 0 0 0 0,1 0-1 0 0,0 0 1 0 0,-1 0 0 0 0,1 0-1 0 0,0 0 1 0 0,0 0 0 0 0,0 1-1 0 0,0-1 1 0 0,0 0 0 0 0,0 1 0 0 0,0-1-1 0 0,1 1 1 0 0,-1-1 0 0 0,0 1-1 0 0,1-1 1 0 0,-1 1 0 0 0,1-1-1 0 0,-1 1 1 0 0,1 2 0 0 0,-5 10 251 0 0,-2 3 1102 0 0,-24 56 3260 0 0,8-20-2052 0 0,19-48-2886 0 0,0 0 1 0 0,1 1-1 0 0,0 0 1 0 0,0 0-1 0 0,1 0 1 0 0,-1 0-1 0 0,-2 12 1 0 0,0-4-23 0 0,5 1 0 0 0,1-14 0 0 0,-1 1 0 0 0,1-1 0 0 0,0 1 0 0 0,0-1 0 0 0,-1 1 0 0 0,1-1 0 0 0,0 0 0 0 0,0 1 0 0 0,0-1 0 0 0,1 0 0 0 0,-1 0 0 0 0,0 0 0 0 0,0 0 0 0 0,1 0 0 0 0,-1 0 0 0 0,1 0 0 0 0,-1 0 0 0 0,0-1 0 0 0,1 1 0 0 0,-1 0 0 0 0,1-1 0 0 0,0 1 0 0 0,-1-1 0 0 0,1 0 0 0 0,-1 0 0 0 0,1 1 0 0 0,0-1 0 0 0,-1 0 0 0 0,4-1 0 0 0,231 21 0 0 0,-226-20 0 0 0,10-1 0 0 0,-6 1 0 0 0,-4 1-77 0 0,-8-1-440 0 0,-22 17-8799 0 0,16-13 7040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6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57 1044,'0'-54'10173,"0"52"-7981,-1 2-2068,0 0-1,1 0 1,-1-1-1,0 1 1,0 0 0,0 0-1,1 0 1,-1 0-1,0 0 1,0 0-1,0 0 1,1 1-1,-1-1 1,0 0 0,0 0-1,1 1 1,-1-1-1,0 0 1,1 1-1,-1-1 1,0 0-1,1 1 1,-1-1 0,0 1-1,-34 62 2879,-15 28-190,22-27-1141,-9 21 1681,-48 158-1,83-230-3061,-1-1 0,2 1-1,0 0 1,0 16 0,1-25-469,0-1 1,0 1-1,1 0 1,-1-1-1,1 1 1,0-1-1,-1 1 1,2-1-1,-1 1 0,0-1 1,1 1-1,-1-1 1,1 0-1,0 0 1,0 0-1,0 0 1,1 0-1,2 3 1,-4-6-15,0 0 1,0 1-1,0-1 1,0 0-1,0 0 1,0 0-1,0 1 1,0-1-1,0 0 1,0-1-1,0 1 1,0 0-1,0 0 1,0 0-1,0 0 1,0-1-1,0 1 1,0-1-1,0 1 1,0 0-1,0-1 1,0 0-1,-1 1 1,2-2-1,22-18-3808,-21 17 1802,14-11-4511,-4-1 514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7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226 146 188 0 0,'-5'-42'5583'0'0,"3"36"-4482"0"0,1 0 0 0 0,0 0 0 0 0,0 0 0 0 0,1 0 0 0 0,0 0 0 0 0,0 0 0 0 0,1-10 0 0 0,0 14-950 0 0,-1 0 0 0 0,1 0 1 0 0,0 0-1 0 0,0 0 0 0 0,1 0 1 0 0,-1 0-1 0 0,0 0 1 0 0,1 0-1 0 0,-1 1 0 0 0,1-1 1 0 0,-1 0-1 0 0,1 1 0 0 0,0-1 1 0 0,0 1-1 0 0,-1 0 1 0 0,1 0-1 0 0,0-1 0 0 0,0 1 1 0 0,1 0-1 0 0,-1 1 0 0 0,0-1 1 0 0,0 0-1 0 0,0 1 1 0 0,0-1-1 0 0,4 0 0 0 0,11-2 379 0 0,1 0 0 0 0,0 2 0 0 0,0 0 1 0 0,22 1-1 0 0,-30 0-301 0 0,-1 1 1 0 0,0 1-1 0 0,1-1 1 0 0,-1 1 0 0 0,0 1-1 0 0,0-1 1 0 0,0 2 0 0 0,-1-1-1 0 0,16 10 1 0 0,-22-12-114 0 0,0 0 0 0 0,-1 1-1 0 0,1-1 1 0 0,0 1 0 0 0,-1 0 0 0 0,0-1 0 0 0,1 1 0 0 0,-1 0-1 0 0,0 0 1 0 0,0 0 0 0 0,0 0 0 0 0,0 0 0 0 0,0 0 0 0 0,-1 0 0 0 0,1 1-1 0 0,0-1 1 0 0,-1 0 0 0 0,0 0 0 0 0,0 0 0 0 0,1 1 0 0 0,-1-1 0 0 0,0 0-1 0 0,-1 0 1 0 0,1 1 0 0 0,0-1 0 0 0,-1 0 0 0 0,1 0 0 0 0,-1 0 0 0 0,0 0-1 0 0,0 1 1 0 0,0-1 0 0 0,0 0 0 0 0,0 0 0 0 0,0-1 0 0 0,0 1-1 0 0,0 0 1 0 0,-3 2 0 0 0,-3 6 291 0 0,-1 0 0 0 0,0 0 1 0 0,-1-1-1 0 0,0 0 0 0 0,-14 11 0 0 0,-42 27 663 0 0,-87 46 0 0 0,73-46-749 0 0,68-42-321 0 0,1 2 0 0 0,-1 0 0 0 0,1 0 0 0 0,0 1 0 0 0,0 0 0 0 0,1 0 0 0 0,1 1 0 0 0,-1 1 0 0 0,1-1 0 0 0,1 1 0 0 0,-8 13 0 0 0,13-20 0 0 0,1 0 0 0 0,0 1 0 0 0,0-1 0 0 0,0 0 0 0 0,0 0 0 0 0,0 0 0 0 0,1 1 0 0 0,0-1 0 0 0,-1 0 0 0 0,1 1 0 0 0,0-1 0 0 0,1 0 0 0 0,-1 1 0 0 0,1-1 0 0 0,-1 0 0 0 0,1 1 0 0 0,0-1 0 0 0,0 0 0 0 0,3 5 0 0 0,-1-4 0 0 0,0 1 0 0 0,0-1 0 0 0,1 0 0 0 0,-1 0 0 0 0,1-1 0 0 0,0 1 0 0 0,0-1 0 0 0,0 0 0 0 0,0 0 0 0 0,1 0 0 0 0,6 3 0 0 0,9 2 0 0 0,0-1 0 0 0,0-1 0 0 0,0 0 0 0 0,1-1 0 0 0,25 2 0 0 0,199 13 0 0 0,-149-14 0 0 0,-86-5-138 0 0,-8 0-695 0 0,-12 2-770 0 0,-115 33-6332 0 0,56-17-1512 0 0,-1 0 2245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8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9 216,'-4'-9'23010,"-4"27"-14706,-15 54-10161,12-39 4849,4-8-2975,0 0 0,2 0 0,0 1 0,2 0 0,0 35 0,8-36-1504,-5-25 1384,1 1 1,-1-1 0,0 0-1,0 0 1,1 0-1,-1 0 1,0 1 0,1-1-1,-1 0 1,0 0 0,1 0-1,-1 0 1,1 0-1,-1 0 1,0 0 0,1 0-1,-1 0 1,0 0-1,1 0 1,-1 0 0,0 0-1,1 0 1,-1-1-1,0 1 1,1 0 0,-1 0-1,0 0 1,1 0-1,-1-1 1,0 1 0,0 0-1,1 0 1,-1 0-1,1-1 1,19-28-8090,-14 10 812,-5-5 564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1508,'0'0'17809,"6"-1"-16983,261-21 4017,147 22-2968,-377 0-1641,150 9-1255,-243-7-1376,-97 19 0,27-3-4392,85-12 1303,9-1 421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9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25 249 316 0 0,'0'0'2124'0'0,"10"2"1265"0"0,-8 1 1314 0 0,-3 30-1250 0 0,-3 0 0 0 0,-9 40 0 0 0,7-40-2125 0 0,0 1 1 0 0,0 43-1 0 0,6-16 276 0 0,4 0 1 0 0,2-1 0 0 0,16 75-1 0 0,-16-115-1353 0 0,-4-27-763 0 0,-5-29-42 0 0,-3-32-323 0 0,3-1-1 0 0,11-116 1 0 0,0 8 92 0 0,-10 102 590 0 0,0 38 400 0 0,2-1 0 0 0,8-69 0 0 0,-7 104-175 0 0,0-1 0 0 0,0 0 0 0 0,0 1 1 0 0,1-1-1 0 0,-1 1 0 0 0,1-1 0 0 0,0 1 0 0 0,0 0 1 0 0,0 0-1 0 0,1 0 0 0 0,-1 0 0 0 0,1 0 0 0 0,0 0 1 0 0,-1 0-1 0 0,1 1 0 0 0,0 0 0 0 0,1 0 0 0 0,-1-1 1 0 0,0 2-1 0 0,1-1 0 0 0,-1 0 0 0 0,1 1 0 0 0,-1-1 1 0 0,1 1-1 0 0,0 0 0 0 0,-1 0 0 0 0,8 0 0 0 0,10-1 47 0 0,0 0 0 0 0,0 2 0 0 0,41 3 0 0 0,-40-1 17 0 0,322 45-230 0 0,-343-47-22 0 0,0-1 0 0 0,0 2 1 0 0,1-1-1 0 0,-1 0 1 0 0,0 0-1 0 0,0 0 1 0 0,0 0-1 0 0,0 1 1 0 0,0-1-1 0 0,0 0 0 0 0,0 1 1 0 0,0-1-1 0 0,0 1 1 0 0,0-1-1 0 0,0 1 1 0 0,0 0-1 0 0,0-1 0 0 0,0 1 1 0 0,0 0-1 0 0,-1 0 1 0 0,1-1-1 0 0,0 1 1 0 0,-1 0-1 0 0,1 0 0 0 0,0 0 1 0 0,-1 0-1 0 0,2 2 1 0 0,-3-1 32 0 0,1-1 1 0 0,0 1-1 0 0,-1-1 1 0 0,1 1-1 0 0,-1-1 1 0 0,0 1-1 0 0,0-1 1 0 0,1 0-1 0 0,-1 1 1 0 0,0-1-1 0 0,0 0 1 0 0,0 1-1 0 0,0-1 1 0 0,0 0-1 0 0,-1 0 1 0 0,-1 2 0 0 0,-11 7-1356 0 0,1 0 1 0 0,-28 13 0 0 0,-26 11-7258 0 0,31-14 3735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9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24 664 0 0,'-16'9'11090'0'0,"12"-5"-4144"0"0,23-1-1446 0 0,54-12-5499 0 0,-64 8 1866 0 0,251-26 4086 0 0,-201 25-5785 0 0,1 2 1 0 0,78 11-1 0 0,-122-9-1824 0 0,35 7 255 0 0,-36-2-4145 0 0,0 2-5882 0 0,-9-5 4406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20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678 24 904 0 0,'0'0'1890'0'0,"-3"-2"-46"0"0,-14-9 1497 0 0,-19 0 4862 0 0,18 12-7747 0 0,-34 5 2360 0 0,-53 6 1589 0 0,81-10-3431 0 0,-1-1 1 0 0,1-2-1 0 0,0 0 1 0 0,-38-8-1 0 0,8 1 2001 0 0,51 8-2483 0 0,-15 3 66 0 0,10 7-557 0 0,0 1 0 0 0,1 0 1 0 0,0 0-1 0 0,1 1 0 0 0,1 0 1 0 0,-1 0-1 0 0,2 0 0 0 0,0 1 0 0 0,-4 16 1 0 0,-9 25-4 0 0,-13 31 2 0 0,3 1 0 0 0,5 1 0 0 0,3 1 0 0 0,-13 146 0 0 0,30-181 0 0 0,1 0 0 0 0,3 0 0 0 0,9 56 0 0 0,-10-101 0 0 0,5 18 0 0 0,-4-22 0 0 0,-4-29 0 0 0,-3 4 0 0 0,4 4 0 0 0,0 4 0 0 0,-2 1 0 0 0,4 1 0 0 0,14 10 0 0 0,30 14 0 0 0,0 2 0 0 0,64 30 0 0 0,-26-9 0 0 0,-34-20-674 0 0,-35-12 87 0 0,0 0-1 0 0,0 1 0 0 0,-1 1 1 0 0,23 12-1 0 0,-25-28-15176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0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269 160 784,'0'-39'6423,"-8"-47"5790,8 84-11109,-11-30 7959,10 31-8595,0 7-306,-1 0 0,0-1 0,0 1 0,0-1 0,-1 0 0,1 0 1,-2 0-1,1 0 0,-7 8 0,-8 15 288,4-2-396,-95 206 351,93-193-369,2 0 1,2 1-1,1 1 1,-5 42-1,13-63-25,-2 39-83,5-56-385,4-7-3867,13-19 1184,-11 14-1638,0-2-4255,0 2 2863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1252,'-1'2'21408,"0"1"-19773,-4 7-4745,2-5 4890,-60 82-164,60-74-2312,4-13 482,-1 1-1,0-1 1,0 1 0,1-1 0,-1 0 0,0 1 0,0-1 0,1 1 0,-1-1-1,1 0 1,-1 1 0,0-1 0,1 0 0,-1 1 0,1-1 0,-1 0 0,1 0-1,-1 1 1,0-1 0,1 0 0,-1 0 0,1 0 0,-1 0 0,1 0 0,1 0-1,25-2-8838,-2-3 3841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212 193 1204,'-5'-3'684,"0"0"1,1 1-1,-1-1 1,0 1-1,0 0 0,-1 0 1,1 0-1,0 1 0,0 0 1,-1 0-1,1 0 1,-1 1-1,1 0 0,-1 0 1,1 0-1,-1 1 0,1 0 1,-1 0-1,1 0 0,0 0 1,-10 5-1,8-2-225,1 0 1,0 0-1,0 1 0,0 0 0,0 0 0,1 1 1,-1-1-1,1 1 0,1 0 0,-7 11 0,8-14-297,1 1 0,0-1-1,0 1 1,1-1-1,-1 1 1,1 0-1,-1 0 1,1 0-1,1 0 1,-1 0-1,0 0 1,1 0 0,0 0-1,0 0 1,0 0-1,0 0 1,1 0-1,-1 0 1,1 0-1,0-1 1,0 1-1,3 5 1,-2-7-101,1 1 1,0 0-1,0-1 1,0 1-1,0-1 1,0 0-1,0 0 1,1 0-1,-1-1 1,1 1-1,-1-1 1,1 1-1,0-1 1,-1-1-1,8 2 1,60 4 394,-35-6-336,1-2-1,59-11 0,-77 9-142,0-1-1,0-1 0,-1-1 1,1 0-1,-1-1 0,28-18 1,-42 24 43,1-1 1,-1 0-1,0-1 1,0 1-1,0-1 0,0 0 1,0 0-1,-1 0 1,0 0-1,0 0 1,0-1-1,0 0 1,-1 1-1,0-1 1,0 0-1,0 0 0,0 0 1,-1-1-1,0 1 1,0 0-1,0-11 1,-2 10 85,1 0 1,-2 0-1,1 0 1,-1 0-1,0 0 1,0 0-1,-1 0 0,1 0 1,-1 1-1,-1-1 1,1 1-1,-1 0 1,0 0-1,0 0 1,0 1-1,-1-1 1,1 1-1,-10-6 1,-3-2 70,-1 2 1,0 0 0,0 1 0,-1 1 0,0 0-1,0 1 1,-1 2 0,1 0 0,-2 1-1,1 1 1,0 0 0,0 2 0,-28 1 0,47 0-264,-1 0 0,1 0 1,-1 0-1,0 0 1,1 0-1,-1 1 1,1-1-1,-1 0 0,1 1 1,-1-1-1,1 1 1,0 0-1,-1-1 1,1 1-1,0 0 1,-1 0-1,1 0 0,0 0 1,0 0-1,0 0 1,0 0-1,-1 1 1,1 0-46,1-1 1,0 0 0,0 0-1,0 0 1,0 1 0,0-1 0,1 0-1,-1 0 1,0 0 0,1 0 0,-1 1-1,0-1 1,1 0 0,-1 0-1,1 0 1,0 0 0,-1 0 0,1 0-1,0 0 1,0 0 0,1 1 0,4 4-1093,0 0 1,1 0-1,0 0 1,1-1 0,-1 0-1,14 6 1,15 6-5675,1-1 523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22 1676,'0'0'1885,"-3"-21"17357,-2 28-18828,-80 116 4302,69-97-4397,1 1-1,-22 54 1,36-80-435,0 1-1,1-1 0,-1 0 0,0 0 0,1 0 1,-1 1-1,1-1 0,0 0 0,-1 1 0,1-1 1,0 0-1,0 1 0,0-1 0,0 0 0,0 1 1,0-1-1,0 0 0,0 1 0,1-1 0,-1 0 1,0 1-1,1-1 0,-1 0 0,1 0 0,-1 1 1,1-1-1,0 0 0,0 0 0,-1 0 0,1 0 1,0 0-1,0 0 0,0 0 0,0 0 0,0 0 1,0 0-1,0-1 0,1 1 0,-1 0 1,0-1-1,0 1 0,0-1 0,1 1 0,-1-1 1,0 0-1,1 1 0,2-1 0,4 0-1353,-1 0 0,1 0 1,0-1-1,0 0 0,0 0 0,-1-1 0,9-2 0,34-13-5010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2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1596 0 0,'-13'53'14418'0'0,"8"-35"-12069"0"0,-1 0-1 0 0,0 0 1 0 0,-14 25-1 0 0,11-24-842 0 0,0 1 1 0 0,-9 32-1 0 0,4-7-574 0 0,9-31-659 0 0,1-1-1 0 0,0 1 1 0 0,1 0-1 0 0,1 1 1 0 0,0-1-1 0 0,0 18 1 0 0,2-31-327 0 0,-1 0-1 0 0,1 0 1 0 0,0 0-1 0 0,0 0 1 0 0,0 0-1 0 0,0 0 1 0 0,1 0-1 0 0,-1 1 1 0 0,0-1-1 0 0,0 0 1 0 0,1 0-1 0 0,-1 0 1 0 0,1 0-1 0 0,-1 0 1 0 0,1 0-1 0 0,-1 0 1 0 0,1 0-1 0 0,-1 0 1 0 0,1-1-1 0 0,0 1 1 0 0,0 1-1 0 0,11-2-2204 0 0,-10 0 1669 0 0,1 0-1612 0 0,2-3-593 0 0,0 1 1793 0 0,13-9-2841 0 0,-5 0-3078 0 0,-5 0 197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3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0 708,'0'0'21791,"-26"13"-17224,-3 23 434,28-34-4566,0-1-207,-2 5-354,11-17-766,-7 10 403,0 0 0,0 0 0,0-1 0,0 1-1,1 0 1,-1 0 0,0 0 0,1 1 0,-1-1-1,0 0 1,1 1 0,-1-1 0,1 0 0,0 1 0,-1 0-1,3-1 1,-1 1-1790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22 796 0 0,'0'0'8670'0'0,"-5"-13"-3823"0"0,5 12-4610 0 0,0 1 0 0 0,-1 0 1 0 0,1-1-1 0 0,0 1 0 0 0,0 0 1 0 0,0-1-1 0 0,0 1 0 0 0,0-1 1 0 0,0 1-1 0 0,0 0 0 0 0,-1-1 1 0 0,1 1-1 0 0,0 0 1 0 0,0 0-1 0 0,-1-1 0 0 0,1 1 1 0 0,0 0-1 0 0,0-1 0 0 0,-1 1 1 0 0,1 0-1 0 0,0 0 0 0 0,-1 0 1 0 0,1-1-1 0 0,0 1 0 0 0,-1 0 1 0 0,1 0-1 0 0,0 0 1 0 0,-1 0-1 0 0,1-1 0 0 0,0 1 1 0 0,-1 0-1 0 0,1 0 0 0 0,-1 0 1 0 0,1 0-1 0 0,0 0 0 0 0,-1 0 1 0 0,1 0-1 0 0,0 0 0 0 0,-1 0 1 0 0,0 1-1 0 0,-12 14 393 0 0,0 0-1 0 0,1 1 1 0 0,1 1-1 0 0,0 0 1 0 0,2 0-1 0 0,-1 1 1 0 0,2 1 0 0 0,1-1-1 0 0,0 1 1 0 0,1 1-1 0 0,1-1 1 0 0,-2 23-1 0 0,6-38-616 0 0,0 0-1 0 0,0 0 1 0 0,1 0 0 0 0,0 0-1 0 0,0 0 1 0 0,0 0-1 0 0,0 0 1 0 0,0-1-1 0 0,1 1 1 0 0,0 0-1 0 0,0 0 1 0 0,0 0-1 0 0,0 0 1 0 0,1 0 0 0 0,-1-1-1 0 0,1 1 1 0 0,0-1-1 0 0,0 1 1 0 0,0-1-1 0 0,0 0 1 0 0,1 0-1 0 0,0 0 1 0 0,-1 0 0 0 0,1 0-1 0 0,5 3 1 0 0,0-1 6 0 0,0-1 0 0 0,1 0 1 0 0,-1 0-1 0 0,1-1 0 0 0,0-1 0 0 0,0 1 1 0 0,0-1-1 0 0,0-1 0 0 0,1 0 1 0 0,10 1-1 0 0,21-2-544 0 0,1-1 0 0 0,0-2 0 0 0,-1-2 1 0 0,43-11-1 0 0,-72 11-3216 0 0,-19 0-5070 0 0,-9 2 408 0 0,12 2 9153 0 0,-3 0-6340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5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435 161 132 0 0,'10'-12'3328'0'0,"-7"1"4400"0"0,-4 8-7333 0 0,0 1 0 0 0,0-1 0 0 0,-1 0 0 0 0,1 1 0 0 0,-1-1 0 0 0,1 1 0 0 0,-1-1 0 0 0,0 1-1 0 0,0 0 1 0 0,-1 0 0 0 0,1-1 0 0 0,0 2 0 0 0,-1-1 0 0 0,1 0 0 0 0,-1 0 0 0 0,1 1 0 0 0,-1-1 0 0 0,-5-1 0 0 0,1 1-13 0 0,1 1 0 0 0,-1-1 1 0 0,0 1-1 0 0,0 0 1 0 0,0 1-1 0 0,0 0 0 0 0,1 0 1 0 0,-9 1-1 0 0,-11 3 393 0 0,1 1 0 0 0,0 2 1 0 0,-41 15-1 0 0,50-15-425 0 0,0 0 0 0 0,0 1-1 0 0,1 0 1 0 0,0 1 0 0 0,1 1 0 0 0,0 0 0 0 0,0 1 0 0 0,1 1 0 0 0,-12 13 0 0 0,22-21-277 0 0,-1 0-1 0 0,1 0 1 0 0,0 0-1 0 0,0 1 1 0 0,0-1-1 0 0,0 1 1 0 0,1 0 0 0 0,0 0-1 0 0,0 0 1 0 0,0 0-1 0 0,1 0 1 0 0,-1 0-1 0 0,1 0 1 0 0,1 0 0 0 0,-1 1-1 0 0,1-1 1 0 0,0 0-1 0 0,0 1 1 0 0,0-1-1 0 0,1 0 1 0 0,-1 1-1 0 0,2-1 1 0 0,-1 0 0 0 0,0 0-1 0 0,1 0 1 0 0,0 0-1 0 0,0 0 1 0 0,0 0-1 0 0,1-1 1 0 0,0 1 0 0 0,0-1-1 0 0,0 1 1 0 0,4 3-1 0 0,5 5-16 0 0,0-2-1 0 0,1 1 0 0 0,0-2 1 0 0,1 0-1 0 0,0 0 1 0 0,1-2-1 0 0,0 0 1 0 0,0 0-1 0 0,28 9 0 0 0,3-2-161 0 0,1-2 0 0 0,55 9 0 0 0,-48-14-298 0 0,0-1 0 0 0,0-3 1 0 0,80-4-1 0 0,-105-2 64 0 0,0-2 1 0 0,0 0-1 0 0,0-2 1 0 0,-1-1-1 0 0,1-2 1 0 0,-2 0-1 0 0,0-2 1 0 0,31-17-1 0 0,-51 24 282 0 0,-1 0 0 0 0,1 0 0 0 0,-1-1-1 0 0,0 0 1 0 0,-1 0 0 0 0,1 0 0 0 0,-1-1 0 0 0,0 0-1 0 0,0 0 1 0 0,-1 0 0 0 0,0-1 0 0 0,0 1 0 0 0,0-1 0 0 0,-1 0-1 0 0,0 0 1 0 0,0-1 0 0 0,-1 1 0 0 0,0 0 0 0 0,0-1-1 0 0,-1 1 1 0 0,1-12 0 0 0,-1 8 85 0 0,-2 1 0 0 0,1 0 0 0 0,-1 0 1 0 0,-1 0-1 0 0,0 0 0 0 0,0 0 0 0 0,-1 1 0 0 0,0-1 0 0 0,-1 1 0 0 0,0 0 1 0 0,0-1-1 0 0,-1 2 0 0 0,-1-1 0 0 0,1 1 0 0 0,-1-1 0 0 0,-9-8 0 0 0,-4-2 102 0 0,-2 1-1 0 0,0 1 1 0 0,-1 1-1 0 0,-1 1 1 0 0,0 1-1 0 0,-1 1 1 0 0,-1 1-1 0 0,0 1 1 0 0,0 1-1 0 0,-1 1 1 0 0,0 1-1 0 0,-1 2 0 0 0,1 0 1 0 0,-1 2-1 0 0,-1 1 1 0 0,1 1-1 0 0,0 2 1 0 0,-31 3-1 0 0,53-3-258 0 0,1 0-1 0 0,0 1 1 0 0,0-1-1 0 0,0 1 1 0 0,0 0 0 0 0,0 0-1 0 0,0 1 1 0 0,0-1-1 0 0,1 1 1 0 0,-1 0-1 0 0,0 0 1 0 0,1 0 0 0 0,-1 1-1 0 0,1-1 1 0 0,0 1-1 0 0,0 0 1 0 0,0 0-1 0 0,0 0 1 0 0,0 0-1 0 0,1 0 1 0 0,-3 5-1 0 0,3-5-283 0 0,1-1-1 0 0,1 1 0 0 0,-1 0 0 0 0,0 0 0 0 0,1 0 0 0 0,-1-1 0 0 0,1 1 1 0 0,0 0-1 0 0,0 0 0 0 0,0 0 0 0 0,0 0 0 0 0,1 4 0 0 0,1-1-746 0 0,-1-1 0 0 0,1 0 0 0 0,0 0 0 0 0,0-1 0 0 0,1 1 0 0 0,-1 0 0 0 0,1-1 0 0 0,3 6 0 0 0,13 11-4282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6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29 200,'0'0'1337,"5"-2"-639,8-5-437,30-13 15597,-49 28-11771,-34 42-1876,-46 77 1302,76-108-3604,0 0 0,1 1 0,0 0 0,2 0 0,-5 23 0,11-41-179,0 0 1,1 1-1,0-1 0,0 1 0,0-1 0,0 1 1,0-1-1,0 0 0,1 1 0,-1-1 0,1 1 1,-1-1-1,2 4 0,7 2-4063,4-5-3676,5-4 1541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6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31 1260 0 0,'5'-20'6315'0'0,"-7"9"7817"0"0,-9 30-13244 0 0,1 1 0 0 0,1 0 0 0 0,0 0 0 0 0,2 1 0 0 0,0 0 0 0 0,1 0 0 0 0,-4 33 0 0 0,-4 7 127 0 0,11-44-1101 0 0,1 1-1 0 0,1-1 1 0 0,0 1-1 0 0,2 19 1 0 0,0-4-3298 0 0,0-20 2104 0 0,0-12 477 0 0,-1 1 0 0 0,1-1-1 0 0,-1 0 1 0 0,1 0 0 0 0,0 0 0 0 0,-1 0 0 0 0,1 1 0 0 0,0-1 0 0 0,0 0 0 0 0,0 0 0 0 0,-1-1 0 0 0,1 1-1 0 0,0 0 1 0 0,0 0 0 0 0,1 0 0 0 0,1 1 0 0 0,9 2-5426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6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11 1024 0 0,'0'0'8814'0'0,"-6"-1"-6932"0"0,-1-2-1222 0 0,-4 0 38 0 0,-2 0 4948 0 0,9 7-5032 0 0,0 1 0 0 0,0 0 0 0 0,0 1 0 0 0,0-1 0 0 0,1 0-1 0 0,0 1 1 0 0,0 0 0 0 0,-3 9 0 0 0,4-9-758 0 0,-3 19-2875 0 0,6-25 2770 0 0,-1 1-1 0 0,0-1 1 0 0,0 1 0 0 0,0-1 0 0 0,1 1 0 0 0,-1-1 0 0 0,0 1 0 0 0,0-1 0 0 0,1 1 0 0 0,-1-1 0 0 0,0 0 0 0 0,1 1 0 0 0,-1-1-1 0 0,1 0 1 0 0,-1 1 0 0 0,1-1 0 0 0,-1 0 0 0 0,0 1 0 0 0,1-1 0 0 0,-1 0 0 0 0,1 0 0 0 0,-1 1 0 0 0,1-1 0 0 0,-1 0 0 0 0,1 0 0 0 0,-1 0-1 0 0,1 0 1 0 0,0 0 0 0 0,-1 0 0 0 0,1 0 0 0 0,-1 0 0 0 0,1 0 0 0 0,-1 0 0 0 0,1 0 0 0 0,-1 0 0 0 0,1 0 0 0 0,-1 0 0 0 0,1 0-1 0 0,-1-1 1 0 0,1 1 0 0 0,-1 0 0 0 0,1 0 0 0 0,-1-1 0 0 0,1 1 0 0 0,-1 0 0 0 0,1-1 0 0 0,16-5-5026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0 424 0 0,'-8'1'1384'0'0,"0"1"0"0"0,0 0 0 0 0,0 0 0 0 0,0 0 0 0 0,0 1 1 0 0,1 1-1 0 0,-1-1 0 0 0,1 1 0 0 0,0 0 0 0 0,0 1 0 0 0,1 0 0 0 0,-10 7 0 0 0,6-2 25 0 0,0 0 0 0 0,1 1 0 0 0,0 0 0 0 0,1 0 0 0 0,0 1 0 0 0,-9 18 0 0 0,17-28-1343 0 0,0-1 0 0 0,0 0 0 0 0,0 0 0 0 0,0 0 0 0 0,0 1 0 0 0,0-1 1 0 0,0 0-1 0 0,1 0 0 0 0,-1 0 0 0 0,1 0 0 0 0,-1 1 0 0 0,1-1 0 0 0,-1 0 0 0 0,1 0 0 0 0,0 0 0 0 0,-1 0 0 0 0,1 0 1 0 0,0 0-1 0 0,0-1 0 0 0,1 3 0 0 0,19 16 645 0 0,-11-13-572 0 0,1 0-1 0 0,0-1 0 0 0,1-1 0 0 0,-1 1 1 0 0,1-2-1 0 0,0 0 0 0 0,18 2 0 0 0,-3 1 48 0 0,17 4-686 0 0,0-2 0 0 0,1-3 0 0 0,0-1 0 0 0,47-2 0 0 0,-50-6-5838 0 0,-39 4 2091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7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5 228 0 0,'-2'-1'616'0'0,"0"0"0"0"0,0 0 0 0 0,0 1-1 0 0,0-1 1 0 0,0 1 0 0 0,-1 0 0 0 0,1-1 0 0 0,0 1 0 0 0,0 0 0 0 0,0 0-1 0 0,0 0 1 0 0,0 1 0 0 0,-1-1 0 0 0,1 0 0 0 0,-3 2 0 0 0,2-1-116 0 0,0 1 0 0 0,0-1 1 0 0,0 1-1 0 0,0 0 1 0 0,1 0-1 0 0,-1 0 1 0 0,0 0-1 0 0,1 0 0 0 0,-3 4 1 0 0,-4 6 333 0 0,0 0 1 0 0,1 1-1 0 0,-11 24 0 0 0,6-12 406 0 0,-5 13-529 0 0,2 1-1 0 0,1 0 1 0 0,2 1 0 0 0,2 1-1 0 0,1 0 1 0 0,-6 62 0 0 0,15-91-977 0 0,0 1 1 0 0,1 0 0 0 0,0-1-1 0 0,3 18 1 0 0,-3-26-171 0 0,1 0 0 0 0,0 0 1 0 0,0-1-1 0 0,1 1 0 0 0,-1 0 1 0 0,1 0-1 0 0,3 6 0 0 0,-4-9-102 0 0,1 1 0 0 0,-1-1 0 0 0,0 0 0 0 0,0 1 0 0 0,0-1-1 0 0,1 0 1 0 0,-1 0 0 0 0,1 0 0 0 0,-1 0 0 0 0,1 0 0 0 0,-1 0 0 0 0,1 0 0 0 0,0-1-1 0 0,-1 1 1 0 0,1-1 0 0 0,0 1 0 0 0,-1-1 0 0 0,3 1 0 0 0,15-1-4859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7 1628,'0'0'11721,"1"-1"-11561,-1 1 0,1-1 0,-1 1 0,1-1 0,-1 1 0,1 0 0,-1-1 0,1 1 0,-1 0 0,1-1 0,0 1 0,-1 0 0,1 0 0,0-1 0,-1 1 0,1 0 0,0 0 0,-1 0 0,1 0 0,0 0 0,-1 0 0,1 0 0,0 0 1,-1 0-1,1 0 0,1 1 0,172 84 5835,-172-84-5923,1 0-1,-1 0 0,1 1 0,-1-1 0,0 1 0,0 0 0,0-1 0,0 1 0,0 0 0,0 0 0,0 0 0,-1 1 0,1-1 0,-1 0 0,1 1 0,-1-1 0,0 1 0,0-1 0,0 1 0,0 0 0,0 5 0,-1-5 151,0 1 0,-1 0 1,1 0-1,-1 0 0,0 0 1,0-1-1,-1 1 1,1 0-1,-1-1 0,1 1 1,-1-1-1,0 0 0,-4 6 1,-8 6 662,1 0 0,-2-1 1,0-1-1,-25 18 0,29-23-885,-59 49 0,66-53 0,-1 1 0,1 0 0,0 0 0,0 0 0,0 0 0,1 1 0,0 0 0,0 0 0,0-1 0,1 1 0,-2 8 0,3-11 0,1-1 0,0 0 0,0 0 0,0 0 0,0 1 0,1-1 0,-1 0 0,0 0 0,1 0 0,-1 0 0,1 0 0,0 0 0,0 0 0,0 0 0,0 0 0,0 0 0,0 0 0,1 0 0,-1-1 0,1 1 0,-1 0 0,1-1 0,-1 1 0,1-1 0,0 0 0,0 0 0,0 0 0,-1 1 0,1-2 0,0 1 0,4 1 0,6 3 0,0-1 0,0 0 0,26 3 0,-25-5 0,76 12 0,0-5 0,1-3 0,150-11 0,-229 3 16,-7 1-25,-1 0 0,1 1 0,0-1 0,0 1 0,0 0 0,0 0 0,0 0 0,0 1 0,0-1 0,4 2 0,-10-1-160,-1-1-1,0 1 1,0 0-1,0-1 0,0 1 1,1 0-1,-1 1 0,0-1 1,-3 2-1,-8 4-498,-65 22-4671,2 0-6839,40-13 4980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05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2324 0 0,'21'-1'8121'0'0,"67"-4"1831"0"0,-56 0-8429 0 0,-1-1 0 0 0,37-12 0 0 0,-34 8-2175 0 0,42-15-521 0 0,-53 12-3412 0 0,-4-4-4091 0 0,-8 6 3120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8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32 32 0 0,'0'0'2362'0'0,"-12"-6"3948"0"0,0-2 7088 0 0,12-2-7769 0 0,-1 9-5436 0 0,0 0 1 0 0,0 0 0 0 0,0 1-1 0 0,0-1 1 0 0,0 1 0 0 0,-1-1 0 0 0,1 1-1 0 0,0-1 1 0 0,0 1 0 0 0,0-1-1 0 0,0 1 1 0 0,0 0 0 0 0,-1 0-1 0 0,1 0 1 0 0,0-1 0 0 0,0 1 0 0 0,0 0-1 0 0,-1 1 1 0 0,1-1 0 0 0,0 0-1 0 0,0 0 1 0 0,0 0 0 0 0,-1 1 0 0 0,1-1-1 0 0,-1 1 1 0 0,-11 3-194 0 0,1 1 0 0 0,0 0 0 0 0,0 1 0 0 0,1 0 0 0 0,-16 11 0 0 0,9-5 0 0 0,1-2 0 0 0,-143 93 0 0 0,135-85 0 0 0,1 1 0 0 0,1 1 0 0 0,1 2 0 0 0,-23 27 0 0 0,44-47 0 0 0,-1-1 0 0 0,0 1 0 0 0,1 0 0 0 0,0 0 0 0 0,-1 0 0 0 0,1 0 0 0 0,0 0 0 0 0,0 1 0 0 0,0-1 0 0 0,1 0 0 0 0,-1 0 0 0 0,0 1 0 0 0,1-1 0 0 0,-1 0 0 0 0,1 1 0 0 0,0-1 0 0 0,0 0 0 0 0,0 1 0 0 0,0 2 0 0 0,1-4 0 0 0,0 1 0 0 0,-1 0 0 0 0,1 0 0 0 0,0-1 0 0 0,0 1 0 0 0,0 0 0 0 0,1-1 0 0 0,-1 1 0 0 0,0-1 0 0 0,0 0 0 0 0,1 1 0 0 0,-1-1 0 0 0,1 0 0 0 0,-1 0 0 0 0,1 0 0 0 0,0 0 0 0 0,-1 0 0 0 0,4 1 0 0 0,3 1 0 0 0,0 0 0 0 0,0-1 0 0 0,0 0 0 0 0,1-1 0 0 0,-1 1 0 0 0,0-2 0 0 0,1 1 0 0 0,-1-1 0 0 0,14-2 0 0 0,19-5 0 0 0,0-2 0 0 0,-1-1 0 0 0,-1-3 0 0 0,0-1 0 0 0,55-28 0 0 0,-87 39 0 0 0,-3 1 0 0 0,0 1 0 0 0,1-1 0 0 0,-1 0 0 0 0,0-1 0 0 0,0 1 0 0 0,-1-1 0 0 0,1 0 0 0 0,0 1 0 0 0,-1-2 0 0 0,0 1 0 0 0,0 0 0 0 0,0-1 0 0 0,0 1 0 0 0,0-1 0 0 0,-1 0 0 0 0,1 0 0 0 0,-1 0 0 0 0,0 0 0 0 0,2-8 0 0 0,-5-4 0 0 0,0 12 0 0 0,-1 0 0 0 0,0 1 0 0 0,0-1 0 0 0,0 0 0 0 0,0 1 0 0 0,-1 0 0 0 0,1-1 0 0 0,-1 1 0 0 0,0 0 0 0 0,0 0 0 0 0,0 1 0 0 0,-1-1 0 0 0,1 1 0 0 0,0-1 0 0 0,-6-2 0 0 0,-2 1 0 0 0,1-1 0 0 0,-1 2 0 0 0,0-1 0 0 0,0 1 0 0 0,0 1 0 0 0,0 0 0 0 0,-12 0 0 0 0,8 1-316 0 0,12 1-1439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8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2112 0 0,'3'12'30503'0'0,"-26"21"-30316"0"0,14-23-196 0 0,1 1 1 0 0,0 0-1 0 0,-10 19 0 0 0,2 1-246 0 0,15-29-1231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9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 1152 0 0,'7'-1'26777'0'0,"-12"2"-25977"0"0,-6 2-375 0 0,3-1-97 0 0,1 0 1 0 0,-1 1-1 0 0,1-1 1 0 0,0 1-1 0 0,0 1 1 0 0,1-1-1 0 0,-1 1 1 0 0,1 0-1 0 0,-1 1 1 0 0,-7 6-1 0 0,7-2-328 0 0,2 0 0 0 0,4-9 0 0 0,1 1 0 0 0,-1 0 0 0 0,1-1 0 0 0,0 1 0 0 0,-1 0 0 0 0,1-1 0 0 0,0 1 0 0 0,0 0 0 0 0,0-1 0 0 0,-1 1 0 0 0,1 0 0 0 0,0-1 0 0 0,0 1 0 0 0,0 0 0 0 0,0 0 0 0 0,0-1 0 0 0,0 1 0 0 0,0 0 0 0 0,1-1 0 0 0,-1 1 0 0 0,0 0 0 0 0,0 0 0 0 0,0-1 0 0 0,1 1 0 0 0,-1-1 0 0 0,0 1 0 0 0,1 0 0 0 0,-1-1 0 0 0,1 2 0 0 0,22 14 0 0 0,26 0 0 0 0,-47-15 0 0 0,52 12 0 0 0,-29-8 0 0 0,-1 0 0 0 0,0 2 0 0 0,-1 1 0 0 0,0 1 0 0 0,27 14 0 0 0,-46-20 0 0 0,-3-3 0 0 0,0 1 0 0 0,-1-1 0 0 0,1 0 0 0 0,0 1 0 0 0,0-1 0 0 0,-1 0 0 0 0,1 1 0 0 0,-1-1 0 0 0,1 1 0 0 0,0-1 0 0 0,-1 1 0 0 0,1 0 0 0 0,-1-1 0 0 0,1 1 0 0 0,-1-1 0 0 0,0 1 0 0 0,1 0 0 0 0,-1-1 0 0 0,0 1 0 0 0,1 0 0 0 0,-1-1 0 0 0,0 1 0 0 0,1 1 0 0 0,1 6 0 0 0,-1-7 0 0 0,-1 1 0 0 0,1-1 0 0 0,-1 1 0 0 0,1 0 0 0 0,-1 0 0 0 0,0-1 0 0 0,0 1 0 0 0,0 0 0 0 0,0-1 0 0 0,0 1 0 0 0,0 0 0 0 0,0 0 0 0 0,-1-1 0 0 0,1 1 0 0 0,0 0 0 0 0,-1-1 0 0 0,0 1 0 0 0,1 0 0 0 0,-1-1 0 0 0,0 1 0 0 0,0-1 0 0 0,0 1 0 0 0,0-1 0 0 0,0 0 0 0 0,0 1 0 0 0,0-1 0 0 0,0 0 0 0 0,-1 0 0 0 0,1 0 0 0 0,0 0 0 0 0,-2 1 0 0 0,-3 1 0 0 0,1 0 0 0 0,-1 0 0 0 0,1-1 0 0 0,-1 0 0 0 0,-11 3 0 0 0,13-4 0 0 0,-37 7-3207 0 0,34-8 1718 0 0,0-1 1 0 0,0 1-1 0 0,0-1 1 0 0,0 0-1 0 0,0-1 0 0 0,0 0 1 0 0,1 0-1 0 0,-1 0 0 0 0,1-1 1 0 0,-11-6-1 0 0,-8-5-5923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1 101 716 0 0,'75'1'7764'0'0,"60"-2"-2"0"0,52-17-2802 0 0,-4-17-4399 0 0,-149 27-1316 0 0,35-7-2734 0 0,-22 1-4404 0 0,-15 4 2479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0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1680 0 0,'4'-9'7241'0'0,"0"-2"8128"0"0,-8-3-9326 0 0,-6-8-3609 0 0,5 10-2434 0 0,-4 33 0 0 0,0 17 0 0 0,-30 158 0 0 0,10-38 0 0 0,28-108 0 0 0,1-50 0 0 0,0 0 0 0 0,0 0 0 0 0,0 0 0 0 0,0 0 0 0 0,0 0 0 0 0,1 0 0 0 0,-1 0 0 0 0,0-1 0 0 0,0 1 0 0 0,0 0 0 0 0,0 0 0 0 0,0 0 0 0 0,0 0 0 0 0,1 0 0 0 0,-1 0 0 0 0,0 0 0 0 0,0 0 0 0 0,0 0 0 0 0,0 0 0 0 0,0 0 0 0 0,1 0 0 0 0,-1 0 0 0 0,0 0 0 0 0,0 0 0 0 0,0 0 0 0 0,0 0 0 0 0,0 0 0 0 0,1 0 0 0 0,-1 0 0 0 0,0 1 0 0 0,0-1 0 0 0,0 0 0 0 0,0 0 0 0 0,0 0 0 0 0,0 0 0 0 0,0 0 0 0 0,1 0 0 0 0,-1 0 0 0 0,0 0 0 0 0,0 0 0 0 0,0 1 0 0 0,0-1 0 0 0,0 0 0 0 0,0 0 0 0 0,0 0 0 0 0,0 0 0 0 0,0 0 0 0 0,0 0 0 0 0,0 1 0 0 0,0-1 0 0 0,0 0 0 0 0,0 0 0 0 0,0 0 0 0 0,0 0 0 0 0,0 0 0 0 0,0 0 0 0 0,0 1 0 0 0,0-1 0 0 0,0 0 0 0 0,0 0 0 0 0,0 0 0 0 0,0 0 0 0 0,0 0 0 0 0,0 1 0 0 0,0-1 0 0 0,0 0 0 0 0,0 0 0 0 0,7-6 0 0 0,1 0 0 0 0,-1 0 0 0 0,0-1 0 0 0,-1 0 0 0 0,1-1 0 0 0,-1 1 0 0 0,-1-1 0 0 0,0 0 0 0 0,0-1 0 0 0,0 1 0 0 0,-1-1 0 0 0,0 0 0 0 0,-1 0 0 0 0,4-19 0 0 0,-6 28 0 0 0,-1 0 0 0 0,0-1 0 0 0,0 1 0 0 0,0 0 0 0 0,0-1 0 0 0,0 1 0 0 0,0 0 0 0 0,0 0 0 0 0,0-1 0 0 0,0 1 0 0 0,0 0 0 0 0,0-1 0 0 0,0 1 0 0 0,0 0 0 0 0,0-1 0 0 0,0 1 0 0 0,0 0 0 0 0,0-1 0 0 0,0 1 0 0 0,0 0 0 0 0,0-1 0 0 0,0 1 0 0 0,-1 0 0 0 0,1 0 0 0 0,0-1 0 0 0,0 1 0 0 0,0 0 0 0 0,-1 0 0 0 0,1-1 0 0 0,0 1 0 0 0,0 0 0 0 0,-1 0 0 0 0,1-1 0 0 0,0 1 0 0 0,-2 0-335 0 0,1-1 1 0 0,-1 1-1 0 0,1 0 1 0 0,-1 0-1 0 0,1 0 1 0 0,-1 0-1 0 0,1 0 0 0 0,-1 0 1 0 0,1 1-1 0 0,-1-1 1 0 0,1 0-1 0 0,-1 1 1 0 0,1-1-1 0 0,-1 1 0 0 0,1 0 1 0 0,0-1-1 0 0,-1 1 1 0 0,1 0-1 0 0,0 0 1 0 0,-2 1-1 0 0,-26 25-11095 0 0,18-15 3384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2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2036 0 0,'5'23'19721'0'0,"-10"9"-13236"0"0,3-16-6087 0 0,-1 0 0 0 0,0 0 1 0 0,-1 0-1 0 0,0-1 0 0 0,-1 1 0 0 0,-1-1 1 0 0,-9 16-1 0 0,5-8 271 0 0,-15 46 1 0 0,23-66-670 0 0,-1-1 0 0 0,-4 28 0 0 0,20-35-2046 0 0,-11 4 1501 0 0,0-1-1 0 0,0 1 1 0 0,-1-1-1 0 0,1 0 1 0 0,0 1-1 0 0,0-1 0 0 0,-1 0 1 0 0,0 0-1 0 0,1 0 1 0 0,1-4-1 0 0,4-8-8807 0 0,-2 3 711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2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0 168 0 0,'-7'17'8071'0'0,"-26"18"343"0"0,21-24-5805 0 0,0 1 0 0 0,1 1 0 0 0,-14 20-1 0 0,21-26-1832 0 0,-7 15 2601 0 0,11-21-3374 0 0,0-1 1 0 0,0 1-1 0 0,0-1 1 0 0,0 1-1 0 0,0-1 1 0 0,0 1-1 0 0,0-1 1 0 0,0 1-1 0 0,0-1 1 0 0,0 1-1 0 0,0-1 0 0 0,0 1 1 0 0,1-1-1 0 0,-1 1 1 0 0,0-1-1 0 0,0 0 1 0 0,1 1-1 0 0,-1-1 1 0 0,0 1-1 0 0,1-1 1 0 0,-1 0-1 0 0,0 1 1 0 0,1-1-1 0 0,-1 0 1 0 0,1 1-1 0 0,-1-1 0 0 0,1 0 1 0 0,-1 0-1 0 0,0 1 1 0 0,1-1-1 0 0,-1 0 1 0 0,1 0-1 0 0,-1 0 1 0 0,1 0-1 0 0,-1 0 1 0 0,1 0-1 0 0,-1 0 1 0 0,1 0-1 0 0,0 0 1 0 0,2 1-1051 0 0,15-27-2235 0 0,-9 15 1138 0 0,5-21-10149 0 0,-4 11 5200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3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24 268 0 0,'0'0'12105'0'0,"6"-16"-2917"0"0,0 9 1989 0 0,-5 41-11144 0 0,3-26-31 0 0,10 7-8 0 0,-1-2 6 0 0,-7-9 0 0 0,0 1 0 0 0,0 1 0 0 0,-1-1 0 0 0,0 1 0 0 0,0 0 0 0 0,0 0 0 0 0,6 11 0 0 0,-5-6 0 0 0,-5 1 0 0 0,0 3 0 0 0,-5-2 0 0 0,-7 5 0 0 0,5-7 0 0 0,0-3-162 0 0,5-7-728 0 0,-3-4-5766 0 0,-9-7 3871 0 0,0-6-8051 0 0,6 5 4402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3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0 159 476 0 0,'4'0'2509'0'0,"62"-7"6435"0"0,40-20-2971 0 0,-28 6-3376 0 0,186-41 3431 0 0,-194 39-6292 0 0,-48 14-2281 0 0,-1-1-3385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6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265 165 544 0 0,'0'-1'13695'0'0,"-13"-13"4746"0"0,-10 20-18354 0 0,14-5-87 0 0,1 0 0 0 0,-1 1 0 0 0,1 0 0 0 0,0 0 0 0 0,0 1 0 0 0,0 1 0 0 0,0-1 0 0 0,1 1 0 0 0,-1 0 0 0 0,1 1 0 0 0,0 0 0 0 0,0 0 0 0 0,0 0 0 0 0,1 1 0 0 0,0 0 0 0 0,0 0 0 0 0,-8 12 0 0 0,0-1 0 0 0,2-2 0 0 0,0 1 0 0 0,1 0 0 0 0,1 1 0 0 0,-14 30 0 0 0,24-45 0 0 0,-1-1 0 0 0,0 0 0 0 0,1 1 0 0 0,-1-1 0 0 0,1 1 0 0 0,0-1 0 0 0,-1 1 0 0 0,1-1 0 0 0,0 1 0 0 0,0-1 0 0 0,0 1 0 0 0,0-1 0 0 0,0 1 0 0 0,0 0 0 0 0,1-1 0 0 0,-1 1 0 0 0,0-1 0 0 0,1 0 0 0 0,-1 1 0 0 0,1-1 0 0 0,-1 1 0 0 0,1-1 0 0 0,0 0 0 0 0,0 1 0 0 0,0-1 0 0 0,0 0 0 0 0,-1 0 0 0 0,2 1 0 0 0,-1-1 0 0 0,2 2 0 0 0,-1-2 0 0 0,0 0 0 0 0,1 0 0 0 0,-1 0 0 0 0,0 0 0 0 0,1 0 0 0 0,-1 0 0 0 0,1 0 0 0 0,-1-1 0 0 0,1 1 0 0 0,-1-1 0 0 0,1 0 0 0 0,0 0 0 0 0,-1 0 0 0 0,1 0 0 0 0,-1 0 0 0 0,1-1 0 0 0,2 0 0 0 0,17-5 0 0 0,-1-2 0 0 0,-1 0 0 0 0,0-2 0 0 0,0 0 0 0 0,-1-1 0 0 0,0-1 0 0 0,25-20 0 0 0,-20 12 0 0 0,-1 0 0 0 0,-1-2 0 0 0,-1 0 0 0 0,35-48 0 0 0,-54 67 0 0 0,1-1 0 0 0,-1 1 0 0 0,0 0 0 0 0,0-1 0 0 0,0 1 0 0 0,0-1 0 0 0,-1 0 0 0 0,0 1 0 0 0,1-1 0 0 0,-1 0 0 0 0,-1 0 0 0 0,1 0 0 0 0,0 0 0 0 0,-1 0 0 0 0,0 0 0 0 0,0 0 0 0 0,0 0 0 0 0,-1 0 0 0 0,1 0 0 0 0,-1 0 0 0 0,0 1 0 0 0,0-1 0 0 0,0 0 0 0 0,0 0 0 0 0,-1 1 0 0 0,0-1 0 0 0,0 0 0 0 0,0 1 0 0 0,0 0 0 0 0,0-1 0 0 0,-1 1 0 0 0,1 0 0 0 0,-1 0 0 0 0,0 0 0 0 0,0 1 0 0 0,0-1 0 0 0,0 1 0 0 0,0 0 0 0 0,-1-1 0 0 0,1 1 0 0 0,-8-2 0 0 0,4 0 0 0 0,-1 0 0 0 0,1 1 0 0 0,-1 1 0 0 0,0-1 0 0 0,0 1 0 0 0,0 0 0 0 0,0 1 0 0 0,0 0 0 0 0,-1 1 0 0 0,1-1 0 0 0,0 1 0 0 0,0 1 0 0 0,-1 0 0 0 0,1 0 0 0 0,0 0 0 0 0,0 1 0 0 0,0 0 0 0 0,0 1 0 0 0,-14 6 0 0 0,21-8-1256 0 0,-11 5-13894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6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2612 0 0,'-1'-4'2617'0'0,"-3"-27"12221"0"0,4 29-12012 0 0,-3-3-3154 0 0,-3 4 10506 0 0,-28 108-10154 0 0,34-103-2272 0 0,-1 3-5811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9 212 0 0,'-24'-7'17313'0'0,"14"5"-15810"0"0,8 3-289 0 0,-38 19 3748 0 0,37-18-4618 0 0,1-1-124 0 0,0 0-1 0 0,-1 0 0 0 0,1 0 1 0 0,0 0-1 0 0,0 1 0 0 0,1-1 1 0 0,-1 1-1 0 0,0 0 0 0 0,0-1 1 0 0,1 1-1 0 0,-1 0 0 0 0,1 0 0 0 0,-1 0 1 0 0,1 0-1 0 0,0 0 0 0 0,0 0 1 0 0,0 1-1 0 0,0-1 0 0 0,0 0 1 0 0,0 4-1 0 0,1-4 44 0 0,22 18 173 0 0,-1-19-382 0 0,33 5 14 0 0,-51-5-11 0 0,0-1 1 0 0,0 1 0 0 0,0 0-1 0 0,0 0 1 0 0,0 0 0 0 0,-1 1-1 0 0,1-1 1 0 0,0 1 0 0 0,-1 0-1 0 0,1-1 1 0 0,-1 1 0 0 0,1 0-1 0 0,-1 1 1 0 0,4 3 0 0 0,-5-4-23 0 0,-1 0 1 0 0,1 1 0 0 0,-1-1 0 0 0,1 1 0 0 0,-1-1 0 0 0,0 0 0 0 0,0 1 0 0 0,0-1 0 0 0,0 1 0 0 0,0-1 0 0 0,-1 0 0 0 0,1 1-1 0 0,-1-1 1 0 0,1 0 0 0 0,-3 5 0 0 0,1 4-360 0 0,1-9 109 0 0,1 0 0 0 0,-1 0 0 0 0,0-1 0 0 0,1 1 0 0 0,-1 0-1 0 0,0-1 1 0 0,0 1 0 0 0,0-1 0 0 0,0 1 0 0 0,-1-1 0 0 0,1 1 0 0 0,0-1 0 0 0,-1 0-1 0 0,1 0 1 0 0,0 1 0 0 0,-1-1 0 0 0,0 0 0 0 0,1 0 0 0 0,-3 0 0 0 0,-24 13-8802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7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1088 0 0,'0'0'11410'0'0,"8"-16"-897"0"0,0 3-8770 0 0,63-56-2835 0 0,-28 20-5076 0 0,-19 21-1047 0 0,-4 7 1436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0 836 0 0,'0'0'23930'0'0,"2"6"-22946"0"0,5 26 771 0 0,-1 0-1 0 0,-1 0 0 0 0,0 42 0 0 0,10 64-1754 0 0,-2-96 0 0 0,-7-36 0 0 0,10-8 0 0 0,-8-3-1892 0 0,1-5-5574 0 0,2-3-1952 0 0,-1 4 1552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1364 0 0,'18'-12'8879'0'0,"2"6"12940"0"0,-15 24-21221 0 0,-3 2-493 0 0,-4-16-76 0 0,0 1-42 0 0,6 20-1 0 0,-1-15-157 0 0,-2-8-864 0 0,2-8-973 0 0,10-28-1943 0 0,-8 20-411 0 0,0-1-3364 0 0,0-2 129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77 616 0 0,'0'0'19866'0'0,"-2"5"-17963"0"0,-2 3-1634 0 0,-53 150 9844 0 0,57-148-10113 0 0,6 0 0 0 0,3-4 0 0 0,10-9 0 0 0,-7-1 0 0 0,0-1 0 0 0,0 0 0 0 0,-1-1 0 0 0,0 0 0 0 0,0-1 0 0 0,0-1 0 0 0,15-13 0 0 0,-9 6 0 0 0,-1-1 0 0 0,-1 0 0 0 0,25-33 0 0 0,-36 43 0 0 0,-2 3 0 0 0,0 1 0 0 0,-1 0 0 0 0,1-1 0 0 0,0 0 0 0 0,-1 1 0 0 0,0-1 0 0 0,0 0 0 0 0,0 0 0 0 0,0 0 0 0 0,0 0 0 0 0,0 0 0 0 0,-1 0 0 0 0,1 0 0 0 0,-1 0 0 0 0,0 0 0 0 0,0 0 0 0 0,0 0 0 0 0,0 0 0 0 0,-2-5 0 0 0,2 7 0 0 0,1 0 0 0 0,-1 0 0 0 0,0 0 0 0 0,0 0 0 0 0,0 0 0 0 0,0 0 0 0 0,-1 0 0 0 0,1 0 0 0 0,0 0 0 0 0,0 0 0 0 0,-1 0 0 0 0,1 0 0 0 0,0 0 0 0 0,-1 0 0 0 0,1 0 0 0 0,-1 0 0 0 0,1 0 0 0 0,-1 0 0 0 0,0 0 0 0 0,1 0 0 0 0,-1 1 0 0 0,0-1 0 0 0,0 0 0 0 0,1 0 0 0 0,-1 1 0 0 0,0-1 0 0 0,0 1 0 0 0,0-1 0 0 0,-1 0 0 0 0,-1 0 0 0 0,1-1 0 0 0,0 0 0 0 0,-1 0 0 0 0,1 1 0 0 0,-1-1 0 0 0,0 1 0 0 0,1 0 0 0 0,-1 0 0 0 0,0 0 0 0 0,0 0 0 0 0,0 0 0 0 0,1 0 0 0 0,-1 1 0 0 0,0 0 0 0 0,0-1 0 0 0,0 1 0 0 0,0 0 0 0 0,-4 1 0 0 0,-35 7 0 0 0,13 3-3936 0 0,-14 10-8734 0 0,35-16 3586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1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 1680 0 0,'0'-2'14513'0'0,"0"-10"1584"0"0,-5 20-15685 0 0,-11 19-398 0 0,1 0-1 0 0,1 1 1 0 0,2 1-1 0 0,0 1 1 0 0,-12 55-1 0 0,13-38-17 0 0,3 0 0 0 0,2 0 0 0 0,0 66 0 0 0,5-102 4 0 0,1-7 0 0 0,0 0 0 0 0,0 0 0 0 0,0 0 0 0 0,1 1 0 0 0,-1-1 0 0 0,1 0 0 0 0,0 0 0 0 0,3 7 0 0 0,2-1 0 0 0,0-5-88 0 0,-4-6-178 0 0,-1 0 0 0 0,1 0 0 0 0,-1 1-1 0 0,1-1 1 0 0,-1 0 0 0 0,1-1 0 0 0,-1 1 0 0 0,0 0 0 0 0,1 0 0 0 0,-1-1-1 0 0,0 1 1 0 0,0-1 0 0 0,1-1 0 0 0,8-11-7028 0 0,-8 5-900 0 0,4-3 626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1316 0 0,'2'0'5746'0'0,"11"6"6134"0"0,-14-3-11119 0 0,1 1 0 0 0,-1 0 0 0 0,0 0 0 0 0,0 0 0 0 0,0-1-1 0 0,0 1 1 0 0,-1 0 0 0 0,-2 3 0 0 0,-37 57 4129 0 0,18-30-2880 0 0,-1 13-4153 0 0,24-46 517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1 820 0 0,'2'0'12507'0'0,"9"0"820"0"0,-12 8-12968 0 0,1-1 0 0 0,1 0 0 0 0,-1 1 0 0 0,1-1 0 0 0,1 0 0 0 0,-1 0 0 0 0,1 0 0 0 0,5 11 0 0 0,-5-15-199 0 0,0 1 0 0 0,0-1 0 0 0,1 0 0 0 0,-1 0 0 0 0,1 0 0 0 0,0 0 1 0 0,0 0-1 0 0,0 0 0 0 0,0-1 0 0 0,0 0 0 0 0,1 1 0 0 0,-1-1 0 0 0,1 0 1 0 0,-1-1-1 0 0,1 1 0 0 0,0-1 0 0 0,7 2 0 0 0,12 1-160 0 0,-12-3 0 0 0,0 1 0 0 0,0 0 0 0 0,0 1 0 0 0,15 6 0 0 0,-26-9 0 0 0,1 0 0 0 0,-1 0 0 0 0,0 0 0 0 0,1 0 0 0 0,-1 0 0 0 0,0 0 0 0 0,1 0 0 0 0,-1 1 0 0 0,0-1 0 0 0,1 0 0 0 0,-1 0 0 0 0,0 0 0 0 0,1 1 0 0 0,-1-1 0 0 0,0 0 0 0 0,0 0 0 0 0,0 0 0 0 0,1 1 0 0 0,-1-1 0 0 0,0 0 0 0 0,0 1 0 0 0,0-1 0 0 0,1 0 0 0 0,-1 1 0 0 0,0-1 0 0 0,0 0 0 0 0,0 0 0 0 0,0 1 0 0 0,0-1 0 0 0,0 0 0 0 0,0 1 0 0 0,0-1 0 0 0,0 1 0 0 0,-1 2-127 0 0,-1 0 0 0 0,1 0 1 0 0,-1 0-1 0 0,0 0 0 0 0,0 0 0 0 0,0 0 0 0 0,-1 0 1 0 0,1-1-1 0 0,-1 1 0 0 0,1-1 0 0 0,-1 0 0 0 0,0 0 1 0 0,0 0-1 0 0,-5 3 0 0 0,-54 26-2648 0 0,16-19-1708 0 0,29-11 399 0 0,-1-2-3478 0 0,-5-3 837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1452 0 0,'45'-24'16763'0'0,"-17"7"-9280"0"0,5 4-5498 0 0,48-8-4079 0 0,-54 13-1348 0 0,1 1-3395 0 0,-16 4 2574 0 0,8-2-1948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3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1 492 0 0,'0'0'28832'0'0,"-3"4"-28034"0"0,-42 58 247 0 0,28-40-645 0 0,0 1 0 0 0,2 1 0 0 0,-13 25 0 0 0,-3 15-400 0 0,7-15 0 0 0,-20 59 0 0 0,38-91 0 0 0,1 0 0 0 0,1 0 0 0 0,1 0 0 0 0,1 0 0 0 0,0 1 0 0 0,1-1 0 0 0,2 32 0 0 0,0-41 0 0 0,0 1 0 0 0,1-1 0 0 0,0 0 0 0 0,0 0 0 0 0,1 0 0 0 0,0 0 0 0 0,0 0 0 0 0,1 0 0 0 0,0-1 0 0 0,6 9 0 0 0,-3-7 0 0 0,1-1 0 0 0,-1 0 0 0 0,1 0 0 0 0,1 0 0 0 0,0-1 0 0 0,0-1 0 0 0,0 1 0 0 0,1-2 0 0 0,15 8 0 0 0,-14-8 0 0 0,-4-1 0 0 0,2 1-287 0 0,-7-3-1251 0 0,4-25-16457 0 0,-4 18 10717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1 520 0 0,'0'0'24128'0'0,"1"4"-23869"0"0,0 4 184 0 0,-1-1-1 0 0,0 1 1 0 0,0-1-1 0 0,0 1 1 0 0,-1-1-1 0 0,0 1 1 0 0,-1-1-1 0 0,-2 8 1 0 0,-13 54 1230 0 0,8-42-1185 0 0,8-25-475 0 0,1 1-1 0 0,-1-1 0 0 0,1 1 1 0 0,-1-1-1 0 0,0 0 0 0 0,0 1 1 0 0,0-1-1 0 0,0 0 0 0 0,0 0 1 0 0,0 1-1 0 0,-1-1 1 0 0,1 0-1 0 0,-1 0 0 0 0,1-1 1 0 0,-1 1-1 0 0,0 0 0 0 0,0 0 1 0 0,0-1-1 0 0,0 1 0 0 0,0-1 1 0 0,0 0-1 0 0,-3 2 1 0 0,4-2-249 0 0,0-1 0 0 0,0 1 0 0 0,0 0 0 0 0,0-1 1 0 0,0 1-1 0 0,0-1 0 0 0,0 1 0 0 0,0-1 1 0 0,0 0-1 0 0,0 1 0 0 0,0-1 0 0 0,0 0 1 0 0,0 0-1 0 0,0 0 0 0 0,-1 0 0 0 0,1 0 1 0 0,0 0-1 0 0,0 0 0 0 0,0 0 0 0 0,0 0 0 0 0,0 0 1 0 0,0-1-1 0 0,0 1 0 0 0,-1 0 0 0 0,1-1 1 0 0,0 1-1 0 0,0-1 0 0 0,0 1 0 0 0,0-1 1 0 0,-1-1-1 0 0,0 1 141 0 0,-1-1-1275 0 0,6-6-3225 0 0,-1 4 2251 0 0,-2 0-3625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6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0 544 0 0,'0'0'28078'0'0,"1"5"-26785"0"0,-1 12-843 0 0,-1 1 0 0 0,-1-1 1 0 0,0-1-1 0 0,-1 1 0 0 0,-8 27 1 0 0,4-20-301 0 0,-10 34-150 0 0,11-42 0 0 0,1 0 0 0 0,1 0 0 0 0,0 0 0 0 0,1 1 0 0 0,-1 19 0 0 0,-2-14 0 0 0,5-9 0 0 0,1-3-182 0 0,0-8-956 0 0,0-11-6846 0 0,0-28-893 0 0,0 16 676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0 796 0 0,'0'0'2291'0'0,"1"3"-1041"0"0,8 21 18676 0 0,-8-17-15759 0 0,-18 51 170 0 0,11-48-4337 0 0,2-1 0 0 0,3 0-119 0 0,1-7-483 0 0,0-8-9095 0 0,5-47 3472 0 0,-5 50 5560 0 0,1 0-1 0 0,0 0 1 0 0,1 1-1 0 0,-1-1 1 0 0,0 0 0 0 0,1 1-1 0 0,0-1 1 0 0,-1 1 0 0 0,1-1-1 0 0,0 1 1 0 0,0 0-1 0 0,0 0 1 0 0,1 0 0 0 0,-1 0-1 0 0,0 0 1 0 0,6-2-1 0 0,2-2-2042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0 368 0 0,'-1'10'10511'0'0,"0"-2"-5278"0"0,3 10-1647 0 0,4-8 1472 0 0,-5-9-4158 0 0,-1-1-859 0 0,0 0-1 0 0,0 1 0 0 0,0-1 0 0 0,0 0 1 0 0,0 0-1 0 0,0 0 0 0 0,0 1 0 0 0,0-1 1 0 0,0 0-1 0 0,0 0 0 0 0,0 0 1 0 0,-1 1-1 0 0,2-1 0 0 0,-1 0 0 0 0,0 0 1 0 0,0 0-1 0 0,0 1 0 0 0,0-1 0 0 0,0 0 1 0 0,0 0-1 0 0,0 0 0 0 0,0 1 0 0 0,0-1 1 0 0,0 0-1 0 0,0 0 0 0 0,0 0 1 0 0,0 1-1 0 0,1-1 0 0 0,-1 0 0 0 0,0 0 1 0 0,0 0-1 0 0,0 0 0 0 0,0 0 0 0 0,1 1 1 0 0,-1-1-1 0 0,0 0 0 0 0,0 0 0 0 0,0 0 1 0 0,0 0-1 0 0,1 0 0 0 0,-1 0 1 0 0,0 0-1 0 0,0 0 0 0 0,0 0 0 0 0,1 0 1 0 0,-1 0-1 0 0,0 0 0 0 0,0 0 0 0 0,0 0 1 0 0,1 0-1 0 0,-1 0 0 0 0,0 0 0 0 0,1 0 1 0 0,-1 0 49 0 0,0 0 1 0 0,1 0-1 0 0,-1 0 1 0 0,0 0-1 0 0,1 0 0 0 0,-1 0 1 0 0,0 0-1 0 0,0 0 1 0 0,1 0-1 0 0,-1 0 1 0 0,0 0-1 0 0,1 1 0 0 0,-1-1 1 0 0,0 0-1 0 0,1 0 1 0 0,-1 0-1 0 0,0 0 1 0 0,1 0-1 0 0,-1 1 1 0 0,0-1-1 0 0,0 0 0 0 0,1 0 1 0 0,-1 0-1 0 0,0 1 1 0 0,0-1-1 0 0,0 0 1 0 0,1 1-1 0 0,-1-1 0 0 0,0 0 1 0 0,0 0-1 0 0,0 1 1 0 0,0-1-1 0 0,1 0 1 0 0,-1 1-1 0 0,0-1 1 0 0,5 49 1589 0 0,-5-37-1680 0 0,0 1 0 0 0,1-3 0 0 0,5-4 0 0 0,10-2 0 0 0,-2-3 0 0 0,2 0 0 0 0,40 5 0 0 0,-44-2 0 0 0,-3 0 0 0 0,-9-4 0 0 0,1 0 0 0 0,-1 0 0 0 0,1 0 0 0 0,-1 0 0 0 0,0 0 0 0 0,1 0 0 0 0,-1 0 0 0 0,0 1 0 0 0,1-1 0 0 0,-1 0 0 0 0,0 0 0 0 0,1 0 0 0 0,-1 1 0 0 0,0-1 0 0 0,1 0 0 0 0,-1 0 0 0 0,0 1 0 0 0,0-1 0 0 0,1 0 0 0 0,-1 1 0 0 0,0-1 0 0 0,0 0 0 0 0,0 1 0 0 0,1-1 0 0 0,-1 0 0 0 0,0 1 0 0 0,0-1 0 0 0,0 1 0 0 0,0-1 0 0 0,0 0 0 0 0,0 1 0 0 0,0-1 0 0 0,0 1 0 0 0,0-1 0 0 0,0 0 0 0 0,0 1 0 0 0,0-1 0 0 0,0 1 0 0 0,0-1 0 0 0,0 0 0 0 0,0 1 0 0 0,0-1 0 0 0,-1 1 0 0 0,-20 18 0 0 0,15-15-57 0 0,0 0 1 0 0,0 0-1 0 0,-1-1 0 0 0,1 1 1 0 0,-1-2-1 0 0,0 1 1 0 0,0-1-1 0 0,0 0 0 0 0,0 0 1 0 0,0 0-1 0 0,0-1 0 0 0,0-1 1 0 0,-1 1-1 0 0,1-1 1 0 0,-12-1-1 0 0,-24-16-4585 0 0,28 8-317 0 0,1-2-4404 0 0,3 2 2111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0 249 316 0 0,'52'-14'11523'0'0,"-2"-4"-4514"0"0,9-6-2803 0 0,29-16-3062 0 0,60-24 950 0 0,-134 58-2002 0 0,-1 0-1 0 0,0 0 1 0 0,0-1 0 0 0,18-14 0 0 0,-25 17-1121 0 0,-1 0 1 0 0,0-1-1 0 0,0 1 0 0 0,-1-1 1 0 0,1 0-1 0 0,5-10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8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18 576 0 0,'-19'-18'28731'0'0,"43"51"-28128"0"0,-2 1-1 0 0,-1 1 0 0 0,-1 1 1 0 0,15 41-1 0 0,0-3-154 0 0,-29-63-448 0 0,29 59 0 0 0,-2 3 0 0 0,29 93 0 0 0,-58-148 1 0 0,0 0 0 0 0,-1 0 0 0 0,0 1 0 0 0,-2-1 0 0 0,0 1 0 0 0,-4 30 0 0 0,2-37-4 0 0,-1-1 1 0 0,0 0-1 0 0,-1 0 0 0 0,0-1 1 0 0,-1 1-1 0 0,0 0 0 0 0,-1-1 1 0 0,0 0-1 0 0,0 0 1 0 0,-1-1-1 0 0,-1 1 0 0 0,-8 9 1 0 0,12-16-315 0 0,1 0 1 0 0,-1-1 0 0 0,0 1 0 0 0,0-1 0 0 0,0 0-1 0 0,0 1 1 0 0,-1-1 0 0 0,1-1 0 0 0,-1 1 0 0 0,1 0-1 0 0,-1-1 1 0 0,1 0 0 0 0,-1 0 0 0 0,-5 1 0 0 0,3-2-1444 0 0,0 1 1 0 0,0-1-1 0 0,0-1 1 0 0,0 1 0 0 0,0-1-1 0 0,1 0 1 0 0,-1 0-1 0 0,-7-3 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33 1644 0 0,'-22'-21'7281'0'0,"20"20"-5080"0"0,-10-9 18992 0 0,12 335-20745 0 0,4-247-448 0 0,-2-68 0 0 0,3 1-237 0 0,-7-16-2462 0 0,3-9 4187 0 0,0 7-6151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1448 0 0,'0'0'28147'0'0,"-1"7"-27125"0"0,-21 120 1128 0 0,20-118-2150 0 0,-11 9-4891 0 0,2-20-4776 0 0,4 0 4023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68 1484 0 0,'-6'-7'25370'0'0,"0"13"-25043"0"0,0 1 1 0 0,1 0-1 0 0,-1 0 1 0 0,2 1-1 0 0,-1 0 1 0 0,1 0-1 0 0,0 0 0 0 0,-5 13 1 0 0,-20 79 2582 0 0,26-87-2854 0 0,3-11-56 0 0,-1 0 0 0 0,1 1 0 0 0,0-1 0 0 0,0 0 0 0 0,0 1 0 0 0,0-1 0 0 0,0 1 0 0 0,0-1 0 0 0,1 0 0 0 0,-1 1 0 0 0,1-1 0 0 0,0 0 0 0 0,-1 0 0 0 0,1 1 0 0 0,0-1 0 0 0,0 0 0 0 0,1 0 0 0 0,-1 0 0 0 0,0 0 0 0 0,1 0 0 0 0,-1 0 0 0 0,1-1 0 0 0,0 1 0 0 0,-1 0 0 0 0,1-1 0 0 0,0 1 0 0 0,0-1 0 0 0,0 0 0 0 0,0 1 0 0 0,0-1 0 0 0,0 0 0 0 0,1 0 0 0 0,-1-1 0 0 0,0 1 0 0 0,1 0 0 0 0,-1-1 0 0 0,0 1 0 0 0,1-1 0 0 0,-1 0 0 0 0,3 0 0 0 0,13-2 0 0 0,0-1 0 0 0,-1-1 0 0 0,0-1 0 0 0,1-1 0 0 0,-1 0 0 0 0,-1-1 0 0 0,0 0 0 0 0,0-2 0 0 0,0 0 0 0 0,-1-1 0 0 0,0 0 0 0 0,-1-1 0 0 0,0-1 0 0 0,-1 0 0 0 0,0-1 0 0 0,-1 0 0 0 0,12-18 0 0 0,-20 25 0 0 0,0-2 0 0 0,-1 1 0 0 0,0 0 0 0 0,0-1 0 0 0,-1 0 0 0 0,0 1 0 0 0,0-1 0 0 0,1-14 0 0 0,-9 5 0 0 0,5 13 0 0 0,-1 1 0 0 0,0 0 0 0 0,0 0 0 0 0,-1-1 0 0 0,1 1 0 0 0,0 0 0 0 0,-1 1 0 0 0,0-1 0 0 0,0 0 0 0 0,0 1 0 0 0,0 0 0 0 0,0-1 0 0 0,0 1 0 0 0,0 0 0 0 0,-1 1 0 0 0,1-1 0 0 0,-8-2 0 0 0,4 3 0 0 0,0 0 0 0 0,0 0 0 0 0,-1 1 0 0 0,1 0 0 0 0,0 0 0 0 0,0 1 0 0 0,-1 0 0 0 0,1 0 0 0 0,-8 3 0 0 0,7-3 0 0 0,5 0 0 0 0,0-1 0 0 0,-1 1 0 0 0,1 0 0 0 0,0 0 0 0 0,0 1 0 0 0,-1-1 0 0 0,1 1 0 0 0,0-1 0 0 0,0 1 0 0 0,1 0 0 0 0,-1 0 0 0 0,0 0 0 0 0,1 1 0 0 0,-1-1 0 0 0,1 1 0 0 0,-3 2 0 0 0,3-3 0 0 0,1-1 0 0 0,1-1 0 0 0,-1 1 0 0 0,1 0 0 0 0,-1-1 0 0 0,1 1 0 0 0,-1 0 0 0 0,1 0 0 0 0,-1-1 0 0 0,1 1 0 0 0,0 0 0 0 0,-1 0 0 0 0,1 0 0 0 0,0 0 0 0 0,0-1 0 0 0,-1 1 0 0 0,1 0 0 0 0,0 0 0 0 0,0 0 0 0 0,0 0 0 0 0,0 0 0 0 0,0-1 0 0 0,0 1 0 0 0,1 0 0 0 0,-1 1 0 0 0,0 2-772 0 0,0-1 1 0 0,0 1-1 0 0,0-1 1 0 0,1 1-1 0 0,-1-1 1 0 0,1 1-1 0 0,0-1 0 0 0,2 7 1 0 0,13 4-10617 0 0,-6-9 3274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 1660 0 0,'1'-1'749'0'0,"0"0"750"0"0,-1 1-750 0 0,1-1 0 0 0,-1 1 0 0 0,0 0 0 0 0,1-1 0 0 0,-1 1 1 0 0,0-1-1 0 0,0 0 0 0 0,-3-10 18818 0 0,-4 11-15667 0 0,-1 0-6713 0 0,3 0 3870 0 0,2 1-212 0 0,-10 5-565 0 0,5 2-250 0 0,1-1-30 0 0,6 0-167 0 0,1-6-742 0 0,6-3-2111 0 0,26-17-3208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5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8 688 0 0,'4'2'19466'0'0,"-16"-7"-4185"0"0,6 3-15181 0 0,0-1-3483 0 0,2 4 3908 0 0,-21 6-420 0 0,19-3-109 0 0,-2 4-7 0 0,2-1 11 0 0,-1 2 0 0 0,7-8 0 0 0,-1 0 0 0 0,1 0 0 0 0,0 0 0 0 0,0 0 0 0 0,-1 0 0 0 0,1 0 0 0 0,0 0 0 0 0,0 0 0 0 0,0 0 0 0 0,0 0 0 0 0,0 0 0 0 0,0 0 0 0 0,0 0 0 0 0,0 0 0 0 0,1 0 0 0 0,-1 0 0 0 0,0 0 0 0 0,1 0 0 0 0,-1 0 0 0 0,0 0 0 0 0,1 0 0 0 0,-1 0 0 0 0,1 0 0 0 0,-1-1 0 0 0,1 1 0 0 0,0 0 0 0 0,-1 0 0 0 0,1-1 0 0 0,0 1 0 0 0,0 0 0 0 0,-1-1 0 0 0,1 1 0 0 0,0 0 0 0 0,1 0 0 0 0,0 0 0 0 0,4 3 0 0 0,0-1 0 0 0,1 0 0 0 0,0 0 0 0 0,0 0 0 0 0,0-1 0 0 0,0 0 0 0 0,0 0 0 0 0,1-1 0 0 0,-1 0 0 0 0,12 1 0 0 0,3 1 0 0 0,79 18 0 0 0,-90-16 0 0 0,-13 5 0 0 0,-2-7-135 0 0,-1 0 0 0 0,0-1-1 0 0,0 1 1 0 0,0-1 0 0 0,0 0 0 0 0,0-1 0 0 0,-1 1 0 0 0,1-1-1 0 0,0 0 1 0 0,-1 0 0 0 0,1 0 0 0 0,-1-1 0 0 0,1 0-1 0 0,-1 0 1 0 0,-5-1 0 0 0,3-1-1765 0 0,-7-2-740 0 0,9 1-1695 0 0,-1-1-3391 0 0,-13-8-148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5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 2400 0 0,'31'-36'15429'0'0,"10"5"-8042"0"0,54-19-4355 0 0,-54 30-1629 0 0,15-10-1953 0 0,63-45-1 0 0,-81 53-2811 0 0,-37 21 1793 0 0,1-4-800 0 0,0 1 240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6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1404 0 0,'-3'6'2380'0'0,"-6"18"1809"0"0,0 1 0 0 0,-8 38 0 0 0,11-33-2465 0 0,2 0 0 0 0,1 1-1 0 0,1-1 1 0 0,3 33 0 0 0,0-30-976 0 0,2 0 0 0 0,2 0 0 0 0,1-1 0 0 0,1 0 0 0 0,1 0 0 0 0,2-1 0 0 0,2 0 0 0 0,1-1 0 0 0,17 30 0 0 0,-24-51-933 0 0,0 0 0 0 0,1 0 0 0 0,0-1-1 0 0,1 0 1 0 0,0 0 0 0 0,0-1 0 0 0,1 0-1 0 0,0 0 1 0 0,0-1 0 0 0,0 0 0 0 0,1-1-1 0 0,0 0 1 0 0,0-1 0 0 0,0 0 0 0 0,0 0-1 0 0,1-1 1 0 0,15 3 0 0 0,-7-3-1294 0 0,1-1 1 0 0,-1 0 0 0 0,31-3-1 0 0,-20-1-4238 0 0,48-10-1 0 0,-22-1-901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2400 0 0,'-10'-2'24636'0'0,"18"13"-23949"0"0,1 0 0 0 0,0-1 0 0 0,0 0-1 0 0,2-1 1 0 0,-1 0 0 0 0,19 12-1 0 0,-8-5-47 0 0,14 10-486 0 0,-15-12-127 0 0,-1 1 1 0 0,0 1-1 0 0,-1 0 1 0 0,25 30-1 0 0,-38-40-20 0 0,0 0 1 0 0,-1 0-1 0 0,0 1 0 0 0,0 0 0 0 0,-1 0 1 0 0,6 13-1 0 0,-9-16-16 0 0,1-1-1 0 0,-1 0 1 0 0,1 0-1 0 0,-1 0 1 0 0,0 1-1 0 0,0-1 1 0 0,-1 0-1 0 0,1 0 1 0 0,-1 0-1 0 0,1 1 1 0 0,-1-1-1 0 0,0 0 1 0 0,0 0-1 0 0,0 0 1 0 0,-1 0-1 0 0,1 0 1 0 0,-1 0-1 0 0,1-1 1 0 0,-1 1-1 0 0,-3 3 1 0 0,-5 5-1044 0 0,0 0 1 0 0,-1 0-1 0 0,0-1 1 0 0,-1 0-1 0 0,-23 15 0 0 0,-1-5-3980 0 0,0-2-3414 0 0,-2-4 1258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78 852 0 0,'0'-5'1242'0'0,"0"0"-1"0"0,0 1 1 0 0,0-1-1 0 0,-1 1 1 0 0,0-1-1 0 0,0 1 1 0 0,0-1-1 0 0,0 1 1 0 0,-5-9-1 0 0,1 3 931 0 0,-4-4 8414 0 0,8 14-10353 0 0,0 0-1 0 0,1 0 1 0 0,-1 0-1 0 0,1 1 1 0 0,-1-1-1 0 0,1 0 0 0 0,-1 0 1 0 0,0 0-1 0 0,1 1 1 0 0,-1-1-1 0 0,1 0 1 0 0,-1 1-1 0 0,1-1 1 0 0,-1 0-1 0 0,1 1 1 0 0,-1-1-1 0 0,1 0 1 0 0,0 1-1 0 0,-1-1 1 0 0,1 1-1 0 0,0-1 1 0 0,-1 1-1 0 0,1-1 1 0 0,0 1-1 0 0,-1-1 1 0 0,1 1-1 0 0,0 0 1 0 0,0 0-1 0 0,-5 11-232 0 0,0-1 0 0 0,2 1 0 0 0,-1 0 0 0 0,2 0 0 0 0,-1 0 0 0 0,0 16 0 0 0,0-5 0 0 0,-9 56 0 0 0,-2 125 0 0 0,9-131 0 0 0,10-83 42 0 0,-2 5-155 0 0,-1 1 0 0 0,1-1-1 0 0,-1 0 1 0 0,0 0 0 0 0,0 0 0 0 0,2-8-1 0 0,-2-1-1280 0 0,2-7-4116 0 0,-2-1-4835 0 0,-2 6 2043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0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1 572 0 0,'1'0'12255'0'0,"3"10"999"0"0,-6-5-12832 0 0,-1-1 0 0 0,1 0 0 0 0,0 0 0 0 0,0 1 0 0 0,0-1 0 0 0,0 1 0 0 0,1 0 0 0 0,-1 7 0 0 0,1 1 59 0 0,1-1 1 0 0,0 1-1 0 0,1 0 0 0 0,1-1 1 0 0,5 24-1 0 0,-2-28-481 0 0,3-7 0 0 0,-6-3-348 0 0,1 0 0 0 0,-1 0 0 0 0,0 0 0 0 0,0 0 0 0 0,-1 0 0 0 0,1 0 0 0 0,0 0 0 0 0,-1-1 0 0 0,1 1 0 0 0,-1 0 0 0 0,0-1 0 0 0,0 1 0 0 0,0-1 0 0 0,0 0 0 0 0,0 1 0 0 0,0-1 0 0 0,0-3 0 0 0,0-1-1489 0 0,0-1-1 0 0,-1 1 0 0 0,0-1 1 0 0,0 0-1 0 0,-2-13 0 0 0,-2 5-6862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3 660 0 0,'0'0'22339'0'0,"46"-2"-16020"0"0,-21 7-4521 0 0,-23-4-1344 0 0,5 8 699 0 0,-7 1-1148 0 0,-1 0-1 0 0,0 1 1 0 0,0-1 0 0 0,-1 0 0 0 0,-1 0-1 0 0,0 0 1 0 0,0-1 0 0 0,-1 1 0 0 0,0-1-1 0 0,-10 16 1 0 0,-11 30-13 0 0,-1-7 8 0 0,20-38 0 0 0,-1 1 0 0 0,2 0 0 0 0,-1 0 0 0 0,-6 22 0 0 0,11-20 0 0 0,2 0 0 0 0,7-2 0 0 0,7-9 0 0 0,-2-4 0 0 0,-2 0 0 0 0,1 0 0 0 0,0-2 0 0 0,0 1 0 0 0,-1-2 0 0 0,0 1 0 0 0,0-2 0 0 0,0 1 0 0 0,12-10 0 0 0,67-33 0 0 0,-84 43-295 0 0,-4 4-1314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1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58 1588 0 0,'-26'-31'13155'0'0,"20"22"-12218"0"0,-15-6 9843 0 0,13 13-10480 0 0,6 2 1886 0 0,-39 17 1635 0 0,33-10-3821 0 0,-4 7 0 0 0,8-6 0 0 0,1 1 0 0 0,0 4 0 0 0,6 11 0 0 0,-1-19 0 0 0,-2-5 0 0 0,-1 1 0 0 0,1 0 0 0 0,0 0 0 0 0,0 0 0 0 0,1 0 0 0 0,-1 0 0 0 0,0 0 0 0 0,0-1 0 0 0,0 1 0 0 0,1 0 0 0 0,-1 0 0 0 0,0 0 0 0 0,1 0 0 0 0,-1-1 0 0 0,0 1 0 0 0,1 0 0 0 0,-1 0 0 0 0,1-1 0 0 0,-1 1 0 0 0,1 0 0 0 0,0-1 0 0 0,-1 1 0 0 0,1 0 0 0 0,0-1 0 0 0,-1 1 0 0 0,1-1 0 0 0,0 0 0 0 0,0 1 0 0 0,0-1 0 0 0,1 1 0 0 0,2 2 0 0 0,-2-2 0 0 0,0 1 0 0 0,0-1 0 0 0,0 0 0 0 0,0 0 0 0 0,0 1 0 0 0,0-1 0 0 0,0-1 0 0 0,1 1 0 0 0,-1 0 0 0 0,0 0 0 0 0,1-1 0 0 0,-1 0 0 0 0,0 1 0 0 0,3-1 0 0 0,51 8 0 0 0,-52-8 0 0 0,24 11 0 0 0,-21-9 0 0 0,5 13 0 0 0,0 1 0 0 0,1 12 0 0 0,-9-18 0 0 0,-5 0 0 0 0,-8 2 0 0 0,0-7 0 0 0,-11-11 0 0 0,6-2 0 0 0,6-2 0 0 0,-21-16-4368 0 0,27 25 2327 0 0,-7-5-3091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2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1000 0 0,'5'-11'29838'0'0,"-2"8"-27890"0"0,1 1-3658 0 0,34-8 2664 0 0,72-29 1 0 0,-90 31-1124 0 0,-1-2 1 0 0,0 0 0 0 0,-1-1 0 0 0,0-1-1 0 0,25-21 1 0 0,-41 31-3184 0 0,3-4 2903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1060 0 0,'-64'32'5881'0'0,"62"-31"-5804"0"0,-21 10 186 0 0,-7-14-4416 0 0,27 2 2393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6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1156 0 0,'11'2'31596'0'0,"-14"31"-31590"0"0,2 0 0 0 0,3 39 0 0 0,1 2-9 0 0,-1 2 3 0 0,3 14 0 0 0,-4-78 0 0 0,-1-12 0 0 0,0 0 0 0 0,0 0 0 0 0,0 0 0 0 0,0 1 0 0 0,0-1 0 0 0,0 0 0 0 0,0 0 0 0 0,0 0 0 0 0,0 0 0 0 0,0 0 0 0 0,0 1 0 0 0,0-1 0 0 0,0 0 0 0 0,0 0 0 0 0,0 0 0 0 0,0 0 0 0 0,0 1 0 0 0,0-1 0 0 0,0 0 0 0 0,0 0 0 0 0,1 0 0 0 0,-1 0 0 0 0,0 0 0 0 0,0 1 0 0 0,0-1 0 0 0,0 0 0 0 0,0 0 0 0 0,0 0 0 0 0,1 0 0 0 0,-1 0 0 0 0,0 0 0 0 0,0 0 0 0 0,0 0 0 0 0,0 0 0 0 0,0 0 0 0 0,1 0 0 0 0,-1 1 0 0 0,0-1 0 0 0,0 0 0 0 0,0 0 0 0 0,0 0 0 0 0,1 0 0 0 0,-1 0 0 0 0,0 0 0 0 0,0 0 0 0 0,0 0 0 0 0,0-1 0 0 0,1 1 0 0 0,-1 0 0 0 0,0 0 0 0 0,0 0 0 0 0,10-16 0 0 0,1 3-5166 0 0,-1-5-8864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6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1152 0 0,'0'0'25241'0'0,"-4"5"-20920"0"0,-2 1-3409 0 0,-10 15-3207 0 0,6-7 5653 0 0,8-10-3350 0 0,0 0 0 0 0,0 0-1 0 0,1 0 1 0 0,-1 0 0 0 0,1 0 0 0 0,0 1 0 0 0,0-1-1 0 0,1 0 1 0 0,-1 6 0 0 0,1 4-8 0 0,1-1 0 0 0,5-4 0 0 0,-6-8-186 0 0,1-1 0 0 0,0 1 1 0 0,-1-1-1 0 0,1 1 0 0 0,-1-1 0 0 0,1 1 1 0 0,0-1-1 0 0,-1 0 0 0 0,1 1 0 0 0,0-1 0 0 0,-1 0 1 0 0,1 1-1 0 0,0-1 0 0 0,-1 0 0 0 0,1 0 1 0 0,0 0-1 0 0,0 0 0 0 0,-1 0 0 0 0,1 0 1 0 0,0 0-1 0 0,0 0 0 0 0,-1 0 0 0 0,1 0 0 0 0,0 0 1 0 0,-1 0-1 0 0,1-1 0 0 0,0 1 0 0 0,0 0 1 0 0,-1 0-1 0 0,1-1 0 0 0,0 1 0 0 0,-1 0 0 0 0,1-1 1 0 0,-1 1-1 0 0,1-1 0 0 0,-1 1 0 0 0,1-1 1 0 0,0 1-1 0 0,-1-1 0 0 0,0 0 0 0 0,1 1 1 0 0,0-2-1 0 0,14-21-11754 0 0,-9 15 4722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50 784 0 0,'0'0'22234'0'0,"13"6"-21323"0"0,-7-8 3397 0 0,1-4-4105 0 0,0 1 1 0 0,0 0 0 0 0,0 0-1 0 0,0 0 1 0 0,1 1 0 0 0,0 0 0 0 0,0 0-1 0 0,0 1 1 0 0,0 0 0 0 0,0 0-1 0 0,1 1 1 0 0,16-2 0 0 0,-24 4 64 0 0,22 32 1346 0 0,-22-27-1614 0 0,0 1 0 0 0,0 0 0 0 0,-1 0 0 0 0,0 0 0 0 0,0-1 0 0 0,0 1 0 0 0,-1 0 0 0 0,0 0 0 0 0,0 0 0 0 0,0-1 0 0 0,-1 1 0 0 0,0-1 0 0 0,0 1 0 0 0,0-1 0 0 0,-5 8 0 0 0,-6 10 0 0 0,-1-1 0 0 0,-18 22 0 0 0,21-29 0 0 0,-7 7 0 0 0,14-12 0 0 0,13 3 0 0 0,5-8 0 0 0,-5-4 0 0 0,-1-1 0 0 0,1 1 0 0 0,0-2 0 0 0,0 1 0 0 0,0-1 0 0 0,0 0 0 0 0,0-1 0 0 0,-1 0 0 0 0,16-6 0 0 0,39-10 0 0 0,-59 15 45 0 0,-1 0-57 0 0,36-2-256 0 0,-35 5-970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10 1664 0 0,'-4'-9'22220'0'0,"0"10"-21844"0"0,1 1 0 0 0,0 0-1 0 0,0 1 1 0 0,0-1 0 0 0,0 0 0 0 0,0 1-1 0 0,0 0 1 0 0,1 0 0 0 0,-1 0 0 0 0,1 0 0 0 0,-3 5-1 0 0,-6 7 466 0 0,8-12-633 0 0,1 0 0 0 0,0-1 0 0 0,0 1-1 0 0,0 0 1 0 0,1 1 0 0 0,-1-1 0 0 0,1 0 0 0 0,-1 0-1 0 0,1 1 1 0 0,0-1 0 0 0,1 1 0 0 0,-1-1 0 0 0,0 1 0 0 0,1-1-1 0 0,0 1 1 0 0,0 5 0 0 0,0-6-208 0 0,0 0 0 0 0,0 0 0 0 0,1 0 0 0 0,-1 0 0 0 0,1 0 0 0 0,0 0 0 0 0,-1 0 0 0 0,1 0 0 0 0,1 0 0 0 0,-1-1 0 0 0,0 1 0 0 0,1 0 0 0 0,-1-1 0 0 0,1 1 0 0 0,0-1 0 0 0,0 1 0 0 0,0-1 0 0 0,0 0 0 0 0,0 0 0 0 0,4 3 0 0 0,1 0 0 0 0,1-1 0 0 0,-1-1 0 0 0,0 1 0 0 0,1-1 0 0 0,11 3 0 0 0,1 1 0 0 0,59 23 0 0 0,-70-23 0 0 0,0 4 0 0 0,-8-11 0 0 0,-1 1 0 0 0,0-1 0 0 0,1 0 0 0 0,-1 1 0 0 0,0-1 0 0 0,1 1 0 0 0,-1-1 0 0 0,0 1 0 0 0,1 0 0 0 0,-1-1 0 0 0,0 1 0 0 0,0-1 0 0 0,0 1 0 0 0,0-1 0 0 0,0 1 0 0 0,0 0 0 0 0,1-1 0 0 0,-1 1 0 0 0,0-1 0 0 0,-1 1 0 0 0,1 0 0 0 0,0-1 0 0 0,0 1 0 0 0,0-1 0 0 0,0 2 0 0 0,-1 18 0 0 0,0-4 0 0 0,1-15 0 0 0,0 0 0 0 0,0 1 0 0 0,0-1 0 0 0,0 0 0 0 0,0 0 0 0 0,0 0 0 0 0,0 0 0 0 0,0 0 0 0 0,-1 0 0 0 0,1 0 0 0 0,0 0 0 0 0,-1 0 0 0 0,1 0 0 0 0,-1 0 0 0 0,1 0 0 0 0,-1 0 0 0 0,0 0 0 0 0,1 0 0 0 0,-1 0 0 0 0,0 0 0 0 0,0-1 0 0 0,1 1 0 0 0,-1 0 0 0 0,0-1 0 0 0,0 1 0 0 0,0 0 0 0 0,-2 0 0 0 0,1 0 0 0 0,-5 5 0 0 0,-2-5-287 0 0,5-3-267 0 0,0-1 0 0 0,0 1 1 0 0,0-1-1 0 0,0 0 1 0 0,1 0-1 0 0,0 0 0 0 0,-1-1 1 0 0,1 1-1 0 0,0-1 1 0 0,1 0-1 0 0,-1 1 0 0 0,1-1 1 0 0,-3-5-1 0 0,-12-37-12070 0 0,16 23 5819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1584 0 0,'0'0'1750'0'0,"20"-8"6428"0"0,-4 6-6444 0 0,0-1 1 0 0,-1-1-1 0 0,1 0 1 0 0,20-9-1 0 0,13-12-442 0 0,-44 21-1706 0 0,0 1-1 0 0,0-1 0 0 0,0 0 0 0 0,0 0 1 0 0,6-9-1 0 0,-10 12-868 0 0,3-8-2227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348 136 432 0 0,'-9'-11'6755'0'0,"7"9"-6136"0"0,0 1 0 0 0,0-1 0 0 0,-1 1 1 0 0,1 0-1 0 0,0 0 0 0 0,-1 0 0 0 0,1 0 0 0 0,-1 1 0 0 0,1-1 1 0 0,-1 1-1 0 0,1-1 0 0 0,-5 1 0 0 0,-3 0 155 0 0,-1 1 0 0 0,1 0 0 0 0,-1 1 0 0 0,1 0 0 0 0,-1 0 0 0 0,1 1 0 0 0,0 1 0 0 0,-14 6 0 0 0,-1 4 3918 0 0,-42 29 0 0 0,33-19-3511 0 0,26-16-1181 0 0,2 1 0 0 0,-5 0 0 0 0,53-21 0 0 0,-30 5 0 0 0,-1-1 0 0 0,0-1 0 0 0,0 0 0 0 0,-1-1 0 0 0,0 0 0 0 0,0 0 0 0 0,-1-1 0 0 0,-1 0 0 0 0,0-1 0 0 0,-1 0 0 0 0,10-20 0 0 0,-11 20 0 0 0,-7-1 0 0 0,-9-1 0 0 0,1 6 0 0 0,-8 9 0 0 0,8 2 0 0 0,1 0 0 0 0,-1 1 0 0 0,1 0 0 0 0,0 1 0 0 0,0 0 0 0 0,1 0 0 0 0,0 0 0 0 0,0 1 0 0 0,0 0 0 0 0,0 1 0 0 0,1 0 0 0 0,0 0 0 0 0,-6 9 0 0 0,1 1 0 0 0,0 0 0 0 0,0 1 0 0 0,2 0 0 0 0,-14 38 0 0 0,21-52 0 0 0,1 1 0 0 0,0-1 0 0 0,0 1 0 0 0,0 0 0 0 0,1 0 0 0 0,-1-1 0 0 0,1 1 0 0 0,0 0 0 0 0,0 0 0 0 0,1-1 0 0 0,0 1 0 0 0,0 0 0 0 0,0-1 0 0 0,0 1 0 0 0,2 4 0 0 0,-2-7 0 0 0,0 0 0 0 0,1 0 0 0 0,-1-1 0 0 0,0 1 0 0 0,0-1 0 0 0,1 1 0 0 0,-1-1 0 0 0,1 1 0 0 0,0-1 0 0 0,-1 0 0 0 0,1 1 0 0 0,0-1 0 0 0,0 0 0 0 0,-1 0 0 0 0,1-1 0 0 0,0 1 0 0 0,0 0 0 0 0,0 0 0 0 0,0-1 0 0 0,0 0 0 0 0,0 1 0 0 0,0-1 0 0 0,1 0 0 0 0,-1 0 0 0 0,0 0 0 0 0,0 0 0 0 0,0 0 0 0 0,0 0 0 0 0,0-1 0 0 0,0 1 0 0 0,0-1 0 0 0,0 0 0 0 0,0 1 0 0 0,0-1 0 0 0,3-2 0 0 0,13-3 0 0 0,-1-2 0 0 0,1 0 0 0 0,-2-1 0 0 0,1 0 0 0 0,-1-1 0 0 0,-1-1 0 0 0,0-1 0 0 0,0 0 0 0 0,22-25 0 0 0,-31 29 0 0 0,-1 0 0 0 0,-1 0 0 0 0,0-1 0 0 0,0 1 0 0 0,0-1 0 0 0,-1 0 0 0 0,-1 0 0 0 0,3-12 0 0 0,-9 9 0 0 0,1-6 0 0 0,-3 4 0 0 0,-16 5 0 0 0,16 7 0 0 0,0 1 0 0 0,1 0 0 0 0,-1 0 0 0 0,0 1 0 0 0,1 0 0 0 0,-1 0 0 0 0,0 0 0 0 0,0 0 0 0 0,1 1 0 0 0,-1 0 0 0 0,1 1 0 0 0,-1-1 0 0 0,1 1 0 0 0,-1 0 0 0 0,1 0 0 0 0,0 1 0 0 0,0-1 0 0 0,0 1 0 0 0,-7 5 0 0 0,-3 3 0 0 0,1 1 0 0 0,0 1 0 0 0,1 0 0 0 0,-13 17 0 0 0,22-25 0 0 0,0 1 0 0 0,0-1 0 0 0,1 1 0 0 0,0 0 0 0 0,0 1 0 0 0,0-1 0 0 0,1 0 0 0 0,0 1 0 0 0,1 0 0 0 0,-1-1 0 0 0,0 12 0 0 0,1-13 0 0 0,1 0 0 0 0,0 1 0 0 0,0-1 0 0 0,0 0 0 0 0,1 0 0 0 0,-1 0 0 0 0,1 0 0 0 0,1 0 0 0 0,-1 0 0 0 0,1 0 0 0 0,0 0 0 0 0,0 0 0 0 0,0 0 0 0 0,0-1 0 0 0,5 7 0 0 0,-6-10 0 0 0,1 0 0 0 0,-1 0 0 0 0,1 0 0 0 0,0 0 0 0 0,-1 0 0 0 0,1 0 0 0 0,0 0 0 0 0,0 0 0 0 0,0-1 0 0 0,-1 1 0 0 0,1-1 0 0 0,0 0 0 0 0,0 1 0 0 0,0-1 0 0 0,0 0 0 0 0,0 0 0 0 0,0 0 0 0 0,0 0 0 0 0,0 0 0 0 0,0-1 0 0 0,3 0 0 0 0,32-13 0 0 0,-33 10 0 0 0,8-5 0 0 0,0-1 0 0 0,0 0 0 0 0,-1-1 0 0 0,-1 0 0 0 0,0-1 0 0 0,0 0 0 0 0,14-25 0 0 0,-15 22 0 0 0,-1-1 0 0 0,-1 0 0 0 0,0 0 0 0 0,-2 0 0 0 0,0-1 0 0 0,0 0 0 0 0,-2 0 0 0 0,0 0 0 0 0,1-28 0 0 0,-7 21 0 0 0,1 20 0 0 0,1 3 0 0 0,1 0 0 0 0,-1-1 0 0 0,0 1 0 0 0,1 0 0 0 0,-1 0 0 0 0,0 0 0 0 0,0 0 0 0 0,0 0 0 0 0,0 0 0 0 0,0 0 0 0 0,0 0 0 0 0,0 1 0 0 0,0-1 0 0 0,0 0 0 0 0,0 0 0 0 0,-1 1 0 0 0,1-1 0 0 0,0 1 0 0 0,0-1 0 0 0,-1 1 0 0 0,1 0 0 0 0,0-1 0 0 0,-1 1 0 0 0,1 0 0 0 0,0 0 0 0 0,-1 0 0 0 0,1 0 0 0 0,-3 0 0 0 0,1 0 0 0 0,-2 1 0 0 0,-1-1 0 0 0,1 1 0 0 0,-1 0 0 0 0,1 1 0 0 0,0-1 0 0 0,-1 1 0 0 0,1 0 0 0 0,0 0 0 0 0,0 1 0 0 0,0-1 0 0 0,0 1 0 0 0,1 0 0 0 0,-1 0 0 0 0,1 1 0 0 0,-6 5 0 0 0,-1 1 0 0 0,1 1 0 0 0,0 0 0 0 0,0 1 0 0 0,-12 19 0 0 0,19-26 0 0 0,0-1 0 0 0,0 1 0 0 0,0 0 0 0 0,1 0 0 0 0,0 1 0 0 0,0-1 0 0 0,0 0 0 0 0,0 1 0 0 0,1-1 0 0 0,0 1 0 0 0,0-1 0 0 0,1 1 0 0 0,-1 0 0 0 0,1-1 0 0 0,1 1 0 0 0,-1 0 0 0 0,1-1 0 0 0,0 1 0 0 0,0-1 0 0 0,0 1 0 0 0,1-1 0 0 0,0 0 0 0 0,0 1 0 0 0,0-1 0 0 0,1 0 0 0 0,-1 0 0 0 0,6 7 0 0 0,-7-11 0 0 0,0 0 0 0 0,0 0 0 0 0,0 0 0 0 0,-1-1 0 0 0,1 1 0 0 0,0 0 0 0 0,0 0 0 0 0,0 0 0 0 0,1-1 0 0 0,-1 1 0 0 0,0 0 0 0 0,0-1 0 0 0,0 1 0 0 0,0-1 0 0 0,1 0 0 0 0,-1 1 0 0 0,0-1 0 0 0,0 0 0 0 0,1 0 0 0 0,-1 0 0 0 0,0 1 0 0 0,0-1 0 0 0,1-1 0 0 0,-1 1 0 0 0,0 0 0 0 0,3-1 0 0 0,2 1 0 0 0,-1-1-4 0 0,1 1 1 0 0,-1-1-1 0 0,0 0 0 0 0,1-1 1 0 0,-1 1-1 0 0,0-1 0 0 0,0 0 1 0 0,0 0-1 0 0,0 0 0 0 0,-1-1 1 0 0,1 0-1 0 0,5-4 0 0 0,-8 5 2 0 0,0 0 0 0 0,0 0 0 0 0,0 0 0 0 0,0 0 0 0 0,0 0 0 0 0,0-1 0 0 0,-1 1 0 0 0,1-1 0 0 0,-1 1 0 0 0,0-1 0 0 0,0 0 0 0 0,0 1 0 0 0,0-1 0 0 0,0 0-1 0 0,0 0 1 0 0,-1 0 0 0 0,1-5 0 0 0,-1 5 26 0 0,0 1 25 0 0,0 2-52 0 0,0-1 1 0 0,1 1-1 0 0,-1-1 0 0 0,0 1 1 0 0,0-1-1 0 0,0 0 0 0 0,0 1 1 0 0,0-1-1 0 0,0 1 0 0 0,0-1 0 0 0,0 1 1 0 0,0-1-1 0 0,0 1 0 0 0,0-1 1 0 0,0 0-1 0 0,-1 1 0 0 0,1-1 1 0 0,0 1-1 0 0,0-1 0 0 0,0 1 1 0 0,-1-1-1 0 0,1 1 0 0 0,0-1 1 0 0,-1 1-1 0 0,1 0 0 0 0,0-1 1 0 0,-1 1-1 0 0,1-1 0 0 0,-1 1 0 0 0,1 0 1 0 0,0-1-1 0 0,-1 1 0 0 0,1 0 1 0 0,-1-1-1 0 0,1 1 0 0 0,-1 0 1 0 0,1 0-1 0 0,-1 0 0 0 0,0 0 1 0 0,1-1-1 0 0,-1 1 0 0 0,-1-1-359 0 0,-19 8-2326 0 0,11 1 925 0 0,-5 4-2892 0 0,5-9-6317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2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36 348 0 0,'13'1'32384'0'0,"-17"0"-32587"0"0,-8-8 17 0 0,-2-5-3898 0 0,4 2-7813 0 0,5 1 2700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43 860 0 0,'0'0'1309'0'0,"3"-2"-38"0"0,21-7 27999 0 0,-34 19-29222 0 0,5-6-48 0 0,0 1 1 0 0,0 0 0 0 0,0 0 0 0 0,0 0 0 0 0,1 1 0 0 0,0-1 0 0 0,0 1 0 0 0,0 0 0 0 0,-4 12 0 0 0,-3 2-1 0 0,11-8 0 0 0,0-11 0 0 0,0 0 0 0 0,0 0 0 0 0,0 0 0 0 0,1-1 0 0 0,-1 1 0 0 0,0 0 0 0 0,0 0 0 0 0,0 0 0 0 0,1-1 0 0 0,-1 1 0 0 0,0 0 0 0 0,1-1 0 0 0,-1 1 0 0 0,0 0 0 0 0,1-1 0 0 0,-1 1 0 0 0,1 0 0 0 0,-1-1 0 0 0,1 1 0 0 0,0-1 0 0 0,-1 1 0 0 0,1-1 0 0 0,-1 1 0 0 0,1-1 0 0 0,0 1 0 0 0,-1-1 0 0 0,1 0 0 0 0,0 1 0 0 0,0-1 0 0 0,-1 0 0 0 0,1 0 0 0 0,0 1 0 0 0,0-1 0 0 0,0 0 0 0 0,-1 0 0 0 0,1 0 0 0 0,0 0 0 0 0,0 0 0 0 0,1 0 0 0 0,0 0 0 0 0,1 0 0 0 0,-1 1 0 0 0,1-1 0 0 0,-1 0 0 0 0,1 0 0 0 0,-1-1 0 0 0,1 1 0 0 0,-1 0 0 0 0,0-1 0 0 0,1 0 0 0 0,-1 1 0 0 0,0-1 0 0 0,1 0 0 0 0,-1 0 0 0 0,0 0 0 0 0,0-1 0 0 0,0 1 0 0 0,3-3 0 0 0,0 1 0 0 0,2-1 0 0 0,-3 3 0 0 0,0-1 0 0 0,0 0 0 0 0,0 0 0 0 0,0-1 0 0 0,0 1 0 0 0,-1-1 0 0 0,1 0 0 0 0,-1 0 0 0 0,1 0 0 0 0,-1 0 0 0 0,0 0 0 0 0,0-1 0 0 0,-1 1 0 0 0,1-1 0 0 0,-1 0 0 0 0,0 0 0 0 0,0 0 0 0 0,0 0 0 0 0,0 0 0 0 0,-1 0 0 0 0,0-1 0 0 0,0 1 0 0 0,1-5 0 0 0,-2-6 0 0 0,0 14 0 0 0,1 0 0 0 0,-1 0 0 0 0,0 0 0 0 0,0 0 0 0 0,1 0 0 0 0,-1 0 0 0 0,0 0 0 0 0,0 1 0 0 0,0-1 0 0 0,0 0 0 0 0,0 0 0 0 0,-1 0 0 0 0,1 0 0 0 0,0 0 0 0 0,0 0 0 0 0,-1 0 0 0 0,1 0 0 0 0,0 0 0 0 0,-1 0 0 0 0,1 1 0 0 0,-1-1 0 0 0,1 0 0 0 0,-1 0 0 0 0,1 0 0 0 0,-1 1 0 0 0,0-1 0 0 0,1 0 0 0 0,-1 1 0 0 0,0-1 0 0 0,0 1 0 0 0,1-1 0 0 0,-2 0 0 0 0,-7-4 0 0 0,-4-1 0 0 0,-4 4 0 0 0,4 3 0 0 0,-5 2 0 0 0,4 4 0 0 0,4-2 0 0 0,2 3 0 0 0,6 1 0 0 0,11 4 0 0 0,3-9 0 0 0,1-1 0 0 0,-1-1 0 0 0,1 1 0 0 0,2-4-260 0 0,-12 1-1083 0 0,-33-20-17471 0 0,24 9 11872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10 412 0 0,'-7'1'2227'0'0,"-24"6"761"0"0,14-2 1387 0 0,1-1-1 0 0,0 2 1 0 0,-25 12-1 0 0,21-11 5247 0 0,44-9-9616 0 0,1 0 1 0 0,-1-1-1 0 0,0-1 0 0 0,36-11 0 0 0,-30 6-7 0 0,1 2 1 0 0,45-4-1 0 0,-53 8 2 0 0,-21 3 0 0 0,-1 0 0 0 0,0-1 0 0 0,0 1 0 0 0,1 0 0 0 0,-1 0 0 0 0,0 0 0 0 0,0 0 0 0 0,1 0 0 0 0,-1 0 0 0 0,0 0 0 0 0,0 1 0 0 0,1-1 0 0 0,-1 0 0 0 0,0 1 0 0 0,0-1 0 0 0,0 1 0 0 0,1-1 0 0 0,-1 1 0 0 0,0 0 0 0 0,0 0 0 0 0,0-1 0 0 0,0 1 0 0 0,0 0 0 0 0,0 0 0 0 0,0 0 0 0 0,-1 0 0 0 0,1 0 0 0 0,0 0 0 0 0,0 0 0 0 0,-1 0 0 0 0,1 0 0 0 0,-1 0 0 0 0,1 0 0 0 0,-1 1 0 0 0,1-1 0 0 0,-1 0 0 0 0,0 0 0 0 0,1 1 0 0 0,-1-1 0 0 0,0 0 0 0 0,0 0 0 0 0,0 1 0 0 0,0-1 0 0 0,0 0 0 0 0,0 0 0 0 0,-1 1 0 0 0,1-1 0 0 0,0 0 0 0 0,-1 2 0 0 0,1 2 0 0 0,-3 17 0 0 0,-1-1 0 0 0,0 1 0 0 0,-2 0 0 0 0,-12 32 0 0 0,16-48 0 0 0,-13 33 0 0 0,8-22 0 0 0,1 0 0 0 0,0 1 0 0 0,-5 28 0 0 0,4-20 0 0 0,5-19 0 0 0,0-1 0 0 0,0 1 0 0 0,1-1 0 0 0,0 1 0 0 0,0 0 0 0 0,0 0 0 0 0,1-1 0 0 0,0 1 0 0 0,1 9 0 0 0,0-2 0 0 0,3-6 0 0 0,6-6 0 0 0,-8-3-312 0 0,0-1 0 0 0,1 0 0 0 0,-1 0 0 0 0,-1 0 0 0 0,1 0 0 0 0,0 0 0 0 0,0 0 0 0 0,-1 0 0 0 0,1 0 0 0 0,-1-1 0 0 0,0 1 0 0 0,0-1 0 0 0,0 1 0 0 0,0-1 0 0 0,0 1 0 0 0,0-1 0 0 0,-1 0 0 0 0,1 1 0 0 0,-1-1 0 0 0,0 0 0 0 0,1 0 0 0 0,-1 1 0 0 0,-1-1 0 0 0,1-3 0 0 0,-1-2-1004 0 0,1 1 1 0 0,-1-1-1 0 0,0 0 1 0 0,-1 1-1 0 0,0 0 0 0 0,0-1 1 0 0,0 1-1 0 0,-5-8 1 0 0,0 5-6067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0 174 772 0 0,'0'0'2184'0'0,"1"7"-307"0"0,-1-5 253 0 0,1 1 0 0 0,-1-1 0 0 0,0 0 1 0 0,1 1-1 0 0,0-1 0 0 0,-1 0 0 0 0,1 0 0 0 0,0 0 0 0 0,0 0 0 0 0,2 4 1 0 0,6-5-1733 0 0,0-1 1 0 0,0-1 0 0 0,0 1 0 0 0,0-1-1 0 0,0-1 1 0 0,0 1 0 0 0,0-1 0 0 0,-1-1 0 0 0,1 0-1 0 0,8-4 1 0 0,48-32-639 0 0,8-24-5848 0 0,-10-4-8743 0 0,-45 47 8371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4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2324 0 0,'-19'17'11828'0'0,"12"-10"-4372"0"0,1-2-3360 0 0,-4-2 640 0 0,-22 21-2409 0 0,25-17-2327 0 0,2 2 0 0 0,4-9 0 0 0,1 1 0 0 0,-1 0 0 0 0,1 0 0 0 0,-1 0 0 0 0,1-1 0 0 0,0 1 0 0 0,-1 0 0 0 0,1 0 0 0 0,0 0 0 0 0,0 0 0 0 0,0 0 0 0 0,0 0 0 0 0,0-1 0 0 0,0 1 0 0 0,0 0 0 0 0,0 0 0 0 0,0 0 0 0 0,0 0 0 0 0,0 0 0 0 0,0 0 0 0 0,0 0 0 0 0,1-1 0 0 0,-1 1 0 0 0,0 0 0 0 0,1 0 0 0 0,-1 0 0 0 0,1 0 0 0 0,-1-1 0 0 0,1 1 0 0 0,-1 0 0 0 0,1-1 0 0 0,0 1 0 0 0,-1 0 0 0 0,1-1 0 0 0,0 1 0 0 0,1 0 0 0 0,23 9 0 0 0,-23-9 0 0 0,19 3 0 0 0,1 0 0 0 0,0-2 0 0 0,42 0 0 0 0,48 4 0 0 0,-96-3 0 0 0,-4 0 0 0 0,-5 5 0 0 0,-7 7 0 0 0,-2-7 0 0 0,-1 0 0 0 0,0 0 0 0 0,-1-1 0 0 0,0 0 0 0 0,0 1 0 0 0,0-1 0 0 0,-1-1 0 0 0,-8 11 0 0 0,-49 48 0 0 0,59-62-112 0 0,1 0 0 0 0,-1-1 0 0 0,-1 1 0 0 0,1-1 0 0 0,0 0 0 0 0,-1 0 0 0 0,1 0 0 0 0,-1 0 0 0 0,1-1 1 0 0,-1 1-1 0 0,0-1 0 0 0,0 0 0 0 0,0 0 0 0 0,0 0 0 0 0,1-1 0 0 0,-1 1 0 0 0,-6-1 0 0 0,6-1-220 0 0,0 1 0 0 0,0-1 0 0 0,0 0-1 0 0,0 0 1 0 0,0-1 0 0 0,0 1 0 0 0,0-1 0 0 0,1 0 0 0 0,-1 0 0 0 0,1 0 0 0 0,-1 0-1 0 0,1-1 1 0 0,0 1 0 0 0,0-1 0 0 0,0 0 0 0 0,0 0 0 0 0,-3-5 0 0 0,-8-12-9042 0 0,-4 1 715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2836 0 0,'49'-13'10953'0'0,"21"-21"-4438"0"0,-19 8-3540 0 0,189-74 4451 0 0,-195 81-8201 0 0,-18 6-5247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53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52 200 0 0,'-6'7'32552'0'0,"32"-9"-32537"0"0,-10-1-15 0 0,-2 0 0 0 0,3 3 0 0 0,-4 0 0 0 0,-1-1 0 0 0,2 1 0 0 0,3-3 0 0 0,-4 3 0 0 0,0-3 0 0 0,-1-1 0 0 0,1 2 0 0 0,4 3 0 0 0,-3-1 0 0 0,-1 0 0 0 0,3 0 0 0 0,4 0 0 0 0,-2 0 0 0 0,6-2 0 0 0,-23 2 0 0 0,37 0 0 0 0,84 12 0 0 0,-53-7 0 0 0,84 12 0 0 0,-146-15 0 0 0,0-2 0 0 0,-1 1 0 0 0,1-1 0 0 0,0 0 0 0 0,-1 0 0 0 0,8-2 0 0 0,5 0 0 0 0,6 5 0 0 0,4-7 0 0 0,-17 1 0 0 0,-6 1 0 0 0,42-5 0 0 0,-34 6 0 0 0,-2 0 0 0 0,2-1 0 0 0,206-19 0 0 0,-211 19 0 0 0,2-1 0 0 0,2 1 0 0 0,1 0 0 0 0,-1-2 0 0 0,-13-7-308 0 0,-13 4-4180 0 0,3 7 1349 0 0,-1 0-6256 0 0,-19 6 719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55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326 103 552 0 0,'-3'-5'1319'0'0,"1"0"-1"0"0,-1 0 1 0 0,1-1 0 0 0,0 1-1 0 0,0 0 1 0 0,1-1 0 0 0,-1 0-1 0 0,1 1 1 0 0,0-1 0 0 0,1 0-1 0 0,0-9 1 0 0,0 13-383 0 0,-1-1-729 0 0,-9-15 11336 0 0,6 14-10546 0 0,2 3 1501 0 0,-2 1-2309 0 0,-11 2-168 0 0,3 5-21 0 0,3 1 0 0 0,-1 1 0 0 0,8 0 0 0 0,-2 0 0 0 0,3 4 0 0 0,10 105 0 0 0,-6-95 0 0 0,-1 1 0 0 0,-1-1 0 0 0,-3 28 0 0 0,2-21 0 0 0,0 0 0 0 0,7 48 0 0 0,-1-29 0 0 0,3 41 0 0 0,5 104 0 0 0,-13-159 0 0 0,0-21 0 0 0,-1-1 0 0 0,0 1 0 0 0,-1 0 0 0 0,0 0 0 0 0,-6 20 0 0 0,-23 135 0 0 0,2-5 0 0 0,18-95 0 0 0,-20 69 0 0 0,14-72 0 0 0,-8 79 0 0 0,14-75 0 0 0,1 71 0 0 0,4-44 0 0 0,-2 25 0 0 0,5-61 0 0 0,-3-1 0 0 0,-16 83 0 0 0,-3 28 0 0 0,19-145 0 0 0,1 1 0 0 0,0 46 0 0 0,-9 228 0 0 0,-6-115 0 0 0,14-128 0 0 0,3-46 0 0 0,1 1 0 0 0,0 0 0 0 0,1 0 0 0 0,3 24 0 0 0,1 11 0 0 0,-4-38 0 0 0,1-1 0 0 0,0 1 0 0 0,0-1 0 0 0,4 14 0 0 0,2 8 0 0 0,-6-25 0 0 0,1 0 0 0 0,-1 1 0 0 0,1-1 0 0 0,0 0 0 0 0,0 0 0 0 0,6 10 0 0 0,-2-6 0 0 0,-2 1 0 0 0,1 0 0 0 0,-1 0 0 0 0,3 13 0 0 0,5 13 0 0 0,-5-12 0 0 0,0 0 0 0 0,4 28 0 0 0,7 30 0 0 0,1-14 0 0 0,-9-28 0 0 0,29 71 0 0 0,-7-19 0 0 0,-29-87 0 0 0,-1-1 0 0 0,1 1 0 0 0,-1 0 0 0 0,0 0 0 0 0,-1 0 0 0 0,1 0 0 0 0,0 8 0 0 0,5 12 0 0 0,-3-18 0 0 0,-1 0 0 0 0,0 0 0 0 0,0 0 0 0 0,-1 0 0 0 0,0 1 0 0 0,0-1 0 0 0,-1 1 0 0 0,0-1 0 0 0,0 1 0 0 0,-1 0 0 0 0,-1-1 0 0 0,1 1 0 0 0,-1 0 0 0 0,-4 14 0 0 0,4-15 0 0 0,-2 20 0 0 0,2 54 0 0 0,1-41 0 0 0,-17 58 0 0 0,16-84 0 0 0,-3 84 0 0 0,4-94 0 0 0,0 0 0 0 0,-1-1 0 0 0,0 1 0 0 0,0-1 0 0 0,0 1 0 0 0,-1-1 0 0 0,1 1 0 0 0,-1-1 0 0 0,0 1 0 0 0,0-1 0 0 0,-4 4 0 0 0,0 5 0 0 0,-19 62 0 0 0,14-47 0 0 0,2 0 0 0 0,-9 41 0 0 0,14-57 0 0 0,2-1 0 0 0,-2-1 0 0 0,2 1 0 0 0,4 2 0 0 0,2-2 0 0 0,-4 3 0 0 0,-4 2 0 0 0,1-2 0 0 0,-3-3 0 0 0,2-1 0 0 0,3 1 0 0 0,1 1 0 0 0,0 1 0 0 0,0 3 0 0 0,0-4 0 0 0,2 7 0 0 0,-4-13 0 0 0,-5 6 0 0 0,3 3 0 0 0,3 1 0 0 0,0-3 0 0 0,-4 0 0 0 0,5 0 0 0 0,5-1 0 0 0,-1-4 0 0 0,10-9 0 0 0,10-9-2828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5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77 788,'-10'-2'3257,"4"2"1053,-1-1-2822,0 0-1,0 1 0,0-1 0,0 2 0,0-1 0,0 1 0,0 0 0,0 1 0,-13 4 0,19-6-385,-14 8 2299,15-8-3290,-1 0 103,-1 0 0,1 0 1,0 0-1,-1 1 0,1-1 0,0 1 0,-1-1 1,1 1-1,0-1 0,0 1 0,0-1 1,-1 1-1,1 0 0,0 0 0,0 0 0,0 0 1,0 0-1,0 0 0,0 0 0,0 0 1,1 0-1,-2 2 0,2 8-214,12-4 0,7-3 0,0 0 0,0-2 0,0 0 0,0-2 0,21-1 0,101-15 0,-46 3 0,170-20 0,-41 2 0,-210 30 0,-1-1 0,-1-1 0,-3-2 0,-12-8-911,2 3-8373,6 1 4558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1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63 1520,'-33'-25'15338,"28"25"-14850,0-1-1,-1 1 1,1 1 0,0-1-1,0 1 1,0 0-1,0 0 1,0 0 0,0 1-1,1 0 1,-1 0-1,-5 3 1,-53 37 7815,37-23-7036,18-13-1267,-1 2 0,2-1 0,-1 1 0,1 0 0,0 1 0,1 0 0,0 0 0,0 0 0,1 1 0,0 0 0,-6 18 0,10-26 0,1 0 0,-1 0 0,1 0 0,-1-1 0,1 1 0,0 0 0,0 0 0,0 0 0,0 0 0,0 0 0,0 0 0,1-1 0,-1 1 0,1 0 0,-1 0 0,1 0 0,-1-1 0,1 1 0,2 3 0,-2-4 0,0 0 0,0 0 0,0 0 0,1-1 0,-1 1 0,0 0 0,1-1 0,-1 1 0,0 0 0,1-1 0,-1 0 0,1 1 0,-1-1 0,1 0 0,-1 0 0,1 0 0,-1 1 0,3-2 0,3 1 0,-1-1 0,1-1 0,-1 1 0,1-1 0,-1 0 0,0 0 0,9-5 0,2-4 0,-1 0 0,0-1 0,0-1 0,-2 0 0,0-1 0,0-1 0,20-28 0,-32 40 0,-1-1 0,1 0 0,-1 1 0,1-1 0,-1 0 0,0 0 0,-1 0 0,1 0 0,-1 0 0,0 0 0,0 0 0,0 0 0,-1-8 0,1 9 0,-1 0 0,1 0 0,-1 0 0,0 0 0,0 1 0,0-1 0,0 0 0,0 0 0,-1 0 0,1 1 0,-1-1 0,0 1 0,0-1 0,0 1 0,0 0 0,0 0 0,0-1 0,-1 2 0,-4-4 0,-1 0 0,5 3 0,1 1 0,-1-1 0,1 1 0,-1 0 0,1 0 0,-1 0 0,0 0 0,0 1 0,0-1 0,1 1 0,-1-1 0,0 1 0,-4 0 0,-11 2 0,2 0 0,30-3-2492,42-1-11598,-42-1 4990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2492,'0'0'27620,"-3"6"-25400,-10 19-1785,10-7-435,3-5 0,0 1 0,0-2 0,0 2 0,-1-14 0,1 0 0,0 0 0,0 0 0,0 0 0,0 0 0,0 0 0,0 1 0,0-1 0,0 0 0,0 0 0,0 0 0,-1 0 0,1 1 0,0-1 0,0 0 0,0 0 0,0 0 0,0 0 0,0 1 0,0-1 0,0 0 0,0 0 0,0 0 0,0 0 0,1 1 0,-1-1 0,0 0 0,0 0 0,0 0 0,0 0 0,0 0 0,0 1 0,0-1 0,0 0 0,0 0 0,0 0 0,1 0 0,-1 0 0,0 0 0,0 0 0,0 1 0,0-1 0,0 0 0,1 0 0,-1 0 0,0 0 0,0 0 0,0 0 0,0 0 0,1 0 0,-1 0 0,0 0 0,0 0 0,0 0 0,0 0 0,1 0 0,12-19 0,-9 4-2819,-5-5-7301,1 14 5770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66 1120,'0'0'17768,"-2"4"-15491,-8 14 8444,13-16-9965,4 3-748,0-1 0,0 0 1,0 0-1,1-1 0,0 0 1,-1 0-1,1-1 1,0 0-1,0 0 0,1-1 1,-1 0-1,0 0 0,0-1 1,11-1-1,-6 0-8,-1 0 0,0-1 0,0 0 0,0-1 0,0 0 0,0-1 0,0 0 0,-1-1 0,0 0 0,0-1 0,17-12 0,-12 9 0,-5-2 0,-9 10 0,-1-1-295,-1 1 0,1 0 0,0-1 0,0 1 0,-1-1 0,1 1 0,0-1 0,-1 1 0,0-1 0,1 0 0,-1 1 0,0-1 0,0-2 0,-6-21-12452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3 1928,'-9'-3'30709,"-25"125"-30548,23-75-176,-23 59-1,-27 65 16,53-157-3612,-4 12-10341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9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1056,'0'0'20537,"5"1"-18955,19 0 2239,24-5 1818,0 4-5507,-18 4-132,-1 0 0,0 2 0,37 13 0,-34-10 0,66 12 0,220 2 0,-232-19 0,-17 0 0,-56-5 0,1-3 0,-18-13-312,2 12 1373,-2-3-4033,-6-13-12147,3 7 6447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9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16 1304,'0'0'1919,"-9"-12"3350,2 8 1457,2 5-6073,-1 0-1,0-1 1,1 2-1,-1-1 1,1 1-1,-1 0 1,1 0-1,0 0 1,0 1-1,0-1 1,0 1-1,0 1 1,-6 4-1,-3 5 2153,0 0-1,-23 28 1,27-25-2805,-1 1 0,2 0 0,0 1 0,1 0 0,1 0 0,1 1 0,0 0 0,1 0 0,2 0 0,-3 26 0,5-42 0,1 0 0,-1 0 0,1 0 0,0 0 0,0 0 0,0 0 0,1 0 0,-1 0 0,1 0 0,-1 0 0,1-1 0,0 1 0,0 0 0,0 0 0,0-1 0,1 1 0,-1 0 0,1-1 0,0 0 0,0 1 0,-1-1 0,2 0 0,-1 0 0,0 0 0,0 0 0,0 0 0,1-1 0,-1 1 0,5 2 0,-1-3 0,-1 1 0,0-1 0,1 0 0,-1 0 0,0 0 0,1-1 0,-1 0 0,1 0 0,-1 0 0,1-1 0,-1 0 0,0 0 0,1 0 0,8-4 0,1-1 0,-1 0 0,0-2 0,-1 1 0,0-2 0,0 0 0,-1 0 0,0-1 0,16-17 0,-23 21 0,0 1 0,0-1 0,0 0 0,-1 0 0,0 0 0,0-1 0,-1 0 0,0 1 0,0-1 0,0 0 0,-1-1 0,0 1 0,-1 0 0,1-1 0,-1 1 0,-1-1 0,1 1 0,-1-1 0,-2-9 0,2 14 0,-1-1 0,0 1 0,0 0 0,0 0 0,-1-1 0,1 1 0,-1 0 0,1 0 0,-1 0 0,0 0 0,0 1 0,0-1 0,-1 1 0,1-1 0,-1 1 0,1 0 0,-1 0 0,0 0 0,0 0 0,0 0 0,0 0 0,0 1 0,0 0 0,0-1 0,-1 1 0,1 1 0,0-1 0,-1 0 0,1 1 0,-1-1 0,1 1 0,-1 0 0,1 0 0,0 1 0,-6 0 0,1 0 0,0 1 0,0-1 0,0 1 0,0 1 0,0 0 0,0 0 0,1 0 0,0 1 0,0 0 0,0 0 0,0 1 0,0 0 0,-9 10 0,15-14-1,0 0 1,0 1-1,0 0 0,0-1 1,0 1-1,0-1 0,1 1 0,-1 0 1,1 0-1,-1-1 0,1 1 1,-1 0-1,1 0 0,0 0 1,0-1-1,0 1 0,0 0 0,0 0 1,1 0-1,-1-1 0,0 1 1,1 0-1,-1 0 0,1-1 1,0 1-1,0 0 0,-1-1 1,1 1-1,0 0 0,0-1 0,1 0 1,-1 1-1,0-1 0,0 0 1,1 1-1,-1-1 0,1 0 1,-1 0-1,1 0 0,-1 0 0,1 0 1,0-1-1,-1 1 0,1 0 1,0-1-1,1 1 0,15 2-3062,-9-1-1864,0 0-5016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1 788,'0'0'15657,"-4"4"-12808,-1 0-2514,1-1 135,0 0-1,0 0 0,0 0 0,1 1 0,-1 0 1,1 0-1,0 0 0,0 0 0,0 0 0,1 0 1,-1 1-1,1 0 0,0-1 0,1 1 0,-1 0 1,1 0-1,0 0 0,0 0 0,0 0 0,1 0 1,-1 0-1,1 0 0,0 0 0,1 0 0,0 0 1,-1 0-1,4 8 0,3 6-469,4-8 0,-5-3 0,7-6 0,12-10 0,-21 0 0,-4 7 0,15-34-3766,-12-21-8360,-3 44 9857,0-1-5944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1744,'3'-30'11497,"1"18"-9454,-1 7-908,0 1 0,0 0 0,1 0 0,-1 0 0,1 0 0,6-4 1,44-21 6308,-40 22-5686,-9 7-1460,-1 0-296,0 0 1,1 1 0,-1-1 0,0 1-1,0 0 1,0 0 0,0 1 0,0-1-1,0 1 1,-1 0 0,1 0 0,0 0-1,-1 0 1,0 1 0,1-1 0,4 7-1,-6-7-2,-1 1-1,1 0 1,-1 0-1,0 0 1,0 0 0,0 0-1,0 0 1,0 0-1,-1 0 1,1 1-1,-1-1 1,0 0-1,0 0 1,0 0-1,0 1 1,-1-1-1,1 0 1,-1 0-1,-2 5 1,0 1 0,-1-1 0,0 1 0,-1-1 0,1 1 0,-2-1 0,1-1 0,-1 1 0,-1-1 0,-10 10 0,-15 19 0,-28 31 0,53-51 0,6-12 0,1-3 0,-1-1 0,1 1 0,-1-1 0,1 1 0,0 0 0,-1-1 0,1 1 0,0-1 0,-1 1 0,1 0 0,0-1 0,0 1 0,-1 0 0,1 0 0,0-1 0,0 1 0,0 0 0,0-1 0,0 1 0,0 0 0,0-1 0,0 1 0,0 0 0,1 0 0,-1-1 0,0 1 0,0 0 0,1-1 0,-1 1 0,0 0 0,1-1 0,-1 1 0,1-1 0,-1 1 0,0-1 0,1 1 0,-1-1 0,1 1 0,0-1 0,-1 1 0,1-1 0,-1 0 0,1 1 0,0-1 0,-1 0 0,1 1 0,0-1 0,-1 0 0,1 0 0,0 0 0,-1 1 0,1-1 0,0 0 0,0 0 0,-1 0 0,1 0 0,0-1 0,33-1 0,185-56 0,-165 38-123,-52 19-797,-5 5-1401,-10 11-757,9-11-1893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7 219 1316,'-7'-4'18504,"37"3"-17357,0-2 0,0-1 0,0-1 0,0-2 0,36-13-1,-28 6-1673,0-1 0,-2-3-1,57-34 1,-48 17-3453,-20 8-5938,-13 14 3904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17 524 0 0,'0'-1'7423'0'0,"-4"-12"3479"0"0,2 12-10772 0 0,0 1 0 0 0,-1-1 1 0 0,1 1-1 0 0,0 0 0 0 0,-1 0 0 0 0,1 0 0 0 0,0 0 0 0 0,-1 0 1 0 0,1 0-1 0 0,0 1 0 0 0,-1-1 0 0 0,1 1 0 0 0,0 0 1 0 0,-1-1-1 0 0,1 1 0 0 0,0 0 0 0 0,0 0 0 0 0,-3 3 0 0 0,-2 0 662 0 0,1 1 0 0 0,0 0 0 0 0,0 0 0 0 0,0 1 0 0 0,-8 10 0 0 0,2 0 546 0 0,1 0 1 0 0,1 0 0 0 0,0 1-1 0 0,-8 22 1 0 0,16-35-1339 0 0,0 1 0 0 0,0-1 0 0 0,1 1 0 0 0,-1 0 0 0 0,1 0 0 0 0,1-1 0 0 0,-1 1 0 0 0,0 0 0 0 0,1 0 0 0 0,0 0 0 0 0,0 0 0 0 0,1 0 0 0 0,0 0 0 0 0,-1 0 0 0 0,1 0 0 0 0,1-1 0 0 0,-1 1 0 0 0,1 0 0 0 0,0-1 0 0 0,4 8 0 0 0,-3-8 0 0 0,1 0 0 0 0,-1 0 0 0 0,1 0 0 0 0,0-1 0 0 0,0 1 0 0 0,1-1 0 0 0,-1 0 0 0 0,1 0 0 0 0,-1-1 0 0 0,1 1 0 0 0,0-1 0 0 0,0 0 0 0 0,0 0 0 0 0,0-1 0 0 0,1 1 0 0 0,-1-1 0 0 0,0-1 0 0 0,0 1 0 0 0,7 0 0 0 0,10-2 0 0 0,1 0 0 0 0,0-1 0 0 0,-1-1 0 0 0,1-1 0 0 0,-1-1 0 0 0,0-1 0 0 0,-1-1 0 0 0,26-11 0 0 0,-43 16 0 0 0,0-1 0 0 0,0 1 0 0 0,0-1 0 0 0,0 0 0 0 0,-1 1 0 0 0,1-2 0 0 0,-1 1 0 0 0,0 0 0 0 0,0-1 0 0 0,0 1 0 0 0,0-1 0 0 0,0 0 0 0 0,-1 0 0 0 0,0 0 0 0 0,0 0 0 0 0,0-1 0 0 0,2-6 0 0 0,-3 10 0 0 0,-1 0 0 0 0,1-1 0 0 0,-1 1 0 0 0,1 0 0 0 0,-1 0 0 0 0,0-1 0 0 0,1 1 0 0 0,-1 0 0 0 0,0 0 0 0 0,0-1 0 0 0,0 1 0 0 0,0 0 0 0 0,0-1 0 0 0,0 1 0 0 0,0 0 0 0 0,-1-1 0 0 0,1 1 0 0 0,0 0 0 0 0,-1 0 0 0 0,0-2 0 0 0,0 0 0 0 0,0-1 0 0 0,0 0 0 0 0,-1 0 0 0 0,1 1 0 0 0,-1-1 0 0 0,0 0 0 0 0,0 1 0 0 0,0 0 0 0 0,-1-1 0 0 0,1 1 0 0 0,-1 0 0 0 0,0 0 0 0 0,0 0 0 0 0,0 0 0 0 0,0 1 0 0 0,0-1 0 0 0,0 1 0 0 0,-1 0 0 0 0,1 0 0 0 0,-1 0 0 0 0,0 0 0 0 0,1 1 0 0 0,-1-1 0 0 0,-5 0 0 0 0,4 0 0 0 0,-8-2 0 0 0,-4 1 0 0 0,3 1 0 0 0,13 2-10 0 0,1 0 1 0 0,0 0-1 0 0,-1 0 1 0 0,1 0-1 0 0,0 0 1 0 0,-1 0-1 0 0,1 0 1 0 0,0 0-1 0 0,-1 0 0 0 0,1 0 1 0 0,-1 1-1 0 0,1-1 1 0 0,0 0-1 0 0,0 0 1 0 0,-1 0-1 0 0,1 0 1 0 0,0 1-1 0 0,-1-1 0 0 0,1 0 1 0 0,0 0-1 0 0,0 0 1 0 0,-1 1-1 0 0,1-1 1 0 0,0 0-1 0 0,0 1 1 0 0,-1-1-1 0 0,1 0 0 0 0,0 1 1 0 0,0-1-1 0 0,0 0 1 0 0,0 1-1 0 0,0-1 1 0 0,0 0-1 0 0,-1 1 1 0 0,1-1-1 0 0,18 17-3537 0 0,-9-11-1855 0 0,0-1-4025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2584 0 0,'0'1'4024'0'0,"-2"13"7036"0"0,0-10-9409 0 0,1-4-1321 0 0,1 0 0 0 0,-1 1 0 0 0,1-1 0 0 0,-1 1 0 0 0,1-1 0 0 0,0 1 0 0 0,-1-1 0 0 0,1 1 0 0 0,0-1 0 0 0,-1 1 0 0 0,1-1 0 0 0,0 1 0 0 0,0 0 0 0 0,0-1 1 0 0,-1 1-1 0 0,1-1 0 0 0,0 1 0 0 0,0 0 0 0 0,0-1 0 0 0,0 1 0 0 0,0-1 0 0 0,0 1 0 0 0,0 0 0 0 0,1 0 0 0 0,0 3 190 0 0,1 0-1 0 0,0 0 1 0 0,0-1 0 0 0,0 1 0 0 0,0-1-1 0 0,1 1 1 0 0,0-1 0 0 0,-1 0-1 0 0,5 4 1 0 0,1-2-520 0 0,1-2-111 0 0,-7-2-678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40 532 0 0,'0'0'4258'0'0,"2"-2"-971"0"0,15-10 10398 0 0,-10 7-11111 0 0,36-2 2020 0 0,-24 2-3850 0 0,1 2-1 0 0,0 0 1 0 0,-1 2-1 0 0,29 0 1 0 0,-35 2-640 0 0,-3 2-89 0 0,-9-3-15 0 0,-1 1 0 0 0,1-1 0 0 0,-1 1 0 0 0,1-1 0 0 0,0 1 0 0 0,-1-1 0 0 0,1 1 0 0 0,-1-1 0 0 0,1 1 0 0 0,-1 0 0 0 0,0-1 0 0 0,1 1 0 0 0,-1 0 0 0 0,1 0 0 0 0,-1-1 0 0 0,0 1 0 0 0,0 0 0 0 0,0 0 0 0 0,1-1 0 0 0,-1 1 0 0 0,0 0 0 0 0,0 0 0 0 0,0 0 0 0 0,0-1 0 0 0,0 1 0 0 0,0 0 0 0 0,-1 0 0 0 0,1 0 0 0 0,0-1 0 0 0,0 1 0 0 0,0 0 0 0 0,-1 0 0 0 0,1-1 0 0 0,0 1 0 0 0,-1 0 0 0 0,1-1 0 0 0,-1 1 0 0 0,0 0 0 0 0,-3 10 0 0 0,-1-1 0 0 0,-1 1 0 0 0,0-2 0 0 0,0 1 0 0 0,-1 0 0 0 0,0-1 0 0 0,0-1 0 0 0,-13 12 0 0 0,-30 39 0 0 0,46-52 0 0 0,0-1 0 0 0,0 1 0 0 0,1-1 0 0 0,0 1 0 0 0,0 0 0 0 0,-4 15 0 0 0,7-20 0 0 0,0 1 0 0 0,-1-1 0 0 0,1 0 0 0 0,0 0 0 0 0,0 0 0 0 0,0 1 0 0 0,1-1 0 0 0,-1 0 0 0 0,1 0 0 0 0,-1 0 0 0 0,1 0 0 0 0,0 0 0 0 0,-1 0 0 0 0,1 0 0 0 0,0 0 0 0 0,0 0 0 0 0,1 0 0 0 0,-1 0 0 0 0,0 0 0 0 0,1-1 0 0 0,-1 1 0 0 0,1-1 0 0 0,-1 1 0 0 0,1-1 0 0 0,0 1 0 0 0,-1-1 0 0 0,1 0 0 0 0,3 1 0 0 0,5 3 0 0 0,1 0 0 0 0,-1-1 0 0 0,1 0 0 0 0,0-1 0 0 0,1 0 0 0 0,-1-1 0 0 0,0-1 0 0 0,1 1 0 0 0,-1-2 0 0 0,20 0 0 0 0,13-4 0 0 0,59-11 0 0 0,-81 11 0 0 0,-17 4 0 0 0,19-8 0 0 0,-20 6 0 0 0,-4 2 0 0 0,0 0 0 0 0,0 0 0 0 0,1 0 0 0 0,-1 0 0 0 0,0 0 0 0 0,0 0 0 0 0,1 0 0 0 0,-1 0 0 0 0,0 0 0 0 0,0 0 0 0 0,1 0 0 0 0,-1 0 0 0 0,0-1 0 0 0,0 1 0 0 0,0 0 0 0 0,1 0 0 0 0,-1 0 0 0 0,0 0 0 0 0,0-1 0 0 0,0 1 0 0 0,0 0 0 0 0,1 0 0 0 0,-1 0 0 0 0,0-1 0 0 0,0 1 0 0 0,0 0 0 0 0,0 0 0 0 0,0 0 0 0 0,0-1 0 0 0,1 1 0 0 0,-1 0 0 0 0,0 0 0 0 0,0-1 0 0 0,0 1 0 0 0,0 0 0 0 0,0 0 0 0 0,0-1 0 0 0,0 1 0 0 0,0-1 0 0 0,-17-10-31 0 0,-9 5-6369 0 0,11 10-6307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6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35 944 0 0,'0'0'2051'0'0,"5"-24"13714"0"0,-5 14-2165 0 0,-2 14-13236 0 0,-35 83-356 0 0,3 1 1 0 0,5 1 0 0 0,3 2-1 0 0,-25 179 1 0 0,43-194-9 0 0,4 0 0 0 0,4 0 0 0 0,10 89 0 0 0,3-41 0 0 0,-13-117 0 0 0,0 0 0 0 0,1 1 0 0 0,0-1 0 0 0,0 0 0 0 0,1 0 0 0 0,4 10 0 0 0,-4-9 0 0 0,-1 5 0 0 0,0-2 0 0 0,0-1 0 0 0,-11 1 0 0 0,9-11 0 0 0,1 0 0 0 0,-1 0 0 0 0,0 1 0 0 0,1-1 0 0 0,-1 0 0 0 0,1 0 0 0 0,-1 0 0 0 0,1 0 0 0 0,-1 0 0 0 0,0 0 0 0 0,1 0 0 0 0,-1 0 0 0 0,1 0 0 0 0,-1 0 0 0 0,1 0 0 0 0,-1-1 0 0 0,1 1 0 0 0,-1 0 0 0 0,0 0 0 0 0,1-1 0 0 0,-1 1 0 0 0,1 0 0 0 0,-1 0 0 0 0,1-1 0 0 0,0 1 0 0 0,-1-1 0 0 0,-3-19 0 0 0,5 14-843 0 0,0-1 0 0 0,0 0 0 0 0,0 1 0 0 0,1-1-1 0 0,0 0 1 0 0,0 1 0 0 0,4-8 0 0 0,-3 8-574 0 0,0 0 1 0 0,-1-1-1 0 0,0 1 0 0 0,0-1 1 0 0,-1 0-1 0 0,0 1 0 0 0,1-9 1 0 0,-2 4-6844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76 656 0 0,'0'-10'3144'0'0,"-1"5"1231"0"0,-9-16 1417 0 0,-3-4 3368 0 0,12 23-7625 0 0,-21-10 6387 0 0,17 13-7911 0 0,0 0 0 0 0,0 0 0 0 0,0 0-1 0 0,0 1 1 0 0,1 0 0 0 0,-1 0-1 0 0,0 0 1 0 0,1 0 0 0 0,0 1 0 0 0,-1 0-1 0 0,1 0 1 0 0,0 0 0 0 0,0 0 0 0 0,1 1-1 0 0,-1-1 1 0 0,1 1 0 0 0,-4 5 0 0 0,-2 1-22 0 0,3-3 11 0 0,0 0 0 0 0,1 0 0 0 0,-1 1 0 0 0,2 0 0 0 0,-1 0 0 0 0,1 0 0 0 0,0 0 0 0 0,-4 15 0 0 0,7-11 0 0 0,1-11 0 0 0,0 1 0 0 0,0 0 0 0 0,0-1 0 0 0,0 1 0 0 0,0-1 0 0 0,0 1 0 0 0,0-1 0 0 0,1 1 0 0 0,-1-1 0 0 0,1 1 0 0 0,-1-1 0 0 0,1 0 0 0 0,-1 1 0 0 0,1-1 0 0 0,0 0 0 0 0,0 1 0 0 0,0-1 0 0 0,-1 0 0 0 0,1 0 0 0 0,0 0 0 0 0,1 0 0 0 0,-1 1 0 0 0,0-2 0 0 0,0 1 0 0 0,0 0 0 0 0,1 0 0 0 0,-1 0 0 0 0,0 0 0 0 0,1-1 0 0 0,-1 1 0 0 0,0-1 0 0 0,1 1 0 0 0,-1-1 0 0 0,1 0 0 0 0,-1 1 0 0 0,1-1 0 0 0,-1 0 0 0 0,1 0 0 0 0,-1 0 0 0 0,3 0 0 0 0,3-1 0 0 0,0 0 0 0 0,0 0 0 0 0,1 0 0 0 0,-1-1 0 0 0,11-5 0 0 0,-17 7 0 0 0,14-6 0 0 0,0-1 0 0 0,0 0 0 0 0,0-1 0 0 0,14-11 0 0 0,-24 16 0 0 0,0-1 0 0 0,0 0 0 0 0,0-1 0 0 0,0 1 0 0 0,0-1 0 0 0,-1 0 0 0 0,0 0 0 0 0,0-1 0 0 0,-1 1 0 0 0,1-1 0 0 0,-1 0 0 0 0,0 0 0 0 0,2-6 0 0 0,-5 10 0 0 0,0 1 0 0 0,0-1 0 0 0,0 1 0 0 0,0-1 0 0 0,0 1 0 0 0,0-1 0 0 0,0 1 0 0 0,0-1 0 0 0,0 1 0 0 0,-1-1 0 0 0,1 1 0 0 0,-1-1 0 0 0,1 1 0 0 0,-1 0 0 0 0,0-1 0 0 0,1 1 0 0 0,-1 0 0 0 0,0-1 0 0 0,0 1 0 0 0,0 0 0 0 0,0 0 0 0 0,0 0 0 0 0,0 0 0 0 0,0 0 0 0 0,-2-1 0 0 0,-28-14 0 0 0,-1 12 0 0 0,8 3 0 0 0,24 0 0 0 0,-1 1 0 0 0,0 0 0 0 0,1 0 0 0 0,-1 0 0 0 0,1 0 0 0 0,-1 0 0 0 0,1 0 0 0 0,-1 0 0 0 0,0 0 0 0 0,1 0 0 0 0,-1 0 0 0 0,1 0 0 0 0,-1 0 0 0 0,0 0 0 0 0,1 0 0 0 0,-1 0 0 0 0,1 1 0 0 0,-1-1 0 0 0,1 0 0 0 0,-1 0 0 0 0,1 1 0 0 0,-1-1 0 0 0,1 0 0 0 0,-2 2 0 0 0,-7 5 0 0 0,-1 1 0 0 0,10 2-382 0 0,13 7-2529 0 0,-8-14-2097 0 0,2 0-4240 0 0,3-1 691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2520 0 0,'0'1'9142'0'0,"-1"12"1976"0"0,0-8-10562 0 0,-1 10 4747 0 0,16 13-1200 0 0,-10-19-4078 0 0,1 2-25 0 0,1-3 0 0 0,0-3-15 0 0,-5-4-315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6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8 105 848 0 0,'-1'-2'3188'0'0,"-4"-7"-2602"0"0,3 3 8772 0 0,3 3-8812 0 0,-1 1 0 0 0,1-1 0 0 0,0 1 1 0 0,0-1-1 0 0,0 1 0 0 0,0 0 0 0 0,0 0 0 0 0,0-1 0 0 0,1 1 0 0 0,-1 0 1 0 0,1 0-1 0 0,0 0 0 0 0,-1 0 0 0 0,1 0 0 0 0,0 1 0 0 0,4-4 0 0 0,11-12 2165 0 0,-14 14-2265 0 0,0 0 0 0 0,0 0 0 0 0,0 1 1 0 0,0-1-1 0 0,1 1 0 0 0,-1 0 0 0 0,1 0 0 0 0,0 0 0 0 0,-1 0 0 0 0,1 0 0 0 0,0 1 1 0 0,0 0-1 0 0,0 0 0 0 0,5-1 0 0 0,2 5-346 0 0,-6 9-100 0 0,-4 2 0 0 0,-1 0 0 0 0,-1 0 0 0 0,0 0 0 0 0,-1 0 0 0 0,0 0 0 0 0,-1-1 0 0 0,0 1 0 0 0,-1-1 0 0 0,-8 18 0 0 0,-8 31 0 0 0,19-47 0 0 0,1-2 0 0 0,2-1 0 0 0,9-5 0 0 0,-9-7 0 0 0,1 1 0 0 0,-1 0 0 0 0,0-1 0 0 0,0 1 0 0 0,1-1 0 0 0,-1 0 0 0 0,0 0 0 0 0,1 0 0 0 0,-1 0 0 0 0,0 0 0 0 0,1 0 0 0 0,-1-1 0 0 0,0 1 0 0 0,1-1 0 0 0,2-1 0 0 0,4-1 0 0 0,78-21 0 0 0,-58 15 0 0 0,47-10 0 0 0,-66 17-385 0 0,-7 1-3203 0 0,6 1 1604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8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6 24 0 0,'1'-6'16931'0'0,"-6"10"-16404"0"0,1-1 0 0 0,0 1 0 0 0,0 0 0 0 0,0 1 0 0 0,0-1 0 0 0,1 1 0 0 0,0 0 0 0 0,0 0 0 0 0,0 0 0 0 0,0 0 0 0 0,1 0 0 0 0,0 0 0 0 0,0 1 0 0 0,0-1 0 0 0,1 1 0 0 0,0-1 0 0 0,0 1 0 0 0,0 8 0 0 0,0 35 38 0 0,0 12 1180 0 0,3 0-1 0 0,16 109 1 0 0,-5-89-1745 0 0,2 131 0 0 0,-6-52 0 0 0,-8-53 0 0 0,-1-101 0 0 0,-2-7 0 0 0,-20-53 0 0 0,16 36-7169 0 0,0 0-4858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9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8 884 0 0,'6'-8'26996'0'0,"-14"16"-20317"0"0,1 0-8770 0 0,6-7 2096 0 0,-7 11 44 0 0,0 1 0 0 0,1 0 0 0 0,1 0 0 0 0,-1 1 0 0 0,-7 28 0 0 0,13 7-49 0 0,1-37 0 0 0,1-2 0 0 0,6 1 0 0 0,10-8 0 0 0,-12-4 0 0 0,0 0 0 0 0,1 0 0 0 0,-1-1 0 0 0,0 0 0 0 0,0 0 0 0 0,0 0 0 0 0,-1-1 0 0 0,1 1 0 0 0,0-1 0 0 0,-1 0 0 0 0,0 0 0 0 0,5-5 0 0 0,1-1 0 0 0,-1 0 0 0 0,-1-1 0 0 0,0 1 0 0 0,7-13 0 0 0,-9 12 0 0 0,-5-5 0 0 0,-2 2 0 0 0,-6 2 0 0 0,-6 7 0 0 0,9 6-1839 0 0,10 2-2680 0 0,23 2-6557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9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60 0 0,'0'0'20998'0'0,"-4"3"-19367"0"0,-12 9-32 0 0,12-9 1512 0 0,-4 12 2102 0 0,11-3-5058 0 0,5-2-155 0 0,-5-2 0 0 0,3 0 0 0 0,-1-2 0 0 0,3-1 0 0 0,-5-4 0 0 0,-1 1 0 0 0,1-1 0 0 0,-1-1 0 0 0,1 1 0 0 0,0 0 0 0 0,0-1 0 0 0,-1 1 0 0 0,1-1 0 0 0,0 0 0 0 0,0 0 0 0 0,-1 0 0 0 0,1 0 0 0 0,4-1 0 0 0,76-4 0 0 0,-69 6 0 0 0,-6 5 0 0 0,-8 8 0 0 0,-24 49 0 0 0,-3-7 0 0 0,9-22 0 0 0,10-20 0 0 0,4-7 0 0 0,1 0 0 0 0,0 0 0 0 0,0 0 0 0 0,1 0 0 0 0,-4 13 0 0 0,6-19 0 0 0,0 0 0 0 0,0 0 0 0 0,0-1 0 0 0,1 1 0 0 0,-1 0 0 0 0,0 0 0 0 0,0 0 0 0 0,0-1 0 0 0,1 1 0 0 0,-1 0 0 0 0,0 0 0 0 0,1-1 0 0 0,-1 1 0 0 0,1 0 0 0 0,-1-1 0 0 0,1 1 0 0 0,-1 0 0 0 0,1-1 0 0 0,-1 1 0 0 0,1-1 0 0 0,0 1 0 0 0,-1-1 0 0 0,1 1 0 0 0,0-1 0 0 0,-1 1 0 0 0,1-1 0 0 0,0 0 0 0 0,0 1 0 0 0,-1-1 0 0 0,1 0 0 0 0,0 0 0 0 0,0 0 0 0 0,0 0 0 0 0,-1 1 0 0 0,1-1 0 0 0,0 0 0 0 0,0 0 0 0 0,0 0 0 0 0,-1-1 0 0 0,1 1 0 0 0,1 0 0 0 0,-1 0 0 0 0,17 0 0 0 0,1-1 0 0 0,-1 0 0 0 0,1-2 0 0 0,-1 0 0 0 0,0-1 0 0 0,0-1 0 0 0,0 0 0 0 0,28-14 0 0 0,40-11 0 0 0,-66 21 0 0 0,-8 4 0 0 0,4 2 0 0 0,-13 1 0 0 0,-5 3 0 0 0,-22 13-1793 0 0,20-9-5399 0 0,1 0-717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10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12 600 0 0,'2'-11'29515'0'0,"-30"44"-28106"0"0,19-24-1098 0 0,0 1 0 0 0,0-1-1 0 0,-13 21 1 0 0,16-19-311 0 0,0-1 0 0 0,0-3 0 0 0,5-4 0 0 0,18-18 0 0 0,-2 4 0 0 0,-10 1 0 0 0,-7-1 0 0 0,-13 3 0 0 0,1 6 0 0 0,13 2 0 0 0,1 0 0 0 0,0 0 0 0 0,0 0 0 0 0,-1 0 0 0 0,1 0 0 0 0,0 0 0 0 0,0 0 0 0 0,0 0 0 0 0,-1 0 0 0 0,1 0 0 0 0,0-1 0 0 0,0 1 0 0 0,-1 0 0 0 0,1 0 0 0 0,0 0 0 0 0,0 0 0 0 0,0-1 0 0 0,-1 1 0 0 0,1 0 0 0 0,0 0 0 0 0,0 0 0 0 0,0-1 0 0 0,0 1 0 0 0,0 0 0 0 0,0 0 0 0 0,-1 0 0 0 0,1-1 0 0 0,0 1 0 0 0,0 0 0 0 0,0 0 0 0 0,0-1 0 0 0,0 1 0 0 0,0 0 0 0 0,0 0 0 0 0,0-1 0 0 0,0 1 0 0 0,0 0 0 0 0,0-1 0 0 0,0 1 0 0 0,0 0 0 0 0,0 0 0 0 0,0 0 0 0 0,1-1 0 0 0,-1 1 0 0 0,0 0 0 0 0,0 0 0 0 0,0-1 0 0 0,0 1 0 0 0,0 0 0 0 0,0 0 0 0 0,1 0 0 0 0,-1-1 0 0 0,0 1 0 0 0,0 0 0 0 0,0 0 0 0 0,1-1 0 0 0,18-15 0 0 0,-15 15 0 0 0,1-1 0 0 0,0 0 0 0 0,0 0 0 0 0,0-1 0 0 0,0 1 0 0 0,0-1 0 0 0,0-1 0 0 0,-1 1 0 0 0,7-6 0 0 0,-69 68 0 0 0,49-48 0 0 0,6 1 0 0 0,-1-2-173 0 0,4-8-917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37.833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29 1 864,'0'0'30428,"-4"3"-29187,-16 9-1266,15-9-1475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2:35.2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38 352 440 0 0,'1'-3'2772'0'0,"0"-2"-3078"0"0,-1 4 1104 0 0,1 1 0 0 0,-1-1 0 0 0,0 0 0 0 0,1 0 0 0 0,-1 1 0 0 0,0-1 0 0 0,0 0 0 0 0,0 0 0 0 0,0 0 0 0 0,0 1 0 0 0,0-1 0 0 0,-4-11 19142 0 0,2 16-19614 0 0,1-3-325 0 0,-1 1 0 0 0,1 0 0 0 0,0 0 0 0 0,0-1 0 0 0,0 1 1 0 0,0 0-1 0 0,0 0 0 0 0,0 0 0 0 0,1 0 0 0 0,-1 0 0 0 0,0 0 0 0 0,1 0 1 0 0,0 0-1 0 0,-1 0 0 0 0,1 0 0 0 0,0 1 0 0 0,0-1 0 0 0,0 0 0 0 0,1 3 1 0 0,0 7-6 0 0,-5 12 4 0 0,1-1 0 0 0,0 40 0 0 0,2-36 0 0 0,-5 44 0 0 0,5-56 0 0 0,-6 39 0 0 0,7-39 0 0 0,6-45 0 0 0,-6-22 0 0 0,2 0 0 0 0,2 1 0 0 0,14-65 0 0 0,-13 97 0 0 0,0-1 0 0 0,1 1 0 0 0,1 0 0 0 0,1 1 0 0 0,1-1 0 0 0,1 2 0 0 0,0-1 0 0 0,1 2 0 0 0,1-1 0 0 0,0 1 0 0 0,16-15 0 0 0,117-107 0 0 0,-145 137 0 0 0,0 1 0 0 0,1 0 0 0 0,-1 0 0 0 0,0-1 0 0 0,0 1 0 0 0,0 0 0 0 0,1 0 0 0 0,-1-1 0 0 0,0 1 0 0 0,0 0 0 0 0,1 0 0 0 0,-1 0 0 0 0,0 0 0 0 0,0-1 0 0 0,1 1 0 0 0,-1 0 0 0 0,0 0 0 0 0,1 0 0 0 0,-1 0 0 0 0,0 0 0 0 0,1 0 0 0 0,-1 0 0 0 0,0 0 0 0 0,0 0 0 0 0,1 0 0 0 0,-1 0 0 0 0,0 0 0 0 0,1 0 0 0 0,-1 0 0 0 0,0 0 0 0 0,1 0 0 0 0,-1 0 0 0 0,0 0 0 0 0,0 1 0 0 0,1-1 0 0 0,-1 0 0 0 0,0 0 0 0 0,1 0 0 0 0,-1 0 0 0 0,0 1 0 0 0,0-1 0 0 0,1 0 0 0 0,-1 0 0 0 0,0 0 0 0 0,0 1 0 0 0,0-1 0 0 0,0 0 0 0 0,1 0 0 0 0,-1 1 0 0 0,0-1 0 0 0,0 0 0 0 0,0 1 0 0 0,0-1 0 0 0,0 1 0 0 0,3 12 0 0 0,-3-13 0 0 0,0 0 0 0 0,-1 13 0 0 0,0 1 0 0 0,-1-1 0 0 0,-1 0 0 0 0,0 0 0 0 0,-5 14 0 0 0,-9 34 0 0 0,8-13 0 0 0,4-28 0 0 0,1 1 0 0 0,2 0 0 0 0,-2 21 0 0 0,4-25 0 0 0,0-9 0 0 0,-1 0 0 0 0,1-1 0 0 0,0 1 0 0 0,1 0 0 0 0,0-1 0 0 0,0 1 0 0 0,1-1 0 0 0,0 1 0 0 0,0-1 0 0 0,1 0 0 0 0,0 1 0 0 0,0-1 0 0 0,0-1 0 0 0,1 1 0 0 0,0 0 0 0 0,0-1 0 0 0,6 6 0 0 0,-2-6 0 0 0,3-3 0 0 0,3-5 0 0 0,2-4 0 0 0,-10-5 0 0 0,-6-2 0 0 0,0 12-9 0 0,0 1-1 0 0,0-1 1 0 0,0 0-1 0 0,0 0 1 0 0,0 0 0 0 0,0 0-1 0 0,0 0 1 0 0,0 0-1 0 0,-1 1 1 0 0,1-1 0 0 0,0 0-1 0 0,-1 0 1 0 0,1 0-1 0 0,0 1 1 0 0,-1-1 0 0 0,1 0-1 0 0,-1 0 1 0 0,1 1-1 0 0,-1-1 1 0 0,0 0 0 0 0,1 1-1 0 0,-1-1 1 0 0,0 1-1 0 0,1-1 1 0 0,-1 1 0 0 0,0-1-1 0 0,0 1 1 0 0,1-1-1 0 0,-1 1 1 0 0,0 0 0 0 0,0 0-1 0 0,0-1 1 0 0,1 1-1 0 0,-1 0 1 0 0,0 0 0 0 0,0 0-1 0 0,0 0 1 0 0,0 0-1 0 0,-1 0 1 0 0,-24-4-5379 0 0,10 5-1517 0 0,7 0 2039 0 0,-10 2-3697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2:35.4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0 131 2548,'5'1'24044,"265"-72"-19957,-60 13-1999,-196 55-2417,-19 6-546,-39 13-1822,-2 0-245,9-3-9911,24-8 5507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2:36.5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8.4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304 205 148 0 0,'0'0'12499'0'0,"-4"-3"-10802"0"0,-12-11-118 0 0,12 10 3569 0 0,6 0-3996 0 0,10-10 5901 0 0,-11 12-6835 0 0,-1 1 1 0 0,1 0-1 0 0,0 0 0 0 0,-1-1 0 0 0,0 1 0 0 0,1 0 0 0 0,-1-1 1 0 0,0 1-1 0 0,1 0 0 0 0,-1-1 0 0 0,0 1 0 0 0,0-1 0 0 0,0 1 1 0 0,0 0-1 0 0,-1-2 0 0 0,-4-13-218 0 0,3 2 0 0 0,2-8 0 0 0,-11-9 0 0 0,9 25 0 0 0,0 1 0 0 0,-1-1 0 0 0,1 1 0 0 0,-1 0 0 0 0,0 0 0 0 0,-5-5 0 0 0,6 8 0 0 0,0 0 0 0 0,0 1 0 0 0,0-1 0 0 0,-1 1 0 0 0,1 0 0 0 0,0-1 0 0 0,-1 1 0 0 0,1 0 0 0 0,-1 1 0 0 0,1-1 0 0 0,-1 0 0 0 0,1 1 0 0 0,-6-1 0 0 0,1 0 0 0 0,0 1 0 0 0,-1 0 0 0 0,1 0 0 0 0,0 0 0 0 0,0 1 0 0 0,0 1 0 0 0,0-1 0 0 0,0 1 0 0 0,0 0 0 0 0,0 0 0 0 0,1 1 0 0 0,-1 0 0 0 0,1 0 0 0 0,-1 1 0 0 0,1 0 0 0 0,0 0 0 0 0,1 0 0 0 0,-1 0 0 0 0,1 1 0 0 0,0 0 0 0 0,-7 9 0 0 0,1 2 0 0 0,1 0 0 0 0,1 1 0 0 0,0 0 0 0 0,-11 32 0 0 0,18-45 0 0 0,0 1 0 0 0,1 0 0 0 0,-1 0 0 0 0,1 1 0 0 0,0-1 0 0 0,0 0 0 0 0,1 0 0 0 0,-1 0 0 0 0,1 1 0 0 0,0-1 0 0 0,1 0 0 0 0,-1 0 0 0 0,1 1 0 0 0,0-1 0 0 0,0 0 0 0 0,1 0 0 0 0,0 0 0 0 0,0 0 0 0 0,0 0 0 0 0,0-1 0 0 0,5 8 0 0 0,-4-9 0 0 0,0 0 0 0 0,0-1 0 0 0,0 1 0 0 0,0-1 0 0 0,1 1 0 0 0,-1-1 0 0 0,1 0 0 0 0,0 0 0 0 0,-1-1 0 0 0,1 1 0 0 0,0-1 0 0 0,0 0 0 0 0,0 0 0 0 0,0 0 0 0 0,0-1 0 0 0,6 1 0 0 0,-1-1 0 0 0,0 0 0 0 0,1-1 0 0 0,-1 0 0 0 0,0-1 0 0 0,0 0 0 0 0,0 0 0 0 0,10-5 0 0 0,-3 1 0 0 0,1-2 0 0 0,-1 0 0 0 0,-1-1 0 0 0,1 0 0 0 0,-1-1 0 0 0,-1-1 0 0 0,18-17 0 0 0,-26 21 0 0 0,2 0 0 0 0,0-1 0 0 0,-1 0 0 0 0,0 0 0 0 0,-1 0 0 0 0,1-1 0 0 0,-2 0 0 0 0,8-15 0 0 0,-12 12 0 0 0,-1 4 0 0 0,0 7 0 0 0,1 0 0 0 0,-1 0 0 0 0,0 0 0 0 0,0 0 0 0 0,0 0 0 0 0,0 0 0 0 0,0 0 0 0 0,0 0 0 0 0,0 0 0 0 0,0 0 0 0 0,0 0 0 0 0,0 0 0 0 0,-1 0 0 0 0,1 0 0 0 0,0 0 0 0 0,-1 0 0 0 0,1 0 0 0 0,0 0 0 0 0,-1 0 0 0 0,1 1 0 0 0,-1-1 0 0 0,0 0 0 0 0,1 0 0 0 0,-1 0 0 0 0,0 1 0 0 0,1-1 0 0 0,-1 0 0 0 0,0 1 0 0 0,0-1 0 0 0,0 1 0 0 0,-1-2 0 0 0,1 1 0 0 0,-12-4 0 0 0,-16-1-2296 0 0,9 8-6382 0 0,4 1 1242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8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218 6 552 0 0,'-5'-5'22235'0'0,"-4"22"-16976"0"0,-3 14-5816 0 0,7-14 4561 0 0,-11 75-3123 0 0,12-59-750 0 0,-2 0 0 0 0,-12 35 0 0 0,-25 87-131 0 0,27-111 0 0 0,10-28 0 0 0,0 1 0 0 0,-6 26 0 0 0,-2-4 0 0 0,-13 18 0 0 0,8-26-342 0 0,37-61-2512 0 0,-11 16-1999 0 0,0 0-4530 0 0,-2-3 761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1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355 1 1948 0 0,'0'0'11024'0'0,"-4"5"-8343"0"0,-71 152 8823 0 0,23-44-5894 0 0,-2 34-5610 0 0,-64 166 0 0 0,107-299 0 0 0,10-13 0 0 0,-1 1 0 0 0,1-1 0 0 0,-1 1 0 0 0,1-1 0 0 0,0 1 0 0 0,0 0 0 0 0,-1 0 0 0 0,1 0 0 0 0,0-1 0 0 0,1 1 0 0 0,-1 0 0 0 0,0 0 0 0 0,1 0 0 0 0,-1 0 0 0 0,0 3 0 0 0,-10 14 0 0 0,11-19-30 0 0,0 0 1 0 0,0 0-1 0 0,-1 0 1 0 0,1 1-1 0 0,0-1 1 0 0,0 0-1 0 0,-1 0 1 0 0,1 0-1 0 0,0 0 1 0 0,0 0-1 0 0,-1 0 1 0 0,1 0-1 0 0,0 0 0 0 0,0 0 1 0 0,-1 0-1 0 0,1 0 1 0 0,0 0-1 0 0,0 0 1 0 0,-1 0-1 0 0,1 0 1 0 0,0 0-1 0 0,0 0 1 0 0,-1 0-1 0 0,1 0 1 0 0,0 0-1 0 0,0-1 0 0 0,-1 1 1 0 0,1 0-1 0 0,0 0 1 0 0,0 0-1 0 0,-1 0 1 0 0,1 0-1 0 0,0-1 1 0 0,0 1-1 0 0,0 0 1 0 0,0 0-1 0 0,-1 0 1 0 0,1-1-1 0 0,0 1 0 0 0,0 0 1 0 0,0-1-1 0 0,-1 1-195 0 0,1-1-1 0 0,0 0 0 0 0,-1 1 0 0 0,1-1 1 0 0,0 0-1 0 0,-1 1 0 0 0,1-1 0 0 0,0 0 1 0 0,0 1-1 0 0,0-1 0 0 0,0 0 0 0 0,0 0 1 0 0,0 1-1 0 0,0-1 0 0 0,0 0 0 0 0,0 0 1 0 0,0 1-1 0 0,0-1 0 0 0,0 0 0 0 0,0 1 1 0 0,1-1-1 0 0,-1 0 0 0 0,1 0 0 0 0,7-16-9652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6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21 264 0 0,'-8'-1'32401'0'0,"30"-11"-32299"0"0,-7 4-102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8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6 32767 0 0,'6'-2'0'0'0,"1"1"0"0"0,0 0 0 0 0,0 0 0 0 0,0 1 0 0 0,0 0 0 0 0,8 0 0 0 0,-14 0 0 0 0,0 0 0 0 0,1 0 0 0 0,-1 0 0 0 0,1 0 0 0 0,-1 1 0 0 0,1-1 0 0 0,-1 0 0 0 0,1 1 0 0 0,-1-1 0 0 0,1 1 0 0 0,-1-1 0 0 0,0 1 0 0 0,1 0 0 0 0,-1-1 0 0 0,0 1 0 0 0,0 0 0 0 0,0 0 0 0 0,1 0 0 0 0,-1 0 0 0 0,0 0 0 0 0,0 0 0 0 0,0 0 0 0 0,-1 1 0 0 0,1-1 0 0 0,0 0 0 0 0,0 0 0 0 0,-1 1 0 0 0,1-1 0 0 0,0 1 0 0 0,-1-1 0 0 0,0 0 0 0 0,1 1 0 0 0,-1-1 0 0 0,0 2 0 0 0,0 4 0 0 0,-1 1 0 0 0,0-1 0 0 0,0 0 0 0 0,-1 0 0 0 0,0 0 0 0 0,0 0 0 0 0,-1-1 0 0 0,0 1 0 0 0,0-1 0 0 0,-1 1 0 0 0,-5 7 0 0 0,-8 10 0 0 0,-32 32 0 0 0,6-6 0 0 0,14-23 0 0 0,23-22 0 0 0,-1-1 0 0 0,2 2 0 0 0,-1-1 0 0 0,0 1 0 0 0,1-1 0 0 0,0 1 0 0 0,1 1 0 0 0,-1-1 0 0 0,-4 10 0 0 0,9-16 0 0 0,0 1 0 0 0,0-1 0 0 0,0 0 0 0 0,-1 0 0 0 0,1 0 0 0 0,0 0 0 0 0,0 0 0 0 0,0 0 0 0 0,0 1 0 0 0,0-1 0 0 0,0 0 0 0 0,0 0 0 0 0,0 0 0 0 0,0 0 0 0 0,0 0 0 0 0,0 0 0 0 0,0 1 0 0 0,0-1 0 0 0,0 0 0 0 0,0 0 0 0 0,0 0 0 0 0,0 0 0 0 0,0 1 0 0 0,0-1 0 0 0,0 0 0 0 0,0 0 0 0 0,0 0 0 0 0,0 0 0 0 0,0 0 0 0 0,0 1 0 0 0,0-1 0 0 0,0 0 0 0 0,0 0 0 0 0,0 0 0 0 0,0 0 0 0 0,0 0 0 0 0,0 0 0 0 0,0 1 0 0 0,1-1 0 0 0,-1 0 0 0 0,0 0 0 0 0,0 0 0 0 0,0 0 0 0 0,0 0 0 0 0,0 0 0 0 0,0 0 0 0 0,1 0 0 0 0,-1 0 0 0 0,0 0 0 0 0,0 1 0 0 0,0-1 0 0 0,0 0 0 0 0,0 0 0 0 0,1 0 0 0 0,-1 0 0 0 0,0 0 0 0 0,0 0 0 0 0,0 0 0 0 0,0 0 0 0 0,0 0 0 0 0,1 0 0 0 0,-1 0 0 0 0,0 0 0 0 0,0-1 0 0 0,15-1 0 0 0,0-1 0 0 0,0-1 0 0 0,-1 0 0 0 0,1-1 0 0 0,-1-1 0 0 0,22-12 0 0 0,23-8 0 0 0,-39 18 0 0 0,8-2 0 0 0,57-14 0 0 0,-85 24 0 0 0,1 0 0 0 0,-1 0 0 0 0,0-1 0 0 0,0 1 0 0 0,0 0 0 0 0,0 0 0 0 0,0 0 0 0 0,0 0 0 0 0,0 0 0 0 0,0 0 0 0 0,1 0 0 0 0,-1-1 0 0 0,0 1 0 0 0,0 0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0 0 0 0,0 1 0 0 0,0-1 0 0 0,0 0 0 0 0,0 0 0 0 0,0 0 0 0 0,0 0 0 0 0,0 1 0 0 0,-16 15 0 0 0,-25 9-6695 0 0,11-7-3820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0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246 245 252 0 0,'9'1'11183'0'0,"0"-2"-5280"0"0,-7 1-5503 0 0,0-1 0 0 0,0 0 0 0 0,0 0 0 0 0,0 0-1 0 0,-1 0 1 0 0,1 0 0 0 0,0 0 0 0 0,-1 0 0 0 0,1-1 0 0 0,-1 1 0 0 0,1 0 0 0 0,-1-1 0 0 0,0 1 0 0 0,0-1 0 0 0,1 0 0 0 0,-1 1-1 0 0,0-1 1 0 0,1-3 0 0 0,-1 3 712 0 0,-1 1-246 0 0,1 1-742 0 0,0 0 1 0 0,-1-1-1 0 0,1 1 1 0 0,0-1-1 0 0,-1 0 1 0 0,1 1-1 0 0,0-1 1 0 0,-1 1 0 0 0,1-1-1 0 0,-1 0 1 0 0,1 1-1 0 0,-1-1 1 0 0,0 0-1 0 0,1 0 1 0 0,-1 1-1 0 0,0-1 1 0 0,1 0-1 0 0,-1 0 1 0 0,0 0-1 0 0,0 1 1 0 0,0-1 0 0 0,0 0-1 0 0,1 0 1 0 0,-1 0-1 0 0,0 1 1 0 0,-1-1-1 0 0,1 0 1 0 0,0 0-1 0 0,0 0 1 0 0,0 0-1 0 0,0 1 1 0 0,-1-1-1 0 0,1 0 1 0 0,0 0 0 0 0,-1 1-1 0 0,1-1 1 0 0,0 0-1 0 0,-1 0 1 0 0,1 1-1 0 0,-1-1 1 0 0,0 0-1 0 0,1 1 1 0 0,-1-1-1 0 0,1 1 1 0 0,-1-1-1 0 0,-1 0 1 0 0,-7-7-125 0 0,6 6 0 0 0,1 0 0 0 0,-1 1 0 0 0,-1-1 0 0 0,1 1 0 0 0,0 0 0 0 0,0 0 0 0 0,0 1 0 0 0,0-1 0 0 0,-1 0 0 0 0,1 1 0 0 0,0 0 0 0 0,-1 0 0 0 0,1 0 0 0 0,0 0 0 0 0,-1 0 0 0 0,1 1 0 0 0,0 0 0 0 0,0-1 0 0 0,0 1 0 0 0,-1 0 0 0 0,1 1 0 0 0,-5 2 0 0 0,0-1 0 0 0,-4 3 0 0 0,1 0 0 0 0,-1 0 0 0 0,1 1 0 0 0,0 1 0 0 0,1 0 0 0 0,0 0 0 0 0,0 1 0 0 0,1 0 0 0 0,0 1 0 0 0,-10 15 0 0 0,7-8 0 0 0,1 1 0 0 0,0 1 0 0 0,2 0 0 0 0,0 1 0 0 0,-10 31 0 0 0,18-49 0 0 0,0 1 0 0 0,0-1 0 0 0,1 0 0 0 0,-1 1 0 0 0,1-1 0 0 0,-1 1 0 0 0,1-1 0 0 0,0 1 0 0 0,0-1 0 0 0,0 1 0 0 0,0-1 0 0 0,0 1 0 0 0,1-1 0 0 0,-1 0 0 0 0,1 1 0 0 0,-1-1 0 0 0,1 1 0 0 0,0-1 0 0 0,0 0 0 0 0,0 0 0 0 0,0 1 0 0 0,1-1 0 0 0,-1 0 0 0 0,0 0 0 0 0,1 0 0 0 0,0 0 0 0 0,-1-1 0 0 0,1 1 0 0 0,0 0 0 0 0,0-1 0 0 0,3 3 0 0 0,0-2 0 0 0,-1 0 0 0 0,1 0 0 0 0,0-1 0 0 0,0 0 0 0 0,-1 1 0 0 0,1-2 0 0 0,0 1 0 0 0,0-1 0 0 0,0 1 0 0 0,0-1 0 0 0,0-1 0 0 0,0 1 0 0 0,0-1 0 0 0,0 0 0 0 0,6-1 0 0 0,8-4-161 0 0,0-1-1 0 0,0 0 1 0 0,-1-1 0 0 0,-1-1 0 0 0,1-1-1 0 0,-1-1 1 0 0,-1 0 0 0 0,0-1 0 0 0,-1-1-1 0 0,16-15 1 0 0,-21 17-22 0 0,0-1 0 0 0,0 1 0 0 0,-1-1-1 0 0,-1-1 1 0 0,0 0 0 0 0,0 0 0 0 0,-2-1 0 0 0,0 1-1 0 0,0-2 1 0 0,-1 1 0 0 0,-1 0 0 0 0,0-1 0 0 0,-1 0-1 0 0,1-17 1 0 0,-1-48-4785 0 0,-6 26-6353 0 0,-1 27 4597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1.1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0 1676 0 0,'-2'5'17857'0'0,"-3"4"-8720"0"0,0 4-6068 0 0,-14 29-4924 0 0,12-25 4492 0 0,-65 176-2330 0 0,3-8-368 0 0,54-146 61 0 0,1 0 0 0 0,-9 48 0 0 0,19-79 0 0 0,-1-1 0 0 0,3 31 0 0 0,32-100 0 0 0,-21 33-3842 0 0,8-15-8721 0 0,-4 21 3366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1.4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504 1 2540 0 0,'0'0'7556'0'0,"-2"4"-5079"0"0,-15 31 3133 0 0,-30 46-1 0 0,-17 30 564 0 0,-33 71-4014 0 0,26-56-1516 0 0,-71 136-643 0 0,81-155 0 0 0,59-98 0 0 0,2 4 0 0 0,0-13 0 0 0,0 0 0 0 0,0 0 0 0 0,0 1 0 0 0,0-1 0 0 0,0 0 0 0 0,0 0 0 0 0,0 0 0 0 0,0 1 0 0 0,0-1 0 0 0,0 0 0 0 0,0 0 0 0 0,0 0 0 0 0,0 1 0 0 0,0-1 0 0 0,0 0 0 0 0,0 0 0 0 0,0 0 0 0 0,0 1 0 0 0,0-1 0 0 0,0 0 0 0 0,0 0 0 0 0,0 0 0 0 0,0 1 0 0 0,1-1 0 0 0,-1 0 0 0 0,0 0 0 0 0,0 0 0 0 0,0 0 0 0 0,0 1 0 0 0,0-1 0 0 0,0 0 0 0 0,1 0 0 0 0,-1 0 0 0 0,0 0 0 0 0,0 0 0 0 0,0 0 0 0 0,1 0 0 0 0,-1 0 0 0 0,0 1 0 0 0,0-1 0 0 0,0 0 0 0 0,1 0 0 0 0,-1 0 0 0 0,0 0 0 0 0,0 0 0 0 0,0 0 0 0 0,1 0 0 0 0,-1 0 0 0 0,0 0 0 0 0,0 0 0 0 0,1 0 0 0 0,22-13 0 0 0,-16 8-2419 0 0,1-3-6617 0 0,-2 2 2799 0 0,0 1-2237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2.2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267 26 1856 0 0,'4'-3'3383'0'0,"25"-17"19124"0"0,-21 18-17651 0 0,2 10-4691 0 0,1-1-165 0 0,-5 3 0 0 0,-6-5 0 0 0,0 0 0 0 0,0-1 0 0 0,0 1 0 0 0,-1 0 0 0 0,1 0 0 0 0,-1 0 0 0 0,0-1 0 0 0,-1 1 0 0 0,1 0 0 0 0,-1-1 0 0 0,0 1 0 0 0,0-1 0 0 0,0 0 0 0 0,-1 1 0 0 0,1-1 0 0 0,-1 0 0 0 0,0-1 0 0 0,0 1 0 0 0,-6 5 0 0 0,4-2 0 0 0,-159 164 0 0 0,80-87 0 0 0,73-74 0 0 0,6-5 0 0 0,1-1 0 0 0,-1 2 0 0 0,1-1 0 0 0,0 0 0 0 0,1 1 0 0 0,-5 8 0 0 0,8-5 0 0 0,18-9 0 0 0,3-5 0 0 0,-1 0 0 0 0,0-2 0 0 0,32-16 0 0 0,-2 2 0 0 0,-17 9 2 0 0,1 0 1 0 0,52-9-1 0 0,21-3-208 0 0,-106 24-994 0 0,-28-14-24415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7.1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227 0 1892 0 0,'0'0'12376'0'0,"-4"4"-11338"0"0,0-1-757 0 0,0 0 0 0 0,0 1-1 0 0,1 0 1 0 0,-1-1 0 0 0,1 1 0 0 0,0 0 0 0 0,0 1-1 0 0,1-1 1 0 0,-1 1 0 0 0,1-1 0 0 0,0 1-1 0 0,0 0 1 0 0,0 0 0 0 0,0 0 0 0 0,0 8-1 0 0,-13 34 1330 0 0,12-40-1396 0 0,0 0-1 0 0,0 0 1 0 0,1 0 0 0 0,0 0-1 0 0,0 0 1 0 0,0 10-1 0 0,0 54 1592 0 0,9 82 0 0 0,1 9 41 0 0,2 95 128 0 0,-1-54-938 0 0,-8 519-200 0 0,-41-3-274 0 0,-15-327-562 0 0,-6 62 0 0 0,52-360 0 0 0,1-30 0 0 0,3 1 0 0 0,4 83 0 0 0,8-57 0 0 0,4 0 0 0 0,4-1 0 0 0,43 139 0 0 0,-44-185 0 0 0,37 92 0 0 0,-43-119 0 0 0,0-1 0 0 0,1 0 0 0 0,1-1 0 0 0,1 0 0 0 0,22 25 0 0 0,-27-32 0 0 0,-1 1 0 0 0,-26-24 0 0 0,14 8-201 0 0,1 0 0 0 0,0-1 0 0 0,0 0 0 0 0,1 0 0 0 0,-1 0-1 0 0,2-1 1 0 0,-1 1 0 0 0,1-1 0 0 0,1-1 0 0 0,0 1 0 0 0,0 0 0 0 0,1-1 0 0 0,0 1 0 0 0,0-1 0 0 0,0-19 0 0 0,1 13-534 0 0,0-1-2017 0 0,-3-23-8761 0 0,-2 11 3336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8.2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186 325 1932 0 0,'0'0'10689'0'0,"0"6"-8317"0"0,-5 82 5607 0 0,1-53-5520 0 0,3 0 0 0 0,3 49 0 0 0,-1-58-1616 0 0,-1-16-581 0 0,1 0 1 0 0,0 0-1 0 0,0 1 1 0 0,1-1-1 0 0,6 16 1 0 0,-3-16-287 0 0,-4-9-191 0 0,-6-6-4313 0 0,-4-6 3866 0 0,1 0 0 0 0,1 0 0 0 0,0 0 0 0 0,0-1 0 0 0,1 0 0 0 0,-6-16 0 0 0,-27-90-2077 0 0,15 41 1686 0 0,-6-32 936 0 0,4 13 4288 0 0,21 82-1926 0 0,-3-22 3242 0 0,8 34-4613 0 0,-1 0-416 0 0,0 1-455 0 0,1 0-1 0 0,-1 1 1 0 0,1-1 0 0 0,0 0 0 0 0,-1 0 0 0 0,1 0 0 0 0,0 0 0 0 0,-1 0 0 0 0,1 0 0 0 0,0 0 0 0 0,0 0 0 0 0,0 0 0 0 0,0 0-1 0 0,0 0 1 0 0,0 0 0 0 0,0 0 0 0 0,1 0 0 0 0,-1 0 0 0 0,0 0 0 0 0,1 0 0 0 0,-1 0 0 0 0,0 0 0 0 0,1 0 0 0 0,-1 0 0 0 0,1 0-1 0 0,-1 0 1 0 0,1 0 0 0 0,0 1 0 0 0,-1-1 0 0 0,1 0 0 0 0,1 0 0 0 0,23-14-18 0 0,-20 13 12 0 0,36-15 3 0 0,0 2 0 0 0,1 1 0 0 0,1 3 0 0 0,0 1 0 0 0,0 3 0 0 0,53-3 0 0 0,-40 9 0 0 0,-55 1 0 0 0,0 0 0 0 0,0 0 0 0 0,0 0 0 0 0,0 0 0 0 0,-1 0 0 0 0,1 1 0 0 0,0-1 0 0 0,0 0 0 0 0,0 0 0 0 0,-1 1 0 0 0,1-1 0 0 0,0 0 0 0 0,0 1 0 0 0,-1-1 0 0 0,1 1 0 0 0,0-1 0 0 0,-1 1 0 0 0,1-1 0 0 0,0 1 0 0 0,-1-1 0 0 0,1 1 0 0 0,-1 0 0 0 0,1-1 0 0 0,-1 1 0 0 0,1 0 0 0 0,-1 0 0 0 0,0-1 0 0 0,1 1 0 0 0,-1 0 0 0 0,0 0 0 0 0,0-1 0 0 0,1 1 0 0 0,-1 0 0 0 0,0 0 0 0 0,0 0 0 0 0,0 0 0 0 0,0-1 0 0 0,0 1 0 0 0,0 0 0 0 0,0 0 0 0 0,0 1 0 0 0,-10 19 0 0 0,10-20 0 0 0,-7 9 0 0 0,-1 0 0 0 0,-1 0 0 0 0,1-1 0 0 0,-1 0 0 0 0,-1-1 0 0 0,0 0 0 0 0,-18 12 0 0 0,-1 0 0 0 0,-46 28 0 0 0,55-37 0 0 0,1 1 0 0 0,0 0 0 0 0,1 2 0 0 0,-28 25 0 0 0,36-29 0 0 0,10-9 0 0 0,-1-1 0 0 0,1 0 0 0 0,0 1 0 0 0,-1-1 0 0 0,1 0 0 0 0,-1 1 0 0 0,1-1 0 0 0,0 1 0 0 0,0-1 0 0 0,-1 0 0 0 0,1 1 0 0 0,0-1 0 0 0,0 1 0 0 0,-1-1 0 0 0,1 1 0 0 0,0-1 0 0 0,0 1 0 0 0,0-1 0 0 0,0 1 0 0 0,0-1 0 0 0,0 1 0 0 0,0 0 0 0 0,0-1 0 0 0,0 1 0 0 0,0-1 0 0 0,0 1 0 0 0,0-1 0 0 0,0 1 0 0 0,0-1 0 0 0,0 1 0 0 0,0-1 0 0 0,1 1 0 0 0,-1-1 0 0 0,0 1 0 0 0,0-1 0 0 0,1 1 0 0 0,-1-1 0 0 0,0 0 0 0 0,1 1 0 0 0,-1-1 0 0 0,0 1 0 0 0,1-1 0 0 0,-1 0 0 0 0,1 1 0 0 0,0-1 0 0 0,15 7 0 0 0,14-5 0 0 0,0-2 0 0 0,1 0 0 0 0,-1-2 0 0 0,54-11 0 0 0,48-3 0 0 0,-119 16 0 0 0,83 1 0 0 0,-89-1 0 0 0,1 1 0 0 0,-1 0 0 0 0,0 1 0 0 0,-1 0 0 0 0,1 0 0 0 0,0 0 0 0 0,0 1 0 0 0,-1 0 0 0 0,0 0 0 0 0,1 1 0 0 0,5 4 0 0 0,-10-6 0 0 0,0 0 0 0 0,0 0 0 0 0,0 0 0 0 0,0 1 0 0 0,-1-1 0 0 0,1 0 0 0 0,-1 1 0 0 0,0-1 0 0 0,1 1 0 0 0,-1-1 0 0 0,0 1 0 0 0,0 0 0 0 0,-1-1 0 0 0,1 1 0 0 0,-1 0 0 0 0,1 0 0 0 0,-1 0 0 0 0,0-1 0 0 0,0 1 0 0 0,0 0 0 0 0,0 0 0 0 0,-1 0 0 0 0,1 0 0 0 0,-1-1 0 0 0,1 1 0 0 0,-1 0 0 0 0,0-1 0 0 0,0 1 0 0 0,-1 0 0 0 0,1-1 0 0 0,0 1 0 0 0,-1-1 0 0 0,1 0 0 0 0,-4 4 0 0 0,-5 7 0 0 0,1-1 0 0 0,-2 0 0 0 0,0-1 0 0 0,-20 18 0 0 0,21-21 0 0 0,1 0 0 0 0,-1-1 0 0 0,0 0 0 0 0,0-1 0 0 0,-1 0 0 0 0,0 0 0 0 0,0-1 0 0 0,0 0 0 0 0,-1-1 0 0 0,1-1 0 0 0,-1 0 0 0 0,0 0 0 0 0,-17 1 0 0 0,17-4 5 0 0,9 0-6 0 0,-1 0-1 0 0,1 0 0 0 0,0 0 1 0 0,-1 0-1 0 0,1-1 1 0 0,0 1-1 0 0,-1-1 0 0 0,1 0 1 0 0,0 0-1 0 0,0 0 0 0 0,0 0 1 0 0,0-1-1 0 0,-5-2 1 0 0,-25-12-209 0 0,34 22-1573 0 0,1 3 69 0 0,6 11-1362 0 0,4-3-7212 0 0,-1-7 1474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5.1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340 1 1912,'0'0'25973,"-4"3"-25331,-3 5-153,0-1 0,1 2-1,0-1 1,1 0 0,0 1 0,0 0-1,-7 19 1,1-2-437,-2-1-1,-1 0 1,-1-2-1,-1 1 1,-24 26-1,-13 19-30,-33 39-21,80-100 0,5-8-274,1 1 1,-1 0-1,0 0 0,1 0 1,-1 0-1,0 0 0,0-1 1,0 1-1,1 0 0,-1-1 1,0 1-1,0-1 0,0 1 1,0-1-1,0 1 0,0-1 1,0 0-1,0 1 0,0-1 1,0 0-1,0 0 0,-3 0 1,-1-11-10893,4 8 7993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5.4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25 484,'0'0'2501,"-20"-25"24869,19 32-27245,0-1 0,1 1 0,0-1 0,0 1 0,0-1 0,1 1 0,0-1 0,0 1 0,1-1 0,0 0 0,0 0 0,0 0 0,1 0 0,0 0 0,0 0 0,1 0 0,-1-1 0,1 0 0,0 0 0,5 5 0,-2-4-139,0 0-1,1-1 1,-1 0-1,1 0 1,0-1-1,0 0 1,0 0-1,1-1 1,-1 0 0,1 0-1,0-1 1,0 0-1,0-1 1,0 0-1,17 0 1,-8-2 1692,3 1-13850,-21 0 11775,0 1 0,1-1-1,-1 0 1,1 0 0,-1 0 0,0 0 0,1 1 0,-1-1 0,0 0 0,1 0-1,-1 1 1,0-1 0,1 0 0,-1 1 0,0-1 0,1 0 0,-1 1-1,0-1 1,0 0 0,0 1 0,1-1 0,-1 1 0,0-1 0,0 0 0,0 1-1,0-1 1,0 1 0,0-1 0,0 0 0,0 1 0,0-1 0,0 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6.7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74 256,'0'0'26210,"6"-2"-25927,22-6 521,0-2-1,26-13 1,1-5 69,-53 28-924,5-2 699,-3 3-3186,-23 22-7679,2-6 1396,6-8 3727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46.9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87 1716 0 0,'0'0'17402'0'0,"6"-1"-16424"0"0,91-21 3736 0 0,31-7-2453 0 0,-128 29-2256 0 0,31-9-1738 0 0,-2-6-5256 0 0,-26 11 1901 0 0,-4-2 1074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7.4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145 1 1356,'-25'1'2201,"22"-1"-767,0 0 0,0 1 0,-1-1-1,1 1 1,0 0 0,0 0 0,0 0 0,0 0 0,0 1 0,0-1 0,0 1 0,-4 3 0,-8 10-1123,7-5 449,1 1 1,1-1-1,-1 1 1,2 1-1,-1-1 1,2 1-1,0 0 1,0 0-1,1 1 1,-3 22-1,6-32-696,0-1-1,0 0 1,0 0-1,0 1 1,0-1-1,1 0 1,-1 0 0,1 1-1,0-1 1,0 0-1,-1 0 1,1 0-1,1 0 1,-1 0-1,0 0 1,0 0-1,1-1 1,-1 1-1,1 0 1,-1-1 0,4 3-1,-2-2-56,0-1 0,0 1 0,0-1 0,1 0 0,-1 0 0,0 0 1,1 0-1,-1-1 0,1 1 0,-1-1 0,1 0 0,5-1 0,2 0-178,1-1 0,-1 0 1,0-1-1,0 0 0,0-1 0,0 0 0,15-8 1,-20 9 83,-1 0 1,0 0-1,0-1 1,0 1-1,0-1 1,0 0-1,-1 0 1,0-1-1,0 1 1,0-1 0,0 0-1,-1 0 1,0 0-1,0 0 1,0-1-1,-1 1 1,4-10-1,-6 13 114,1 0-1,0-1 0,-1 1 1,0 0-1,1 0 0,-1 0 0,0 0 1,0-1-1,0 1 0,-1 0 1,1 0-1,0 0 0,-1 0 0,1-1 1,-1 1-1,0 0 0,0 0 1,0 0-1,-2-2 0,0 0 61,0 1 1,-1 0-1,1 0 1,-1 0-1,0 1 0,0 0 1,0-1-1,-7-2 0,-11 5-2817,16 3-2675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7.8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1464,'0'0'6223,"-8"31"1161,5-20-6197,-1 0-1,0-1 1,0 1 0,-1-1 0,-6 10 0,-11 23 1447,14-25-1714,-2-1 1,1 0-1,-17 21 1,5-7-2084,20-29-955,-3 0 2541,3-34-21449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3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69 22 1096,'-4'2'1140,"-1"0"0,1 0-1,0 0 1,0 1 0,0 0 0,0 0 0,0 0-1,1 0 1,-1 1 0,1-1 0,0 1-1,0 0 1,0 0 0,0 0 0,1 0 0,-3 7-1,-1 34 3806,6-41-4645,0 1 1,0-1-1,0 1 0,1-1 0,0 1 1,0-1-1,0 0 0,3 6 0,-4-8-263,1 0-1,1-1 1,-1 1-1,0-1 1,0 1-1,1-1 0,-1 0 1,0 1-1,1-1 1,0 0-1,-1 0 1,1 0-1,-1 0 1,1 0-1,0-1 0,0 1 1,0 0-1,-1-1 1,1 1-1,0-1 1,0 0-1,0 0 1,0 0-1,0 0 0,0 0 1,3 0-1,5-1-229,1-1-1,-1 0 1,1 0-1,-1-1 1,0 0-1,0-1 1,-1 0-1,1-1 1,-1 0-1,0 0 1,0-1-1,-1 0 1,1-1-1,-1 0 1,-1 0-1,1 0 1,-1-1-1,0 0 1,-1-1-1,0 0 0,-1 0 1,0 0-1,7-15 1,-8 15 7,5-23 2763,-9 29 248,-4 6-2313,1 0-402,0-1 0,0 1 0,0-1 0,1 1 0,-1 0 1,1 0-1,0 0 0,0 1 0,0-1 0,0 0 0,1 1 0,-1-1 0,1 1 1,0 0-1,0-1 0,0 1 0,0 0 0,1 0 0,0-1 0,0 1 0,0 0 1,0 4-1,1 3-104,-1 1 0,2-1-1,0 0 1,0 0 0,1 0 0,0 0 0,1-1 0,9 19 0,4 1-4,31 43 0,-30-49-6,-2 2 1,22 43 0,-32-57 3,-1 0 0,-1 0 0,0 1 0,4 23 0,-7-32 0,-1 0 0,0 1 0,0-1 0,0 1 0,0-1 0,-1 0 0,0 1 0,0-1 0,0 0 0,0 0 0,-1 0 0,1 0 0,-1 0 0,0 0 0,0 0 0,-1 0 0,1-1 0,-5 5 0,2 2 0,-2 0 0,-25 6 0,31-16-43,0 1 0,1-1-1,-1 0 1,0 0 0,1 1 0,-1-1-1,0 0 1,1 0 0,-1 0 0,0 0-1,0 0 1,1 0 0,-1 0 0,0 0-1,1 0 1,-1 0 0,0-1 0,1 1-1,-1 0 1,0 0 0,1-1 0,-1 1-1,0 0 1,1-1 0,-1 1 0,1 0-1,-1-1 1,0 1 0,1-1 0,-1 1-1,1-1 1,0 0 0,-1 1 0,1-1-1,-1 1 1,1-1 0,0 0 0,-1 1-1,1-1 1,0 0 0,0 1 0,0-1-1,-1 0 1,1 0 0,1-7-937,1 1 0,-1 0 0,2 0 0,-1 0 0,0 0 0,5-8 1,3-6-3797,0 4-3301,1 2 1828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5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40 1464,'0'0'24869,"28"-7"-20458,-13 6-4359,-1-1-1,0 0 1,26-7-1,15-9-7417,-53 17 5113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8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74 276,'-2'6'358,"-1"11"13931,18-8-9558,-2-13-3730,0 0 0,0 0 1,16-10-1,16-10-1762,-9 1-3764,-3-1-4843,-20 15 4303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9.2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93 158 1124,'0'0'5161,"-3"-3"-3611,-13-13 7095,16 7-7132,-4 11 5222,-6 8-5959,1 0 1,0 1-1,1 0 0,-10 20 0,15-27-593,1 0 1,0 1-1,0-1 0,1 1 0,-1 0 0,1-1 1,0 1-1,0 0 0,1 0 0,-1 0 0,1-1 1,0 1-1,0 0 0,1 0 0,-1 0 0,1 0 1,3 7-1,-3-10-194,0 1 1,0-1-1,0 0 1,1-1 0,-1 1-1,1 0 1,0 0-1,-1 0 1,1-1-1,0 1 1,0-1-1,0 0 1,0 1-1,0-1 1,0 0-1,0 0 1,0 0-1,1-1 1,-1 1-1,0 0 1,1-1-1,-1 0 1,0 1-1,1-1 1,-1 0-1,4 0 1,8-1-216,-1 0-1,1-1 1,19-6-1,-23 6 60,16-4-350,0-2 0,-1 0 1,43-22-1,-58 25 415,0 0 1,-1-1-1,0 0 1,0 0-1,-1-1 1,1 0-1,-1-1 1,-1 0-1,0 0 1,0-1-1,0 0 1,5-10-1,-10 15 191,-1 1-1,1 0 1,-1-1-1,0 1 0,0-1 1,0 0-1,0 1 0,-1-1 1,0 0-1,1 1 1,-1-1-1,0 0 0,-1 1 1,1-1-1,-1 0 0,0 1 1,0-1-1,0 0 0,0 1 1,0 0-1,-1-1 1,0 1-1,0 0 0,0 0 1,0-1-1,0 2 0,0-1 1,-1 0-1,1 0 0,-1 1 1,-3-3-1,-2-1 164,1 1 1,-1-1-1,0 2 0,-1-1 0,1 1 1,-1 0-1,0 1 0,0 0 0,0 1 1,-18-3-1,15 3-252,-1 1 0,1 1 0,0 0 0,0 1 0,0 0 0,0 1 0,0 0 0,1 1 0,-1 1 0,0-1 0,-14 8 0,16-5 0,9-4-170,0 0 0,0-1 1,1 1-1,-1 0 0,0-1 0,1 1 0,-1 0 1,1 0-1,-1-1 0,1 1 0,0 0 0,0 0 0,0 0 1,0-1-1,0 1 0,0 0 0,0 0 0,0 0 1,1 0-1,-1-1 0,1 1 0,0 0 0,-1 0 1,1-1-1,2 3 0,2 3-2659,3-1 3154,-1-1-5326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3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21 1956 0 0,'0'0'14668'0'0,"7"-1"-13430"0"0,63-7 1540 0 0,-37 3-1436 0 0,0 1 0 0 0,1 2 0 0 0,41 2 0 0 0,-74 0-1262 0 0,0 0-1 0 0,1 0 1 0 0,-1 0 0 0 0,0 1 0 0 0,1-1 0 0 0,-1 0 0 0 0,0 1 0 0 0,0-1 0 0 0,0 0 0 0 0,1 1 0 0 0,-1 0-1 0 0,0-1 1 0 0,0 1 0 0 0,0 0 0 0 0,0-1 0 0 0,0 1 0 0 0,0 0 0 0 0,0 0 0 0 0,0 0 0 0 0,0 0 0 0 0,0 0-1 0 0,-1 0 1 0 0,1 0 0 0 0,0 0 0 0 0,-1 0 0 0 0,2 2 0 0 0,-2 0 40 0 0,1 0 0 0 0,-1 0 1 0 0,0-1-1 0 0,0 1 0 0 0,0 0 0 0 0,0 0 0 0 0,0 0 1 0 0,-1-1-1 0 0,1 1 0 0 0,-1 0 0 0 0,0 0 0 0 0,-1 2 1 0 0,-5 12 358 0 0,-2 0 0 0 0,1 0 0 0 0,-13 16 0 0 0,14-23-230 0 0,-111 165 625 0 0,111-164-874 0 0,0 1 0 0 0,0 0 0 0 0,1 0 0 0 0,0 1 0 0 0,2 0 0 0 0,-1 0 0 0 0,1 0 0 0 0,1 1 0 0 0,-2 15 0 0 0,5-25 0 0 0,-1-1 0 0 0,1 1 0 0 0,0 0 0 0 0,0-1 0 0 0,0 1 0 0 0,1 0 0 0 0,-1-1 0 0 0,1 1 0 0 0,0 0 0 0 0,0-1 0 0 0,0 1 0 0 0,0-1 0 0 0,1 1 0 0 0,-1-1 0 0 0,1 0 0 0 0,0 0 0 0 0,0 0 0 0 0,0 0 0 0 0,1 0 0 0 0,-1 0 0 0 0,1 0 0 0 0,-1-1 0 0 0,1 1 0 0 0,0-1 0 0 0,0 0 0 0 0,0 0 0 0 0,0 0 0 0 0,0 0 0 0 0,1 0 0 0 0,-1-1 0 0 0,1 0 0 0 0,-1 1 0 0 0,1-1 0 0 0,-1 0 0 0 0,1-1 0 0 0,0 1 0 0 0,-1-1 0 0 0,6 1 0 0 0,1-1 0 0 0,1 0 0 0 0,-1-1 0 0 0,1 0 0 0 0,-1 0 0 0 0,0-1 0 0 0,0-1 0 0 0,1 0 0 0 0,-1 0 0 0 0,-1-1 0 0 0,1 0 0 0 0,-1 0 0 0 0,16-10 0 0 0,-23 12-166 0 0,0 1-1 0 0,0 0 1 0 0,0-1-1 0 0,0 1 1 0 0,0-1 0 0 0,0 0-1 0 0,0 0 1 0 0,-1 0-1 0 0,1 0 1 0 0,0 0 0 0 0,1-4-1 0 0,-2 4-211 0 0,0 1-1 0 0,-1-1 0 0 0,1 0 0 0 0,-1 0 1 0 0,0 1-1 0 0,0-1 0 0 0,1 0 1 0 0,-1 0-1 0 0,0 0 0 0 0,0 0 1 0 0,-1 1-1 0 0,1-1 0 0 0,0 0 0 0 0,-1 0 1 0 0,1 0-1 0 0,-1 1 0 0 0,1-1 1 0 0,-1 0-1 0 0,0 1 0 0 0,-1-3 1 0 0,-1 0-621 0 0,0-1 1 0 0,0 1 0 0 0,0 1-1 0 0,-1-1 1 0 0,1 0-1 0 0,-1 1 1 0 0,0 0 0 0 0,0 0-1 0 0,0 0 1 0 0,-1 0 0 0 0,1 0-1 0 0,-7-2 1 0 0,-2 1-4537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5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71 756 0 0,'0'0'18452'0'0,"4"4"-17363"0"0,0-1-907 0 0,1 1-1 0 0,0-1 1 0 0,1-1-1 0 0,-1 1 0 0 0,0-1 1 0 0,1 0-1 0 0,-1 0 1 0 0,1 0-1 0 0,0-1 1 0 0,-1 0-1 0 0,1 0 0 0 0,0-1 1 0 0,0 1-1 0 0,0-1 1 0 0,-1 0-1 0 0,1-1 1 0 0,0 0-1 0 0,8-1 0 0 0,17-5-816 0 0,-1 0 0 0 0,36-15 0 0 0,-49 16-47 0 0,33-15-2565 0 0,-5-4-5703 0 0,-30 16 3914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8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39 876 0 0,'0'0'21743'0'0,"14"-4"-19920"0"0,78-19-812 0 0,-61 17-4247 0 0,-2 1-4302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1.0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4 125 1188 0 0,'-4'20'17592'0'0,"16"-20"-16524"0"0,-1-1 0 0 0,0 0-1 0 0,0 0 1 0 0,0-1 0 0 0,0-1 0 0 0,14-5 0 0 0,73-30 2383 0 0,-51 18-2963 0 0,19-11-3206 0 0,-48 17-2371 0 0,-2-3-6184 0 0,-10 9 5023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1.3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0 1080 0 0,'0'0'5204'0'0,"-5"4"-2765"0"0,-34 28 3648 0 0,-23 21 3268 0 0,27-8-6290 0 0,27-31-2045 0 0,1 1-1 0 0,0 0 0 0 0,1 1 0 0 0,-5 24 0 0 0,6-24-596 0 0,5-14-422 0 0,0 0 0 0 0,-1 0-1 0 0,1 0 1 0 0,0 0 0 0 0,0 0 0 0 0,0 0 0 0 0,1 0-1 0 0,-1 0 1 0 0,0 0 0 0 0,1 0 0 0 0,-1 0 0 0 0,1 0-1 0 0,0 0 1 0 0,0-1 0 0 0,-1 1 0 0 0,1 0 0 0 0,1 0-1 0 0,-1-1 1 0 0,0 1 0 0 0,0 0 0 0 0,0-1 0 0 0,1 0 0 0 0,-1 1-1 0 0,1-1 1 0 0,-1 0 0 0 0,1 1 0 0 0,2 0 0 0 0,0 1-2 0 0,-1-1 1 0 0,1 0-1 0 0,0 0 1 0 0,-1-1 0 0 0,1 1-1 0 0,0-1 1 0 0,0 0 0 0 0,0 0-1 0 0,0 0 1 0 0,0 0 0 0 0,0-1-1 0 0,8 1 1 0 0,6-4-3 0 0,1 0 1 0 0,-1-1-1 0 0,0 0 0 0 0,0-2 0 0 0,-1 0 1 0 0,0-1-1 0 0,0 0 0 0 0,0-2 1 0 0,-1 0-1 0 0,0-1 0 0 0,-1 0 0 0 0,0-1 1 0 0,23-23-1 0 0,-35 31 3 0 0,0 0 1 0 0,0 0-1 0 0,0-1 1 0 0,-1 0-1 0 0,1 1 1 0 0,-1-1-1 0 0,0 0 1 0 0,0 0-1 0 0,0 0 1 0 0,0 0-1 0 0,-1-1 0 0 0,1 1 1 0 0,-1 0-1 0 0,-1-1 1 0 0,1 1-1 0 0,0-1 1 0 0,-1 1-1 0 0,0-1 1 0 0,0 1-1 0 0,0-1 0 0 0,-1 1 1 0 0,1 0-1 0 0,-1-1 1 0 0,0 1-1 0 0,-1 0 1 0 0,1-1-1 0 0,-1 1 1 0 0,0 0-1 0 0,1 0 1 0 0,-2 0-1 0 0,1 0 0 0 0,0 0 1 0 0,-1 1-1 0 0,0-1 1 0 0,0 1-1 0 0,0 0 1 0 0,0 0-1 0 0,-1 0 1 0 0,1 0-1 0 0,-1 0 0 0 0,1 1 1 0 0,-1-1-1 0 0,0 1 1 0 0,0 0-1 0 0,0 0 1 0 0,0 1-1 0 0,-1-1 1 0 0,1 1-1 0 0,0 0 1 0 0,-1 0-1 0 0,1 0 0 0 0,-1 1 1 0 0,1 0-1 0 0,-1-1 1 0 0,1 2-1 0 0,-1-1 1 0 0,1 0-1 0 0,-5 2 1 0 0,-1 0-387 0 0,0 0 0 0 0,0 0 0 0 0,1 1 0 0 0,-1 0 0 0 0,1 1 0 0 0,0 0 0 0 0,0 0 0 0 0,0 1 0 0 0,-13 9 0 0 0,-7 12-5250 0 0,5 5-5464 0 0,16-16 4260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8.7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4 274 168 0 0,'0'0'10974'0'0,"11"-6"3472"0"0,-4 6-14523 0 0,12 9 5532 0 0,-17-7-4873 0 0,10 17 637 0 0,-11-18-1219 0 0,0 0 0 0 0,-1 0 0 0 0,1 0 0 0 0,0 0 0 0 0,-1-1 0 0 0,1 1 0 0 0,0 1 0 0 0,-1-1 0 0 0,1 0 0 0 0,-1 0 0 0 0,0 0 0 0 0,1 0 0 0 0,-1 0 0 0 0,0 0 0 0 0,0 0 0 0 0,1 1 0 0 0,-1 1 0 0 0,6 19 0 0 0,-4-19 0 0 0,-1-2 0 0 0,0 0 0 0 0,0-1 0 0 0,-1 1 0 0 0,1 0 0 0 0,0 0 0 0 0,-1-1 0 0 0,1 1 0 0 0,-1 0 0 0 0,1 0 0 0 0,-1 0 0 0 0,0 0 0 0 0,1 0 0 0 0,-1 0 0 0 0,0 0 0 0 0,0 0 0 0 0,1 0 0 0 0,-1 0 0 0 0,0 0 0 0 0,0 0 0 0 0,0 0 0 0 0,0 0 0 0 0,0 0 0 0 0,-1 0 0 0 0,1 2 0 0 0,0 8 0 0 0,1 0 0 0 0,0 0 0 0 0,1 0 0 0 0,5 18 0 0 0,-6-16 0 0 0,-1-1 0 0 0,0-12 0 0 0,0-1 0 0 0,0 1 0 0 0,0 0 0 0 0,0 0 0 0 0,0 0 0 0 0,0-1 0 0 0,0 1 0 0 0,-1 0 0 0 0,1 0 0 0 0,0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0,0 0 0 0 0,-1 0 0 0 0,1 0 0 0 0,0 0 0 0 0,0 0 0 0 0,0 0 0 0 0,-1 0 0 0 0,1 0 0 0 0,0 0 0 0 0,0 0 0 0 0,0 1 0 0 0,0-1 0 0 0,-1 0 0 0 0,1 0 0 0 0,0 0 0 0 0,0 0 0 0 0,0 0 0 0 0,0 1 0 0 0,0-1 0 0 0,0 0 0 0 0,-1 0 0 0 0,1 0 0 0 0,0 0 0 0 0,0 1 0 0 0,0-1 0 0 0,0 0 0 0 0,0 0 0 0 0,0 0 0 0 0,0 1 0 0 0,0-1 0 0 0,0 0 0 0 0,-11-21 0 0 0,8 10 0 0 0,-1 1 0 0 0,0-1 0 0 0,0 1 0 0 0,-6-9 0 0 0,6 11 0 0 0,0 0 0 0 0,0 1 0 0 0,1-1 0 0 0,0 0 0 0 0,0-1 0 0 0,1 1 0 0 0,0-1 0 0 0,-1-10 0 0 0,-1 1 0 0 0,-6-10 0 0 0,9 24 0 0 0,0 1 0 0 0,0-1 0 0 0,1 0 0 0 0,-1 1 0 0 0,1-1 0 0 0,0 0 0 0 0,0 0 0 0 0,0 1 0 0 0,0-1 0 0 0,0 0 0 0 0,1 0 0 0 0,0 1 0 0 0,0-1 0 0 0,0 1 0 0 0,3-7 0 0 0,0-1 0 0 0,-1 3 0 0 0,1 0 0 0 0,0 0 0 0 0,0 0 0 0 0,0 1 0 0 0,1-1 0 0 0,1 1 0 0 0,-1 0 0 0 0,8-6 0 0 0,54-47 0 0 0,-60 54 0 0 0,1 0 0 0 0,-1 0 0 0 0,1 1 0 0 0,1 0 0 0 0,-1 1 0 0 0,15-6 0 0 0,-11 7 0 0 0,4 8 0 0 0,-9 3 0 0 0,-5 2 0 0 0,3 1 0 0 0,-4 0 0 0 0,-1-9-227 0 0,0 0 0 0 0,0 0 0 0 0,0 0 0 0 0,-1 0 0 0 0,1 0 0 0 0,0 1 0 0 0,-1-1 0 0 0,0 0 0 0 0,1 0 0 0 0,-1-1 0 0 0,0 1 0 0 0,0 0 0 0 0,0 0 0 0 0,0 0 0 0 0,0 0 0 0 0,-1-1 0 0 0,1 1 0 0 0,-3 2 0 0 0,-5 8-4155 0 0,1 2-4725 0 0,-3 2 695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1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9 112 796 0 0,'0'0'1902'0'0,"-2"-4"-1285"0"0,-4-15 25713 0 0,6 19-25849 0 0,9 0-348 0 0,-1-1 0 0 0,1 0 0 0 0,-1 0 0 0 0,1 0 0 0 0,-1-1 0 0 0,0 0 0 0 0,0-1 0 0 0,0 0 0 0 0,0 0 0 0 0,0-1 0 0 0,-1 0 0 0 0,0 0 0 0 0,8-5 0 0 0,6-3 126 0 0,0 1 1 0 0,23-8 0 0 0,-32 15-260 0 0,-5 0-9 0 0,-6 3-131 0 0,-1 2-524 0 0,-1 1 575 0 0,1-1-1 0 0,0 0 0 0 0,-1 0 0 0 0,1 0 0 0 0,-1 1 0 0 0,1-1 0 0 0,-1 0 1 0 0,0 0-1 0 0,1 0 0 0 0,-1 0 0 0 0,0 0 0 0 0,0 0 0 0 0,0 0 1 0 0,0 0-1 0 0,0 0 0 0 0,-1 0 0 0 0,-12 16-1495 0 0,-18 19-4218 0 0,9-12-5470 0 0,17-11 4655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3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0 116 1412 0 0,'0'0'26160'0'0,"7"-4"-25453"0"0,36-23 262 0 0,31-19-1325 0 0,-28 13-10058 0 0,-37 28 3423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73 132 824 0 0,'0'0'3472'0'0,"3"-21"15671"0"0,-4 20-19079 0 0,0 1-1 0 0,1-1 0 0 0,-1 1 0 0 0,0-1 1 0 0,1 1-1 0 0,-1-1 0 0 0,0 1 0 0 0,0 0 1 0 0,1-1-1 0 0,-1 1 0 0 0,0 0 0 0 0,0 0 0 0 0,1-1 1 0 0,-1 1-1 0 0,0 0 0 0 0,0 0 0 0 0,0 0 1 0 0,0 0-1 0 0,1 0 0 0 0,-1 0 0 0 0,0 0 1 0 0,0 0-1 0 0,0 1 0 0 0,1-1 0 0 0,-1 0 0 0 0,-1 1 1 0 0,-19 17 3114 0 0,16-10-2437 0 0,0-1-1 0 0,1 1 0 0 0,0 0 0 0 0,1 0 1 0 0,-6 16-1 0 0,9-23-740 0 0,-1 1 0 0 0,1-1 0 0 0,-1 0 0 0 0,1 1 0 0 0,0-1 0 0 0,0 0 0 0 0,-1 1 0 0 0,1-1 0 0 0,0 0 0 0 0,0 1 0 0 0,1-1 0 0 0,-1 1 0 0 0,0-1 0 0 0,0 0 0 0 0,1 1 0 0 0,-1-1 0 0 0,0 0 0 0 0,1 0 0 0 0,0 1 0 0 0,-1-1 0 0 0,1 0 0 0 0,0 0 0 0 0,-1 0 0 0 0,1 1 0 0 0,0-1 0 0 0,0 0 0 0 0,0 0 0 0 0,0-1 0 0 0,0 1 0 0 0,0 0 0 0 0,0 0 0 0 0,0 0 0 0 0,1-1 0 0 0,-1 1 0 0 0,0 0 0 0 0,0-1 0 0 0,1 1 0 0 0,-1-1 0 0 0,0 0 0 0 0,1 1 0 0 0,-1-1 0 0 0,0 0 0 0 0,1 0 0 0 0,1 0 0 0 0,4 1 0 0 0,0-1 0 0 0,-1 0 0 0 0,1 0 0 0 0,0-1 0 0 0,12-2 0 0 0,0-2-17 0 0,0 0 1 0 0,0-2-1 0 0,0 0 1 0 0,-1-1-1 0 0,0-1 1 0 0,0-1-1 0 0,-1 0 1 0 0,19-16-1 0 0,-32 23 26 0 0,0-1-1 0 0,0 0 1 0 0,-1 1 0 0 0,1-1-1 0 0,-1 0 1 0 0,0 0-1 0 0,0-1 1 0 0,0 1 0 0 0,-1-1-1 0 0,1 1 1 0 0,-1-1-1 0 0,0 0 1 0 0,-1 0-1 0 0,1 0 1 0 0,0-8 0 0 0,-2 10-9 0 0,0 1 1 0 0,0-1-1 0 0,0 1 1 0 0,0 0-1 0 0,-1-1 1 0 0,1 1-1 0 0,-1-1 1 0 0,0 1-1 0 0,0 0 1 0 0,1 0-1 0 0,-2-1 1 0 0,1 1-1 0 0,0 0 1 0 0,0 0-1 0 0,-1 0 0 0 0,1 0 1 0 0,-1 0-1 0 0,1 0 1 0 0,-1 1-1 0 0,0-1 1 0 0,0 0-1 0 0,0 1 1 0 0,0 0-1 0 0,0-1 1 0 0,0 1-1 0 0,0 0 1 0 0,0 0-1 0 0,-4-1 1 0 0,-1 0-2 0 0,1 0 1 0 0,-1 1 0 0 0,1 0-1 0 0,-1 0 1 0 0,0 1-1 0 0,-13 0 1 0 0,14 0 0 0 0,-1 0 0 0 0,0 0 0 0 0,0 1 0 0 0,0 0 0 0 0,0 0 0 0 0,0 0 0 0 0,1 1 0 0 0,-1 0 0 0 0,0 1 0 0 0,1-1 0 0 0,0 1 0 0 0,0 0 0 0 0,0 1 0 0 0,0 0 0 0 0,-7 5 0 0 0,5 1-3743 0 0,-1 5-8337 0 0,6-9 9529 0 0,-3 6-5541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0.5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126 8 1816 0 0,'-1'-1'14418'0'0,"-7"-5"-14094"0"0,2 5 8470 0 0,0 3-8554 0 0,0 0 0 0 0,0 1 0 0 0,1 0 0 0 0,-1 0 0 0 0,1 0 0 0 0,0 1 0 0 0,-1-1 0 0 0,2 1 0 0 0,-1 1 0 0 0,0-1 0 0 0,1 0 0 0 0,0 1-1 0 0,0 0 1 0 0,0 0 0 0 0,1 0 0 0 0,-4 7 0 0 0,4-6-31 0 0,-1 0-1 0 0,1-1 1 0 0,0 1-1 0 0,1 0 1 0 0,0 0-1 0 0,0 1 1 0 0,0-1-1 0 0,0 0 1 0 0,1 1-1 0 0,0-1 1 0 0,1 1-1 0 0,-1-1 1 0 0,1 1-1 0 0,0-1 1 0 0,3 14-1 0 0,-2-17-208 0 0,1 0 0 0 0,0-1 0 0 0,0 1 0 0 0,0 0 0 0 0,0-1 0 0 0,0 1 0 0 0,0-1 0 0 0,1 0 0 0 0,-1 1 0 0 0,1-1 0 0 0,0 0 0 0 0,-1-1 0 0 0,1 1 0 0 0,0 0 0 0 0,0-1 0 0 0,0 0 0 0 0,0 0 0 0 0,0 0 0 0 0,1 0 0 0 0,-1 0 0 0 0,0 0 0 0 0,0-1 0 0 0,1 0 0 0 0,-1 1 0 0 0,0-1 0 0 0,1-1 0 0 0,3 1 0 0 0,12-1 0 0 0,1 0 0 0 0,0-2 0 0 0,20-4 0 0 0,-17 1 0 0 0,0-1 0 0 0,-1-1 0 0 0,1-1 0 0 0,-2-1 0 0 0,1 0 0 0 0,-1-2 0 0 0,33-25 0 0 0,-50 34 0 0 0,1 0 0 0 0,-1-1 0 0 0,0 1 0 0 0,-1-1 0 0 0,1 0 0 0 0,-1 0 0 0 0,1-1 0 0 0,-1 1 0 0 0,0-1 0 0 0,-1 1 0 0 0,1-1 0 0 0,-1 0 0 0 0,0 0 0 0 0,1-6 0 0 0,-3-3 0 0 0,-5 1 0 0 0,-7 6 0 0 0,11 7 0 0 0,0 0 0 0 0,0-1 0 0 0,0 1 0 0 0,0-1 0 0 0,0 1 0 0 0,0 0 0 0 0,0 0 0 0 0,0-1 0 0 0,0 1 0 0 0,0 0 0 0 0,-1 0 0 0 0,1 0 0 0 0,0 0 0 0 0,0 1 0 0 0,0-1 0 0 0,0 0 0 0 0,0 0 0 0 0,0 1 0 0 0,0-1 0 0 0,0 0 0 0 0,0 1 0 0 0,0-1 0 0 0,0 1 0 0 0,0-1 0 0 0,0 1 0 0 0,1 0 0 0 0,-1-1 0 0 0,0 1 0 0 0,0 0 0 0 0,1-1 0 0 0,-1 1 0 0 0,-1 1 0 0 0,-2 4 0 0 0,0-4-401 0 0,1 1 1 0 0,-1-1-1 0 0,1 1 1 0 0,0 0-1 0 0,0 0 1 0 0,0 0-1 0 0,0 1 1 0 0,-4 5-1 0 0,-17 20-5232 0 0,16-22-3269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0.9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16 115 1892 0 0,'-16'6'25998'0'0,"45"-15"-25371"0"0,0-2 1 0 0,0 0-1 0 0,-1-2 0 0 0,32-20 1 0 0,-3-9-4863 0 0,-55 40 3151 0 0,-31 28-14640 0 0,14-11 10108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1.1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0 190 424 0 0,'0'0'10132'0'0,"9"11"-7094"0"0,-2-11 2500 0 0,67-39-433 0 0,-41 23-3076 0 0,44-30 0 0 0,-67 38-2622 0 0,0 1 0 0 0,0-2 0 0 0,-1 1 0 0 0,13-17 0 0 0,-12 15-1320 0 0,-4 2 58 0 0,-1-4-8763 0 0,-1-1 4462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1.5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87 304 0 0,'0'0'26491'0'0,"-4"4"-25293"0"0,-6 8-602 0 0,0 0 1 0 0,1 1 0 0 0,1 0 0 0 0,0 1 0 0 0,1 0-1 0 0,1 0 1 0 0,-7 17 0 0 0,13-29-597 0 0,-1-1 0 0 0,0 1 0 0 0,0 0 0 0 0,1-1 0 0 0,-1 1 0 0 0,1 0 0 0 0,0 0 0 0 0,-1-1 0 0 0,1 1 0 0 0,0 0 0 0 0,0 0 0 0 0,0-1 0 0 0,0 1 0 0 0,1 0 0 0 0,-1 0 0 0 0,0-1 0 0 0,1 1 0 0 0,-1 0 0 0 0,1-1 0 0 0,-1 1 0 0 0,1 0 0 0 0,0-1 0 0 0,0 1 0 0 0,0-1 0 0 0,0 1 0 0 0,0-1 0 0 0,0 1 0 0 0,0-1 0 0 0,0 0 0 0 0,1 0 0 0 0,-1 1 0 0 0,0-1 0 0 0,1 0 0 0 0,-1 0 0 0 0,1 0 0 0 0,-1 0 0 0 0,1-1 0 0 0,-1 1 0 0 0,1 0 0 0 0,0-1 0 0 0,0 1 0 0 0,-1-1 0 0 0,3 1 0 0 0,2-1 0 0 0,0 1 0 0 0,-1-1 0 0 0,1 0 0 0 0,0 0 0 0 0,0-1 0 0 0,-1 0 0 0 0,1 0 0 0 0,0 0 0 0 0,-1 0 0 0 0,6-3 0 0 0,12-6 0 0 0,-1-1 0 0 0,-1 0 0 0 0,0-2 0 0 0,25-19 0 0 0,-37 24 0 0 0,-1 1 0 0 0,0-1 0 0 0,-1 0 0 0 0,0-1 0 0 0,0 0 0 0 0,-1 0 0 0 0,0 0 0 0 0,0-1 0 0 0,-1 1 0 0 0,-1-2 0 0 0,6-15 0 0 0,-9 24 0 0 0,-1 1 0 0 0,0 0 0 0 0,1-1 0 0 0,-1 1 0 0 0,0 0 0 0 0,0-1 0 0 0,0 1 0 0 0,0 0 0 0 0,0-1 0 0 0,-1 1 0 0 0,1-1 0 0 0,0 1 0 0 0,-1 0 0 0 0,1 0 0 0 0,0-1 0 0 0,-1 1 0 0 0,0 0 0 0 0,1 0 0 0 0,-1-1 0 0 0,0 1 0 0 0,0 0 0 0 0,1 0 0 0 0,-1 0 0 0 0,0 0 0 0 0,0 0 0 0 0,0 0 0 0 0,0 0 0 0 0,-2-1 0 0 0,0 0 0 0 0,1 0-5 0 0,1-1 0 0 0,-1 1-1 0 0,0 0 1 0 0,-1 0 0 0 0,1 0 0 0 0,0 1 0 0 0,0-1-1 0 0,-1 0 1 0 0,1 1 0 0 0,-1-1 0 0 0,0 1 0 0 0,1 0 0 0 0,-1 0-1 0 0,0 0 1 0 0,0 0 0 0 0,1 1 0 0 0,-1-1 0 0 0,-3 1-1 0 0,0-1-33 0 0,-1 2-1 0 0,1-1 1 0 0,-1 1-1 0 0,1-1 1 0 0,0 2-1 0 0,-1-1 0 0 0,-10 5 1 0 0,-6 3-314 0 0,1 2 0 0 0,1 1 0 0 0,-26 17 0 0 0,46-28 318 0 0,-20 12-2266 0 0,-2 1-2758 0 0,6-1-4158 0 0,-2-1 1162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1.3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428 102 1648 0 0,'-2'-4'697'0'0,"0"1"0"0"0,0 0 0 0 0,1-1 1 0 0,0 1-1 0 0,0-1 0 0 0,0 1 0 0 0,0-1 0 0 0,0 0 0 0 0,1 1 0 0 0,-1-6 0 0 0,-7-29 5892 0 0,8 37-6357 0 0,0 0-1 0 0,-1 0 1 0 0,1 0 0 0 0,0 0 0 0 0,-1 0 0 0 0,1 0-1 0 0,-1 0 1 0 0,1 1 0 0 0,-1-1 0 0 0,0 0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0 0 0 0,0 1 0 0 0,-1 0 0 0 0,-4 2 319 0 0,1 1 1 0 0,-1-1 0 0 0,1 1-1 0 0,-1 0 1 0 0,-7 9 0 0 0,-15 17 231 0 0,1 1 1 0 0,-35 54-1 0 0,34-45-50 0 0,-39 44 0 0 0,66-83-733 0 0,-6 5-3 0 0,1 1-1 0 0,0 0 1 0 0,0 1-1 0 0,1-1 1 0 0,-8 15-1 0 0,12-22-122 0 0,1 1-1 0 0,0-1 1 0 0,-1 1-1 0 0,1-1 1 0 0,0 0 0 0 0,-1 0-1 0 0,1 1 1 0 0,-1-1-1 0 0,1 0 1 0 0,0 0-1 0 0,-1 1 1 0 0,1-1-1 0 0,-1 0 1 0 0,1 0-1 0 0,0 0 1 0 0,-1 0 0 0 0,1 0-1 0 0,-1 0 1 0 0,1 0-1 0 0,-1 0 1 0 0,1 0-1 0 0,-1 0 1 0 0,1 0-1 0 0,-1 0 1 0 0,1 0-1 0 0,-1 0 1 0 0,1 0 0 0 0,0 0-1 0 0,-1 0 1 0 0,1-1-1 0 0,-1 1 1 0 0,1 0-1 0 0,0 0 1 0 0,-1 0-1 0 0,1-1 1 0 0,-1 1-1 0 0,1 0 1 0 0,0-1-1 0 0,-1 1 1 0 0,1 0 0 0 0,0-1-1 0 0,0 1 1 0 0,-1 0-1 0 0,1-1 1 0 0,-18-11-4623 0 0,-2-10-3691 0 0,2-7 642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1.5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1880 0 0,'0'0'2726'0'0,"1"5"-70"0"0,2 12 59 0 0,1-1 0 0 0,0 0 0 0 0,11 26-1 0 0,-7-25-1246 0 0,0 0 0 0 0,1 0 0 0 0,13 16 0 0 0,-11-17-1249 0 0,2-1-1 0 0,0 0 0 0 0,1-1 0 0 0,0 0 0 0 0,1-1 1 0 0,0-1-1 0 0,1 0 0 0 0,1-1 0 0 0,0-1 1 0 0,0-1-1 0 0,1 0 0 0 0,0-1 0 0 0,21 6 0 0 0,-21-9-668 0 0,1 0 0 0 0,-1-2 0 0 0,22 2 0 0 0,-33-4-236 0 0,-1-1-1 0 0,1 0 0 0 0,0-1 0 0 0,0 0 0 0 0,10-2 0 0 0,-14 2-222 0 0,0 0-1 0 0,0 0 0 0 0,0 0 0 0 0,0-1 0 0 0,-1 1 1 0 0,1-1-1 0 0,0 1 0 0 0,-1-1 0 0 0,1 0 1 0 0,-1 0-1 0 0,1 0 0 0 0,3-5 0 0 0,-1-1-4322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2.4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25 2288 0 0,'0'0'2150'0'0,"-18"-4"1831"0"0,13 5-612 0 0,2 0-3019 0 0,1 0-1 0 0,-1 0 1 0 0,0 0-1 0 0,0 1 1 0 0,1 0-1 0 0,-1-1 1 0 0,1 1-1 0 0,-1 0 1 0 0,1 0-1 0 0,0 0 1 0 0,0 0-1 0 0,0 1 1 0 0,0-1-1 0 0,0 1 1 0 0,0-1-1 0 0,1 1 1 0 0,-1-1-1 0 0,1 1 1 0 0,-2 4-1 0 0,2-2-59 0 0,0 0 0 0 0,0 1-1 0 0,0-1 1 0 0,1 0-1 0 0,0 0 1 0 0,0 1 0 0 0,0-1-1 0 0,0 0 1 0 0,1 0 0 0 0,0 1-1 0 0,2 4 1 0 0,-3-7-181 0 0,1 1 0 0 0,0-1-1 0 0,0 0 1 0 0,0 0 0 0 0,0 0 0 0 0,0 0 0 0 0,1-1-1 0 0,-1 1 1 0 0,1 0 0 0 0,0 0 0 0 0,0-1 0 0 0,0 1-1 0 0,0-1 1 0 0,0 0 0 0 0,1 0 0 0 0,-1 1 0 0 0,1-2-1 0 0,-1 1 1 0 0,1 0 0 0 0,0 0 0 0 0,4 1 0 0 0,-3-2-79 0 0,0 0 1 0 0,0 0 0 0 0,0-1-1 0 0,1 0 1 0 0,-1 1 0 0 0,0-2-1 0 0,0 1 1 0 0,1 0 0 0 0,-1-1-1 0 0,0 0 1 0 0,0 0 0 0 0,0 0-1 0 0,1 0 1 0 0,3-3 0 0 0,3-1-115 0 0,0 0 0 0 0,0-1 0 0 0,0-1 1 0 0,-1 0-1 0 0,0 0 0 0 0,0-1 0 0 0,-1-1 1 0 0,0 1-1 0 0,-1-1 0 0 0,9-11 0 0 0,21-47-325 0 0,-38 65 348 0 0,3-18 1268 0 0,-3 20-1167 0 0,0 0-1 0 0,0 0 1 0 0,-1 1-1 0 0,1-1 1 0 0,0 0-1 0 0,0 0 1 0 0,0 0-1 0 0,0 0 1 0 0,-1 1-1 0 0,1-1 1 0 0,0 0-1 0 0,0 0 1 0 0,0 0-1 0 0,-1 0 1 0 0,1 0-1 0 0,0 0 1 0 0,0 0-1 0 0,0 0 0 0 0,-1 0 1 0 0,1 0-1 0 0,0 1 1 0 0,0-1-1 0 0,0 0 1 0 0,-1 0-1 0 0,1 0 1 0 0,0 0-1 0 0,0 0 1 0 0,-1-1-1 0 0,1 1 1 0 0,0 0-1 0 0,0 0 1 0 0,0 0-1 0 0,-1 0 1 0 0,1 0-1 0 0,0 0 1 0 0,0 0-1 0 0,0 0 0 0 0,-1 0 1 0 0,1-1-1 0 0,0 1 1 0 0,0 0-1 0 0,0 0 1 0 0,0 0-1 0 0,-1 0 1 0 0,1 0-1 0 0,0-1 1 0 0,0 1-1 0 0,0 0 1 0 0,0 0-1 0 0,0 0 1 0 0,0-1-1 0 0,-1 1 1 0 0,1 0-1 0 0,0 0 1 0 0,0 0-1 0 0,0-1 1 0 0,0 1-1 0 0,0 0 0 0 0,0 0 1 0 0,0-1-1 0 0,0 1 1 0 0,0 0-1 0 0,0 0 1 0 0,0-1-1 0 0,0 1 1 0 0,0 0-1 0 0,0 0 1 0 0,1-1-1 0 0,-5 5 83 0 0,0-1 0 0 0,0 1 0 0 0,1-1 0 0 0,0 1 0 0 0,0 0-1 0 0,0 0 1 0 0,0 0 0 0 0,0 1 0 0 0,1-1 0 0 0,0 1 0 0 0,0-1 0 0 0,0 1 0 0 0,0 0-1 0 0,1 0 1 0 0,0 0 0 0 0,0 0 0 0 0,0 0 0 0 0,1 0 0 0 0,0 7 0 0 0,0-2-40 0 0,0-1 1 0 0,1 0 0 0 0,1 0-1 0 0,0 0 1 0 0,0 0 0 0 0,0-1 0 0 0,1 1-1 0 0,1 0 1 0 0,-1-1 0 0 0,1 0-1 0 0,1 0 1 0 0,-1 0 0 0 0,2 0-1 0 0,-1-1 1 0 0,10 11 0 0 0,7 3-163 0 0,1 0 1 0 0,1-2-1 0 0,36 22 0 0 0,-36-25-167 0 0,0 2 0 0 0,0 0-1 0 0,32 33 1 0 0,-53-48 237 0 0,-1 0 0 0 0,0 0-1 0 0,1 0 1 0 0,-1 0 0 0 0,0 0 0 0 0,-1 0 0 0 0,1 0-1 0 0,0 1 1 0 0,-1-1 0 0 0,0 1 0 0 0,0-1-1 0 0,0 1 1 0 0,0-1 0 0 0,-1 1 0 0 0,1 0 0 0 0,-1-1-1 0 0,0 1 1 0 0,0 0 0 0 0,0 0 0 0 0,-1 6-1 0 0,-1-4 16 0 0,0-1-1 0 0,-1 1 0 0 0,1-1 1 0 0,-1 0-1 0 0,0 1 1 0 0,0-1-1 0 0,-1 0 0 0 0,1-1 1 0 0,-1 1-1 0 0,0-1 0 0 0,-9 8 1 0 0,0-1-3 0 0,-1-1-1 0 0,0-1 1 0 0,0 0 0 0 0,-1-1 0 0 0,0-1 0 0 0,0 0-1 0 0,-1-1 1 0 0,-25 7 0 0 0,28-10-238 0 0,0-1 1 0 0,-1-1-1 0 0,1 0 0 0 0,-1-1 0 0 0,1 0 1 0 0,0-1-1 0 0,-1-1 0 0 0,1 0 0 0 0,-21-6 1 0 0,24 4-463 0 0,0 1 1 0 0,0-2-1 0 0,0 1 1 0 0,1-1 0 0 0,-1-1-1 0 0,1 0 1 0 0,-13-11-1 0 0,2 1-2018 0 0,-7-6-5451 0 0,13 9 1905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5.7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5 632,'-2'-5'28347,"-7"23"-28091,7-13 1050,29 8-312,39-8 238,17 11-1232,-17-9 0,1-3 0,107-7 0,-48 1 0,-110 2 0,-2 2 0,2-2 0,-7 1 0,7 0 0,-2-1 0,-2 2 0,0 0 0,0 0 0,1 0 0,-1 0-120,-10-2-745,4-35-17523,0 21 10855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8.6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184 80 1448,'0'0'2860,"-35"-6"5232,23 7-6535,1 1 0,-1 0 0,-17 7 0,5-3-88,22-6-1100,-40 24 2159,40-22-1597,-8 3 638,6-3 263,10-3 3574,119-24-5388,212-16 1,-269 35-21,-16 1 2,17-2 0,-1 4 0,95 6 0,-150-3 0,-3 2-294,-30-17-3049,0-2-2786,9 11-2574,3 0 662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9.5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4 548,'0'0'24182,"6"-1"-23227,16-1-125,0 1-1,0 2 1,0 0-1,0 2 1,0 0-1,38 11 1,17 2 445,13-3-1275,0-5 0,0-3 0,101-8 0,-189 2-1484,-14-2-2092,-17-2-4609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20.0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187 20 1500,'-4'-3'1262,"0"1"-1,0 0 1,-1-1-1,1 2 1,-1-1 0,1 0-1,-1 1 1,1 0-1,-1 0 1,-5-1-1,8 2-13,-34 6 3207,30-3-3953,1 0-1,0 1 1,0 0-1,0 0 1,1 1-1,-1-1 1,1 1 0,0 0-1,0 0 1,1 0-1,0 0 1,0 1 0,-5 11-1,2-2 80,0 1 1,1 0-1,0 0 0,-2 18 0,6-31-535,1-1-1,0 1 0,-1-1 1,1 1-1,0-1 1,0 1-1,0-1 0,1 1 1,-1-1-1,0 1 0,1-1 1,0 1-1,-1-1 1,1 0-1,0 1 0,1-1 1,-1 0-1,0 0 1,0 1-1,1-1 0,0 0 1,1 2-1,0-2-62,0 0-1,1 0 1,-1-1-1,0 1 1,1-1 0,-1 0-1,0 0 1,1 0-1,-1 0 1,1 0 0,0-1-1,-1 0 1,7 0-1,5 0-279,-1-2-1,0 0 0,1-1 1,-1 0-1,0-1 0,20-9 1,-26 10 74,0-1-1,0 0 1,-1 0 0,1-1 0,-1 0-1,0 0 1,7-8 0,-11 10 314,0-1-1,-1 1 1,1 0 0,-1-1-1,0 1 1,0-1 0,0 0 0,-1 0-1,1 0 1,-1 0 0,0 0-1,0 0 1,-1 0 0,1 0-1,-1-8 1,0 10-23,0 0 1,0 1-1,0-1 0,0 0 1,-1 0-1,1 1 0,-1-1 1,0 0-1,1 1 0,-1-1 1,0 1-1,0-1 0,0 1 1,0-1-1,0 1 0,0-1 1,0 1-1,0 0 0,-1 0 0,1 0 1,-1 0-1,1 0 0,0 0 1,-1 0-1,-3-1 0,-39-9 1522,41 10-1579,3 1-11,-3-1 0,1 1 0,-1-1 0,0 0 0,1 1 0,-1-1 0,0 1 0,0 0 0,1 0 0,-1 0 0,0 0 0,0 1 0,0-1 0,1 1 0,-1 0 0,0-1 0,1 1 0,-1 1 0,1-1 0,-1 0 0,1 0 0,0 1 0,-1-1 0,1 1 0,0 0 0,-2 2 0,-5 7 0,9 2-189,2-11-179,0 0 0,0 1 0,0-1 0,0-1 0,1 1 0,-1 0 0,0 0 0,1-1 0,-1 1 0,1-1 0,0 0 0,-1 0 0,1 0 0,0 0 0,0 0 0,4 0 0,11 1-4897,-1-1-3430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20.2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0 2400,'0'0'9698,"-5"3"-7598,3-1-1715,-1 0 0,1-1 0,0 1 1,0 0-1,0 0 0,0 0 0,0 1 0,1-1 0,-1 0 1,1 1-1,-1-1 0,1 1 0,0-1 0,0 1 0,0 0 1,0-1-1,0 1 0,1 0 0,-1 0 0,1 0 0,0-1 1,0 1-1,0 0 0,0 0 0,0 0 0,1 0 0,-1-1 1,2 5-1,0 0 600,-2-5-878,1 0 0,-1 0 0,1 0 0,-1 0 0,1 0 0,0-1 0,0 1 0,-1 0 0,1 0 0,1-1-1,-1 1 1,0-1 0,0 1 0,0-1 0,1 1 0,1 0 0,-2-1-609,26-34-6505,-18 7-3227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0.0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211 72 64 0 0,'23'-5'4736'0'0,"-21"5"-2597"0"0,23-16 18658 0 0,-51 13-20476 0 0,20 2-9 0 0,-49 35 2168 0 0,29-18-2150 0 0,20-13-217 0 0,0 0 1 0 0,0 1-1 0 0,0 0 1 0 0,0 0-1 0 0,1 0 0 0 0,0 1 1 0 0,0 0-1 0 0,0 0 1 0 0,0 0-1 0 0,1 0 1 0 0,0 1-1 0 0,0 0 1 0 0,-4 9-1 0 0,-4 6-113 0 0,9-9 0 0 0,7 2 0 0 0,3-7 0 0 0,5-4 0 0 0,-11-3 0 0 0,1 1 0 0 0,-1-1 0 0 0,0 0 0 0 0,1 0 0 0 0,-1 1 0 0 0,1-1 0 0 0,-1 0 0 0 0,0 0 0 0 0,1-1 0 0 0,-1 1 0 0 0,1 0 0 0 0,-1 0 0 0 0,0-1 0 0 0,1 1 0 0 0,-1-1 0 0 0,0 1 0 0 0,1-1 0 0 0,-1 0 0 0 0,0 1 0 0 0,0-1 0 0 0,1 0 0 0 0,-1 0 0 0 0,1-1 0 0 0,1-1 0 0 0,9-3-76 0 0,-1 0 1 0 0,0 0-1 0 0,14-12 1 0 0,-22 15 51 0 0,0 1-1 0 0,1-1 1 0 0,-1-1-1 0 0,0 1 1 0 0,0 0-1 0 0,-1-1 1 0 0,1 1-1 0 0,-1-1 1 0 0,1 0-1 0 0,-1 0 1 0 0,-1 0-1 0 0,3-6 1 0 0,4-8-4 0 0,-7 16 38 0 0,0 0-1 0 0,0-1 0 0 0,0 1 1 0 0,0 0-1 0 0,0 0 1 0 0,0-1-1 0 0,-1 1 1 0 0,1 0-1 0 0,-1-1 0 0 0,0 1 1 0 0,1-4-1 0 0,-1-3 43 0 0,0 7-28 0 0,0-1 0 0 0,0 0 0 0 0,0 1 0 0 0,0-1 0 0 0,0 0 1 0 0,0 1-1 0 0,-1-1 0 0 0,0 0 0 0 0,1 1 0 0 0,-1-1 0 0 0,0 1 1 0 0,0-1-1 0 0,0 1 0 0 0,-1 0 0 0 0,1-1 0 0 0,-1 1 0 0 0,1 0 1 0 0,-1 0-1 0 0,-3-3 0 0 0,-7-5-24 0 0,-6 6 0 0 0,0 1 0 0 0,15 2 0 0 0,0 1 0 0 0,-1-1 0 0 0,1 1 0 0 0,0 0 0 0 0,-1 0 0 0 0,1 0 0 0 0,0 0 0 0 0,-1 1 0 0 0,1-1 0 0 0,0 1 0 0 0,-1 0 0 0 0,1 0 0 0 0,0 0 0 0 0,0 0 0 0 0,-4 3 0 0 0,1-1 0 0 0,-2 2 0 0 0,2-3 0 0 0,1 0 0 0 0,0 1 0 0 0,0-1 0 0 0,0 1 0 0 0,0 1 0 0 0,1-1 0 0 0,-1 1 0 0 0,1 0 0 0 0,0 0 0 0 0,0 0 0 0 0,0 0 0 0 0,1 1 0 0 0,-1-1 0 0 0,1 1 0 0 0,-4 8 0 0 0,0 11 0 0 0,4-10 0 0 0,6 2 0 0 0,-3-14 0 0 0,1 0 0 0 0,-1 0 0 0 0,0 0 0 0 0,0 0 0 0 0,1 0 0 0 0,-1 0 0 0 0,1 0 0 0 0,0 0 0 0 0,-1 0 0 0 0,1 0 0 0 0,0 0 0 0 0,0 0 0 0 0,0-1 0 0 0,1 1 0 0 0,-1 0 0 0 0,0-1 0 0 0,0 1 0 0 0,1-1 0 0 0,-1 1 0 0 0,1-1 0 0 0,0 0 0 0 0,-1 0 0 0 0,1 1 0 0 0,0-1 0 0 0,0 0 0 0 0,3 1 0 0 0,7 0 0 0 0,-6-2 0 0 0,0 1 0 0 0,0-2 0 0 0,0 1 0 0 0,0-1 0 0 0,0 1 0 0 0,0-2 0 0 0,0 1 0 0 0,-1-1 0 0 0,1 0 0 0 0,0 0 0 0 0,-1 0 0 0 0,1-1 0 0 0,-1 0 0 0 0,0 0 0 0 0,0 0 0 0 0,0 0 0 0 0,-1-1 0 0 0,1 0 0 0 0,4-5 0 0 0,7-5 0 0 0,-15 13 0 0 0,1 0 0 0 0,-1 0 0 0 0,0 0 0 0 0,0-1 0 0 0,0 1 0 0 0,1 0 0 0 0,-1-1 0 0 0,-1 1 0 0 0,1 0 0 0 0,0-1 0 0 0,0 1 0 0 0,0-1 0 0 0,0-2 0 0 0,9-18 0 0 0,-5 7 0 0 0,-5 0 0 0 0,0 1 0 0 0,-6 2 0 0 0,-5 4 0 0 0,-3 5 0 0 0,11 2 0 0 0,1 1 0 0 0,-1-1 0 0 0,1 1 0 0 0,-1 0 0 0 0,1 0 0 0 0,-1 0 0 0 0,0 0 0 0 0,1 0 0 0 0,-1 1 0 0 0,1-1 0 0 0,-1 1 0 0 0,1-1 0 0 0,-1 1 0 0 0,1 0 0 0 0,-1 0 0 0 0,-2 2 0 0 0,-3 2 0 0 0,-1-1 0 0 0,1 0 0 0 0,-1 0 0 0 0,1 1 0 0 0,0 1 0 0 0,1 0 0 0 0,-1 0 0 0 0,1 0 0 0 0,0 1 0 0 0,1-1 0 0 0,0 2 0 0 0,0-1 0 0 0,0 1 0 0 0,1 0 0 0 0,0 0 0 0 0,0 0 0 0 0,-4 12 0 0 0,3-10 0 0 0,0 3 0 0 0,6 1 0 0 0,10 7 0 0 0,-3-19 0 0 0,-6-1 0 0 0,8 3 0 0 0,3-3 0 0 0,-5-1 0 0 0,1-1 0 0 0,0 0 0 0 0,-1-1 0 0 0,0 0 0 0 0,1 0 0 0 0,-1 0 0 0 0,0-1 0 0 0,0 0 0 0 0,0 0 0 0 0,-1-1 0 0 0,12-7 0 0 0,8-4 0 0 0,-22 12 0 0 0,0 1 0 0 0,0-1 0 0 0,0 1 0 0 0,-1-1 0 0 0,1 0 0 0 0,-1-1 0 0 0,0 1 0 0 0,0-1 0 0 0,0 1 0 0 0,3-6 0 0 0,-7-2 0 0 0,-8-4 0 0 0,-1 11 0 0 0,-6 7 0 0 0,1 1 0 0 0,0 0 0 0 0,-27 13 0 0 0,36-14 0 0 0,0 1 0 0 0,1 0 0 0 0,-1 1 0 0 0,1-1 0 0 0,0 1 0 0 0,0 0 0 0 0,1 0 0 0 0,-1 1 0 0 0,1 0 0 0 0,1-1 0 0 0,-7 12 0 0 0,6-3 0 0 0,3 0 0 0 0,2 1 0 0 0,-1-14 0 0 0,1 0 0 0 0,-1 1 0 0 0,1-1 0 0 0,-1 0 0 0 0,1 1 0 0 0,-1-1 0 0 0,1 0 0 0 0,0 0 0 0 0,0 0 0 0 0,0 0 0 0 0,0 0 0 0 0,0 0 0 0 0,0 0 0 0 0,0 0 0 0 0,0 0 0 0 0,0 0 0 0 0,0 0 0 0 0,1-1 0 0 0,-1 1 0 0 0,0 0 0 0 0,0-1 0 0 0,1 1 0 0 0,-1-1 0 0 0,1 0 0 0 0,-1 1 0 0 0,0-1 0 0 0,1 0 0 0 0,1 0 0 0 0,27 0 0 0 0,-19-2 0 0 0,-1 0 0 0 0,1-1 0 0 0,-1 0 0 0 0,1-1 0 0 0,-1 0 0 0 0,-1-1 0 0 0,1 0 0 0 0,0 0 0 0 0,-1-1 0 0 0,0 0 0 0 0,-1-1 0 0 0,1 0 0 0 0,-1 0 0 0 0,12-14 0 0 0,-16 11 0 0 0,-4-6 0 0 0,-4 2 0 0 0,-3 2 0 0 0,-1-1 0 0 0,-4 5 0 0 0,9 7 0 0 0,-1-1 0 0 0,0 1 0 0 0,0 0 0 0 0,0 1 0 0 0,0-1 0 0 0,0 1 0 0 0,0-1 0 0 0,0 1 0 0 0,0 0 0 0 0,0 1 0 0 0,0-1 0 0 0,0 1 0 0 0,0-1 0 0 0,0 1 0 0 0,0 1 0 0 0,0-1 0 0 0,0 0 0 0 0,1 1 0 0 0,-7 3 0 0 0,-3 1 0 0 0,8-5 0 0 0,1 0 0 0 0,0 1 0 0 0,0-1 0 0 0,0 1 0 0 0,0 0 0 0 0,0 1 0 0 0,0-1 0 0 0,1 0 0 0 0,-1 1 0 0 0,1 0 0 0 0,0 0 0 0 0,-1 0 0 0 0,1 0 0 0 0,1 1 0 0 0,-1-1 0 0 0,0 1 0 0 0,1-1 0 0 0,0 1 0 0 0,0 0 0 0 0,0 0 0 0 0,0 0 0 0 0,-2 8 0 0 0,3 1 0 0 0,3 1 0 0 0,8-5 0 0 0,-5-7 0 0 0,0-1 0 0 0,-1 0 0 0 0,1 0 0 0 0,0 0 0 0 0,0 0 0 0 0,0-1 0 0 0,0 0 0 0 0,0 0 0 0 0,0 0 0 0 0,0 0 0 0 0,0-1 0 0 0,9-2 0 0 0,49-20 0 0 0,-55 20 0 0 0,0 0 0 0 0,-1-1 0 0 0,0 0 0 0 0,1-1 0 0 0,-2 0 0 0 0,1 0 0 0 0,0 0 0 0 0,10-13 0 0 0,-4-14 0 0 0,-8 22 0 0 0,-6-1 0 0 0,-10 2 0 0 0,-5 11 0 0 0,12-1 0 0 0,0 0 0 0 0,1 1 0 0 0,-1 0 0 0 0,0-1 0 0 0,1 1 0 0 0,-1 1 0 0 0,1-1 0 0 0,-1 0 0 0 0,1 1 0 0 0,0-1 0 0 0,0 1 0 0 0,0 0 0 0 0,1 0 0 0 0,-1 1 0 0 0,1-1 0 0 0,-1 0 0 0 0,1 1 0 0 0,0-1 0 0 0,1 1 0 0 0,-4 6 0 0 0,-6 12 0 0 0,7-9 0 0 0,3 1 0 0 0,2-3 0 0 0,4-1 0 0 0,7-7 0 0 0,-6-3 0 0 0,-1 0 0 0 0,1 0 0 0 0,0-1 0 0 0,-1 1 0 0 0,1-1 0 0 0,-1-1 0 0 0,1 1 0 0 0,-1-1 0 0 0,1 0 0 0 0,-1 0 0 0 0,0 0 0 0 0,0-1 0 0 0,0 0 0 0 0,0 0 0 0 0,5-5 0 0 0,2 0 0 0 0,-4 0 0 0 0,-2-2 0 0 0,-1-1 0 0 0,-6-2 0 0 0,1 11 0 0 0,-10-14 0 0 0,5 13 0 0 0,1 1 0 0 0,-1-1 0 0 0,1 1 0 0 0,-1-1 0 0 0,0 1 0 0 0,0 1 0 0 0,0-1 0 0 0,-5 0 0 0 0,-4 0 0 0 0,-4 2 0 0 0,-1 1 0 0 0,6 1 0 0 0,1 0 0 0 0,2 3 0 0 0,9 6 0 0 0,6 5 0 0 0,2-7 0 0 0,4-4 0 0 0,0-3 0 0 0,-2 1 0 0 0,3-2 0 0 0,3-9-3459 0 0,-11-2-8319 0 0,-4 0 1413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0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129 124 736 0 0,'0'0'4036'0'0,"3"-5"-2744"0"0,12-24 2236 0 0,-7 14 4423 0 0,-2 3 7060 0 0,-13 15-14817 0 0,-2 2-192 0 0,0 0-1 0 0,0 0 1 0 0,0 1 0 0 0,1 1-1 0 0,-1-1 1 0 0,2 2-1 0 0,-1-1 1 0 0,1 1-1 0 0,0 0 1 0 0,1 0-1 0 0,-6 10 1 0 0,-5 18-2 0 0,10-23 0 0 0,1 1 0 0 0,0-1 0 0 0,1 1 0 0 0,-6 26 0 0 0,10-36 0 0 0,1-1 0 0 0,0 1 0 0 0,-1-1 0 0 0,1 1 0 0 0,1-1 0 0 0,-1 1 0 0 0,0-1 0 0 0,1 1 0 0 0,0-1 0 0 0,-1 0 0 0 0,1 1 0 0 0,1-1 0 0 0,-1 0 0 0 0,0 1 0 0 0,1-1 0 0 0,0 0 0 0 0,0 0 0 0 0,0 0 0 0 0,0 0 0 0 0,0-1 0 0 0,0 1 0 0 0,1-1 0 0 0,-1 1 0 0 0,1-1 0 0 0,4 3 0 0 0,-3-3 0 0 0,0 0 0 0 0,0 0 0 0 0,1 0 0 0 0,-1-1 0 0 0,1 0 0 0 0,-1 0 0 0 0,1 0 0 0 0,-1 0 0 0 0,1-1 0 0 0,0 0 0 0 0,-1 0 0 0 0,1 0 0 0 0,0 0 0 0 0,-1-1 0 0 0,1 0 0 0 0,-1 0 0 0 0,1 0 0 0 0,7-3 0 0 0,10-4 0 0 0,0-2 0 0 0,28-15 0 0 0,-34 17 0 0 0,-7 3 0 0 0,1 0 0 0 0,-1 0 0 0 0,0-1 0 0 0,0-1 0 0 0,0 1 0 0 0,-1-1 0 0 0,0-1 0 0 0,-1 1 0 0 0,1-1 0 0 0,-1-1 0 0 0,-1 0 0 0 0,0 1 0 0 0,0-2 0 0 0,-1 1 0 0 0,0-1 0 0 0,0 0 0 0 0,6-20 0 0 0,-5 19 0 0 0,-5 9 0 0 0,-1 1 0 0 0,1-1 0 0 0,0 1 0 0 0,0-1 0 0 0,0 1 0 0 0,-1-1 0 0 0,1 0 0 0 0,-1 1 0 0 0,1-1 0 0 0,-1 0 0 0 0,0 1 0 0 0,0-1 0 0 0,0 0 0 0 0,0 1 0 0 0,0-1 0 0 0,0 0 0 0 0,0 0 0 0 0,0 1 0 0 0,-1-1 0 0 0,1 0 0 0 0,0 1 0 0 0,-1-1 0 0 0,0 0 0 0 0,1 1 0 0 0,-1-1 0 0 0,0 1 0 0 0,-1-2 0 0 0,0-2 0 0 0,1 1 0 0 0,-1 0 0 0 0,0 0 0 0 0,0 1 0 0 0,0-1 0 0 0,-1 0 0 0 0,1 1 0 0 0,-1-1 0 0 0,0 1 0 0 0,0 0 0 0 0,0 0 0 0 0,-1 0 0 0 0,1 0 0 0 0,0 1 0 0 0,-1-1 0 0 0,0 1 0 0 0,0 0 0 0 0,0 0 0 0 0,0 0 0 0 0,0 1 0 0 0,-6-2 0 0 0,-6-2 52 0 0,10 7-85 0 0,-35-12-211 0 0,39 9-986 0 0,6-1-689 0 0,13-6-321 0 0,16-5-12665 0 0,-23 10 8021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3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0 660 0 0,'19'8'17390'0'0,"-16"0"-16409"0"0,0 0 0 0 0,0 0 0 0 0,0 1 0 0 0,-1-1 0 0 0,0 1 1 0 0,-1-1-1 0 0,0 1 0 0 0,0-1 0 0 0,-1 1 0 0 0,0 0 0 0 0,0 0 1 0 0,-1-1-1 0 0,0 1 0 0 0,-4 12 0 0 0,4 33-981 0 0,2-42 0 0 0,5-3 0 0 0,-2-5-295 0 0,-1-9-4354 0 0,-2 1 3594 0 0,6-17-2822 0 0,-5 5-4974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7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0 269 480 0 0,'14'-30'5005'0'0,"-11"22"-3980"0"0,0 0-1 0 0,1 1 0 0 0,0-1 1 0 0,0 1-1 0 0,1 0 1 0 0,0 0-1 0 0,0 0 1 0 0,12-11-1 0 0,2 0 274 0 0,1 2 1 0 0,0 0-1 0 0,1 0 0 0 0,1 2 0 0 0,46-22 0 0 0,-34 21 116 0 0,-20 8-124 0 0,0 1 0 0 0,0 1 0 0 0,27-7 1 0 0,-40 12-1238 0 0,0 0 1 0 0,1 0 0 0 0,-1 0 0 0 0,0 0 0 0 0,0 0-1 0 0,0 1 1 0 0,0-1 0 0 0,0 1 0 0 0,0-1-1 0 0,0 0 1 0 0,0 1 0 0 0,0 0 0 0 0,0-1 0 0 0,0 1-1 0 0,0 0 1 0 0,0-1 0 0 0,-1 1 0 0 0,1 0 0 0 0,0 0-1 0 0,0 0 1 0 0,-1 0 0 0 0,1-1 0 0 0,0 1-1 0 0,-1 0 1 0 0,1 0 0 0 0,-1 0 0 0 0,0 1 0 0 0,1-1-1 0 0,-1 0 1 0 0,0 0 0 0 0,1 0 0 0 0,-1 1 0 0 0,7 41 1753 0 0,-6-37-1691 0 0,-1 88-116 0 0,2-56 0 0 0,-3 60 0 0 0,-1-66 0 0 0,1 0 0 0 0,2-1 0 0 0,5 37 0 0 0,1-36 0 0 0,-6-18 0 0 0,0-2 0 0 0,2-6-4 0 0,-2-5-312 0 0,-3-7-3220 0 0,-13-28-111 0 0,9 26-1106 0 0,-2-2-3741 0 0,-2-3 1737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9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1 191 2244 0 0,'0'-1'901'0'0,"0"-1"-1"0"0,1 0 1 0 0,-1 0 0 0 0,0 1-1 0 0,1-1 1 0 0,0 0-1 0 0,-1 1 1 0 0,1-1 0 0 0,0 1-1 0 0,0-1 1 0 0,0 1-1 0 0,0-1 1 0 0,0 1 0 0 0,2-3-1 0 0,28-20 4225 0 0,37-11-2034 0 0,-66 34-2687 0 0,106-58 1566 0 0,-58 29-8026 0 0,-28 15-9739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2.4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27 56 0 0,'-7'-5'2686'0'0,"-1"1"-1"0"0,0 0 1 0 0,0 1 0 0 0,0-1-1 0 0,-12-2 1 0 0,-10 6 3748 0 0,-4 11-3536 0 0,22-5-2090 0 0,0 0-1 0 0,0 1 0 0 0,1 0 0 0 0,-1 0 0 0 0,2 2 0 0 0,-1-1 1 0 0,1 1-1 0 0,-17 21 0 0 0,25-20-807 0 0,2-6 0 0 0,0-1 0 0 0,1 0 0 0 0,-1 1 0 0 0,0-1 0 0 0,1 1 0 0 0,0-1 0 0 0,0 0 0 0 0,0 1 0 0 0,0-1 0 0 0,1 0 0 0 0,-1 0 0 0 0,1 0 0 0 0,0 0 0 0 0,0 0 0 0 0,0 0 0 0 0,0-1 0 0 0,0 1 0 0 0,0-1 0 0 0,1 1 0 0 0,0-1 0 0 0,-1 0 0 0 0,1 0 0 0 0,5 3 0 0 0,2 0 0 0 0,0-1 0 0 0,0 0 0 0 0,0-1 0 0 0,0 0 0 0 0,17 2 0 0 0,-9-1 0 0 0,30 6 0 0 0,-16-3 0 0 0,0 0 0 0 0,47 19 0 0 0,-77-25 0 0 0,-1-1 0 0 0,0 1 0 0 0,0 0 0 0 0,0 0 0 0 0,0 0 0 0 0,0 0 0 0 0,0 1 0 0 0,0-1 0 0 0,0 0 0 0 0,0 0 0 0 0,0 0 0 0 0,0 1 0 0 0,-1-1 0 0 0,1 1 0 0 0,-1-1 0 0 0,1 0 0 0 0,-1 1 0 0 0,1-1 0 0 0,-1 1 0 0 0,0-1 0 0 0,0 1 0 0 0,0-1 0 0 0,1 1 0 0 0,-2-1 0 0 0,1 1 0 0 0,0-1 0 0 0,-1 3 0 0 0,-9 32 0 0 0,4-28 0 0 0,0-1 0 0 0,-1 0 0 0 0,0-1 0 0 0,0 1 0 0 0,0-1 0 0 0,-1-1 0 0 0,0 0 0 0 0,0 0 0 0 0,0 0 0 0 0,-1-1 0 0 0,-14 5 0 0 0,-15 0-3264 0 0,32-9 1994 0 0,-1 1 0 0 0,1-2 0 0 0,0 1 0 0 0,0-1 0 0 0,-1 1 0 0 0,1-2-1 0 0,0 1 1 0 0,0-1 0 0 0,0 0 0 0 0,0 0 0 0 0,0-1 0 0 0,-8-4 0 0 0,-4-4-6033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2.6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1 172 652 0 0,'21'-20'11456'0'0,"48"-13"-3588"0"0,6 4-5470 0 0,32-13-3315 0 0,-70 23-789 0 0,1 0-1934 0 0,-15 10-4185 0 0,-20 9 3167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4.4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180 12 168 0 0,'0'0'16037'0'0,"-1"-2"-13653"0"0,-13-8 10957 0 0,-18 41-13026 0 0,20-21-250 0 0,2 0 0 0 0,-1 1 1 0 0,2 0-1 0 0,-1 0 0 0 0,1 1 0 0 0,1 1 1 0 0,-8 15-1 0 0,4-1-65 0 0,2 1 0 0 0,2 0 0 0 0,-9 44 0 0 0,16-67 0 0 0,1-1 0 0 0,0 1 0 0 0,0-1 0 0 0,1 1 0 0 0,-1-1 0 0 0,1 1 0 0 0,0-1 0 0 0,0 1 0 0 0,0-1 0 0 0,1 0 0 0 0,0 0 0 0 0,-1 1 0 0 0,1-1 0 0 0,1-1 0 0 0,-1 1 0 0 0,1 0 0 0 0,-1 0 0 0 0,1-1 0 0 0,0 1 0 0 0,1-1 0 0 0,4 4 0 0 0,-2-2 0 0 0,-1 0 0 0 0,1-1 0 0 0,0 0 0 0 0,0 0 0 0 0,0 0 0 0 0,0-1 0 0 0,1 0 0 0 0,-1 0 0 0 0,1-1 0 0 0,0 0 0 0 0,0 0 0 0 0,0-1 0 0 0,9 2 0 0 0,-2-4 0 0 0,-1 1 0 0 0,1-2 0 0 0,-1 0 0 0 0,0-1 0 0 0,1 0 0 0 0,-1-1 0 0 0,-1 0 0 0 0,1-1 0 0 0,-1 0 0 0 0,1-1 0 0 0,12-9 0 0 0,-20 12 0 0 0,0 0 0 0 0,-1 0 0 0 0,1 0 0 0 0,-1 0 0 0 0,0-1 0 0 0,0 0 0 0 0,-1 0 0 0 0,1 0 0 0 0,-1 0 0 0 0,0 0 0 0 0,0-1 0 0 0,0 1 0 0 0,0-1 0 0 0,-1 0 0 0 0,0 0 0 0 0,0 0 0 0 0,0 0 0 0 0,-1 0 0 0 0,1 0 0 0 0,-1-1 0 0 0,-1 1 0 0 0,1 0 0 0 0,-1-1 0 0 0,0 1 0 0 0,0 0 0 0 0,0-1 0 0 0,-1 1 0 0 0,0 0 0 0 0,0-1 0 0 0,0 1 0 0 0,-3-6 0 0 0,-4-6 0 0 0,-1 1 0 0 0,-1 0 0 0 0,0 0 0 0 0,-1 1 0 0 0,-1 1 0 0 0,0 0 0 0 0,-1 0 0 0 0,-1 2 0 0 0,-22-18 0 0 0,3 9 0 0 0,21 17 0 0 0,0 1 0 0 0,0 5 0 0 0,2 5 0 0 0,10 5 0 0 0,1-9-697 0 0,0 0 0 0 0,1 0-1 0 0,0 0 1 0 0,-1-1 0 0 0,1 1 0 0 0,0 0 0 0 0,0-1-1 0 0,1 0 1 0 0,-1 1 0 0 0,1-1 0 0 0,-1 0 0 0 0,1 0-1 0 0,3 2 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4.9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2212 0 0,'0'0'25349'0'0,"0"5"-23767"0"0,0 67 2042 0 0,1-61-3624 0 0,4 3-3194 0 0,5-2-7791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5.4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0 852 0 0,'0'0'3180'0'0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0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77 76 0 0,'0'0'19604'0'0,"8"-18"-8907"0"0,0 17-10017 0 0,51-17 1030 0 0,-36 10-1710 0 0,-9 2 0 0 0,2 0 0 0 0,-1 1 0 0 0,1 1 0 0 0,-1 1 0 0 0,1 0 0 0 0,29-1 0 0 0,-40 3 0 0 0,0 1 0 0 0,0 0 0 0 0,0 1 0 0 0,0-1 0 0 0,0 1 0 0 0,0 0 0 0 0,0 0 0 0 0,-1 0 0 0 0,1 1 0 0 0,0-1 0 0 0,-1 1 0 0 0,1 1 0 0 0,-1-1 0 0 0,1 0 0 0 0,-1 1 0 0 0,0 0 0 0 0,0 0 0 0 0,0 0 0 0 0,-1 1 0 0 0,1-1 0 0 0,-1 1 0 0 0,0 0 0 0 0,0 0 0 0 0,0 0 0 0 0,0 0 0 0 0,-1 1 0 0 0,0-1 0 0 0,1 1 0 0 0,-2-1 0 0 0,1 1 0 0 0,0 0 0 0 0,-1 0 0 0 0,0 0 0 0 0,0-1 0 0 0,0 11 0 0 0,0 3 0 0 0,-1 0 0 0 0,-1-1 0 0 0,-1 1 0 0 0,0-1 0 0 0,-1 1 0 0 0,-1-1 0 0 0,-11 33 0 0 0,10-38 0 0 0,-18 47 0 0 0,-19 81 0 0 0,30-90 0 0 0,10-44 0 0 0,21-28 0 0 0,-18 14 0 0 0,0-12 0 0 0,4-1-3300 0 0,-5 17 1917 0 0,1 1-1 0 0,-1-1 1 0 0,0 1 0 0 0,0-1 0 0 0,0 0-1 0 0,0 1 1 0 0,0-1 0 0 0,-1 1 0 0 0,0-1-1 0 0,1 1 1 0 0,-4-7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3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2128 0 0,'4'-10'24092'0'0,"13"14"-23331"0"0,1 0 1 0 0,0-2-1 0 0,0 0 0 0 0,0-1 1 0 0,0-1-1 0 0,0-1 1 0 0,27-4-1 0 0,-24 1-916 0 0,0 0 0 0 0,1-2 0 0 0,24-9 0 0 0,14-9-10416 0 0,-57 24 6583 0 0,9-7-8484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7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65 280 0 0,'-2'-4'1786'0'0,"1"-1"-1738"0"0,0 2 813 0 0,0-1 0 0 0,0 1 0 0 0,0-1 0 0 0,0 1 0 0 0,-1-1 0 0 0,1 1 0 0 0,-1 0 0 0 0,0 0 0 0 0,0 0 0 0 0,0 0-1 0 0,0 0 1 0 0,-1 0 0 0 0,-3-3 0 0 0,3 5-502 0 0,1 0 0 0 0,-1 0 0 0 0,0 0 0 0 0,1 0 1 0 0,-1 0-1 0 0,0 0 0 0 0,0 1 0 0 0,1 0 0 0 0,-1-1 0 0 0,0 1 0 0 0,0 0 0 0 0,0 0 0 0 0,0 1 0 0 0,1-1 0 0 0,-1 1 0 0 0,0-1 0 0 0,0 1 0 0 0,1 0 0 0 0,-1 0 0 0 0,0 0 0 0 0,1 0 0 0 0,-5 3 0 0 0,-5 4 2087 0 0,1 0 0 0 0,-1 0-1 0 0,-14 16 1 0 0,14-13-1887 0 0,9-10-559 0 0,-6 5 0 0 0,5 29 0 0 0,4-32 0 0 0,1 0 0 0 0,0 0 0 0 0,0 0 0 0 0,0 1 0 0 0,0-2 0 0 0,0 1 0 0 0,0 0 0 0 0,1 0 0 0 0,-1 0 0 0 0,1 0 0 0 0,0-1 0 0 0,0 1 0 0 0,0-1 0 0 0,0 0 0 0 0,0 1 0 0 0,1-1 0 0 0,-1 0 0 0 0,1 0 0 0 0,-1-1 0 0 0,1 1 0 0 0,0 0 0 0 0,0-1 0 0 0,0 0 0 0 0,0 1 0 0 0,5 0 0 0 0,13 6 0 0 0,0-2 0 0 0,38 7 0 0 0,-29-7 0 0 0,-27-6 0 0 0,1 0 0 0 0,1 0 0 0 0,-1 1 0 0 0,1-1 0 0 0,-1 1 0 0 0,0 0 0 0 0,1 1 0 0 0,-1-1 0 0 0,0 1 0 0 0,0 0 0 0 0,0 0 0 0 0,0 0 0 0 0,0 0 0 0 0,0 1 0 0 0,-1-1 0 0 0,1 1 0 0 0,-1 0 0 0 0,4 4 0 0 0,-2 5 0 0 0,-4-11 0 0 0,-1 0 0 0 0,0 0 0 0 0,1 0 0 0 0,-1-1 0 0 0,0 1 0 0 0,0 0 0 0 0,0 0 0 0 0,1 0 0 0 0,-1 0 0 0 0,0 0 0 0 0,0 0 0 0 0,-1 0 0 0 0,1 0 0 0 0,0 0 0 0 0,0 0 0 0 0,0 0 0 0 0,-1 0 0 0 0,1 0 0 0 0,0 0 0 0 0,-1 0 0 0 0,1 0 0 0 0,-1 0 0 0 0,1 0 0 0 0,-1 0 0 0 0,1-1 0 0 0,-1 1 0 0 0,0 0 0 0 0,1 0 0 0 0,-1-1 0 0 0,-1 2 0 0 0,0-1 0 0 0,0 5 0 0 0,-1-1 0 0 0,1 0 0 0 0,-1 0 0 0 0,0 0 0 0 0,0 0 0 0 0,0-1 0 0 0,-1 1 0 0 0,0-1 0 0 0,0 0 0 0 0,0 0 0 0 0,0 0 0 0 0,-1 0 0 0 0,1-1 0 0 0,-1 0 0 0 0,0 0 0 0 0,0 0 0 0 0,-9 3 0 0 0,13-5-20 0 0,0-1 0 0 0,-1 1 0 0 0,1 0 0 0 0,-1-1 0 0 0,1 0 0 0 0,-1 1 0 0 0,0-1 0 0 0,1 0 0 0 0,-1 0 0 0 0,1 0 0 0 0,-1 0 0 0 0,1 0 0 0 0,-1 0 0 0 0,0 0 0 0 0,1 0 0 0 0,-1-1 1 0 0,1 1-1 0 0,-1 0 0 0 0,1-1 0 0 0,-1 0 0 0 0,-1-1 0 0 0,0 1-380 0 0,0-1-267 0 0,1 1 0 0 0,0-1 0 0 0,-1 0-1 0 0,1 1 1 0 0,0-1 0 0 0,0-1 0 0 0,0 1-1 0 0,1 0 1 0 0,-1 0 0 0 0,0-1 0 0 0,1 1-1 0 0,0-1 1 0 0,-1 1 0 0 0,1-1 0 0 0,0 1-1 0 0,0-1 1 0 0,0 0 0 0 0,0-4 0 0 0,-3-3-5962 0 0,-1-6-468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8.0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76 0 0,'13'-29'8471'0'0,"23"-5"-2063"0"0,30-7-1883 0 0,-24 15-2250 0 0,-1 2-361 0 0,14-10-876 0 0,-23 7-4870 0 0,-31 26 2502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7.9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164 10 328 0 0,'0'0'30639'0'0,"-9"-1"-29918"0"0,3 1-667 0 0,1 0 0 0 0,-1 0-1 0 0,0 0 1 0 0,0 0 0 0 0,1 1 0 0 0,-1 0 0 0 0,0 0 0 0 0,1 1 0 0 0,-1-1 0 0 0,1 1 0 0 0,0 0 0 0 0,-1 1 0 0 0,1-1 0 0 0,0 1 0 0 0,0 0 0 0 0,1 1 0 0 0,-1-1 0 0 0,1 1 0 0 0,-7 6 0 0 0,5-1-54 0 0,1 0 0 0 0,0 1 0 0 0,0-1 0 0 0,1 1 0 0 0,0 0 0 0 0,-4 18 0 0 0,7-24 0 0 0,0-1 0 0 0,0 1 0 0 0,0-1 0 0 0,0 1 0 0 0,1-1 0 0 0,0 1 0 0 0,0-1 0 0 0,0 1 0 0 0,0-1 0 0 0,0 1 0 0 0,1-1 0 0 0,-1 1 0 0 0,1-1 0 0 0,0 1 0 0 0,0-1 0 0 0,0 1 0 0 0,1-1 0 0 0,-1 0 0 0 0,1 0 0 0 0,0 0 0 0 0,-1 0 0 0 0,1 0 0 0 0,1 0 0 0 0,-1 0 0 0 0,5 4 0 0 0,-4-6 0 0 0,0 1 0 0 0,0-1 0 0 0,1 0 0 0 0,-1 0 0 0 0,1 0 0 0 0,-1 0 0 0 0,1-1 0 0 0,-1 1 0 0 0,1-1 0 0 0,-1 0 0 0 0,1 0 0 0 0,-1 0 0 0 0,1 0 0 0 0,0-1 0 0 0,-1 0 0 0 0,0 1 0 0 0,1-1 0 0 0,-1 0 0 0 0,1-1 0 0 0,-1 1 0 0 0,5-3 0 0 0,7-4 0 0 0,0-1 0 0 0,26-19 0 0 0,-40 27 0 0 0,6-5 0 0 0,1 0 0 0 0,-1 0 0 0 0,-1-1 0 0 0,1 0 0 0 0,-1-1 0 0 0,0 1 0 0 0,-1-1 0 0 0,0 0 0 0 0,0 0 0 0 0,0-1 0 0 0,3-11 0 0 0,-8 8 0 0 0,-2 4 0 0 0,-6-20 0 0 0,-7 17 0 0 0,-3 2 0 0 0,5 2 0 0 0,-4 3 0 0 0,3 5 0 0 0,9 0 0 0 0,4-1 0 0 0,1 0 0 0 0,-1 0 0 0 0,0-1 0 0 0,0 1 0 0 0,1 0 0 0 0,-1 0 0 0 0,0 0 0 0 0,0 0 0 0 0,1 0 0 0 0,-1 1 0 0 0,0-1 0 0 0,0 0 0 0 0,1 0 0 0 0,-1 0 0 0 0,0 1 0 0 0,0-1 0 0 0,1 0 0 0 0,-1 1 0 0 0,0-1 0 0 0,1 0 0 0 0,-1 1 0 0 0,1-1 0 0 0,-1 1 0 0 0,0-1 0 0 0,1 1 0 0 0,-1 0 0 0 0,1-1 0 0 0,-1 2 0 0 0,-5 9 0 0 0,-4 1 0 0 0,10 3 0 0 0,11-1 0 0 0,-11-14-224 0 0,1 1 1 0 0,0 0-1 0 0,0-1 1 0 0,0 1-1 0 0,0 0 1 0 0,0-1-1 0 0,0 1 1 0 0,0-1-1 0 0,0 0 1 0 0,0 1-1 0 0,0-1 1 0 0,0 0-1 0 0,0 1 1 0 0,0-1-1 0 0,0 0 1 0 0,0 0-1 0 0,0 0 1 0 0,0 0-1 0 0,0 0 1 0 0,0 0-1 0 0,0 0 1 0 0,0-1-1 0 0,0 1 1 0 0,0 0-1 0 0,0 0 1 0 0,0-1-1 0 0,0 1 1 0 0,0-1-1 0 0,1 0 1 0 0,21-16-11052 0 0,-22 16 10204 0 0,7-8-6640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1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0 232 0 0,'1'3'4592'0'0,"7"15"11544"0"0,-4-10-11836 0 0,-3-6-3790 0 0,1 0 1 0 0,-1-1 0 0 0,0 1-1 0 0,1-1 1 0 0,0 1 0 0 0,-1-1-1 0 0,1 1 1 0 0,0-1 0 0 0,0 0-1 0 0,0 0 1 0 0,0 0-1 0 0,0 0 1 0 0,0 0 0 0 0,3 0-1 0 0,12 2-715 0 0,-15-3-163 0 0,-1-14-8405 0 0,0 4-885 0 0,-2 4 8130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6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0 153 1624 0 0,'0'0'3893'0'0,"6"-25"4195"0"0,2 8-5969 0 0,51-37 2872 0 0,-51 48-4147 0 0,1-1 0 0 0,0 1-1 0 0,0 1 1 0 0,0 0 0 0 0,1 0 0 0 0,-1 1-1 0 0,1 0 1 0 0,0 0 0 0 0,0 1-1 0 0,20-3 1 0 0,-26 5-111 0 0,-3 1-673 0 0,0 0 0 0 0,0 0 0 0 0,0-1 0 0 0,-1 1 0 0 0,1 0 0 0 0,0 0 0 0 0,0 0 0 0 0,0 0 0 0 0,-1 0 0 0 0,1 1 0 0 0,0-1 0 0 0,0 0 0 0 0,0 0 0 0 0,-1 0 0 0 0,1 1 0 0 0,0-1 0 0 0,0 0 0 0 0,-1 1 0 0 0,1-1 0 0 0,0 0 0 0 0,-1 1 0 0 0,1-1 0 0 0,0 1 0 0 0,-1-1 0 0 0,1 1 0 0 0,-1 0 0 0 0,1-1 0 0 0,-1 1 0 0 0,1 0 0 0 0,-1-1 0 0 0,1 2 0 0 0,5 7 58 0 0,-6 4-118 0 0,-6 4 0 0 0,-5 23 0 0 0,9-25 0 0 0,2-1 0 0 0,2 0 0 0 0,3-5 0 0 0,-1-2 0 0 0,8-2 0 0 0,-8-5-267 0 0,-1 0 1 0 0,1 0-1 0 0,-1-1 0 0 0,0 1 0 0 0,1-1 1 0 0,-1 0-1 0 0,0 0 0 0 0,1 0 1 0 0,-1 0-1 0 0,0 0 0 0 0,0-1 1 0 0,6-3-1 0 0,26-19-4347 0 0,-31 22 3034 0 0,12-6-656 0 0,-11 8-7512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9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29 1472 0 0,'-12'-29'25444'0'0,"13"36"-25247"0"0,-2-5-136 0 0,1 0 0 0 0,0 1 0 0 0,1-1 0 0 0,-1 0 0 0 0,0 0 0 0 0,1 1 1 0 0,-1-1-1 0 0,1 0 0 0 0,0 0 0 0 0,-1 0 0 0 0,1 0 0 0 0,0 1 0 0 0,0-1 0 0 0,3 2 0 0 0,9 32 1533 0 0,47 47 565 0 0,-59-81-2079 0 0,10 11 69 0 0,-4-9-127 0 0,-6-3-95 0 0,-1 0 0 0 0,0 0-1 0 0,0 1 1 0 0,0-1 0 0 0,0 0 0 0 0,0 0 0 0 0,0 0 0 0 0,0 0-1 0 0,0 0 1 0 0,-1 0 0 0 0,1 0 0 0 0,0 0 0 0 0,0 0 0 0 0,-1 0-1 0 0,1 0 1 0 0,-1 0 0 0 0,1 0 0 0 0,-1 0 0 0 0,1 0-1 0 0,-1-1 1 0 0,0 1 0 0 0,1 0 0 0 0,-3 1 0 0 0,-24 7-2880 0 0,20-8 858 0 0,0 0 1 0 0,0 0-1 0 0,0-1 0 0 0,0 0 1 0 0,0 0-1 0 0,0-1 0 0 0,-11-2 0 0 0,-3-2-3847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9.1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1 359 1744 0 0,'71'-37'12344'0'0,"-2"-5"-6814"0"0,127-102-2671 0 0,-165 120-3444 0 0,38-32-1242 0 0,-28 13-9069 0 0,-33 31 5739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38.9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370 1 1532,'0'0'22656,"-5"2"-22054,-57 31 4229,61-32-4348,-30 15 1863,28-14-2081,-7 3-213,-124 79-52,122-75 0,1 0 0,0 0 0,0 1 0,1 1 0,1 0 0,0 0 0,-12 21 0,10-18 0,9-12 0,0 0 0,1 0 0,-1 0 0,1 0 0,-1 0 0,1 0 0,0 0 0,0 1 0,0-1 0,0 0 0,0 1 0,1-1 0,-1 0 0,1 1 0,-1-1 0,1 1 0,0-1 0,0 1 0,0-1 0,0 1 0,0-1 0,1 1 0,-1-1 0,1 1 0,1 2 0,-1-2 0,0-1 0,0 0 0,0 0 0,0 0 0,1-1 0,-1 1 0,1 0 0,-1 0 0,1-1 0,0 1 0,-1-1 0,1 1 0,0-1 0,0 0 0,0 1 0,0-1 0,0 0 0,0-1 0,1 1 0,-1 0 0,0-1 0,0 1 0,1-1 0,-1 1 0,0-1 0,0 0 0,1 0 0,-1 0 0,4-1 0,8 0 0,1-1 0,-1 0 0,19-6 0,-26 7 0,35-10 0,0-1 0,78-35 0,-120 47 3,6-6 11,-6 3-37,-5 5-44,-1 0-1125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39.8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24 576,'0'0'31295,"2"1"-30539,5 4-616,4-2-140,7-3 0,0-1 0,1 0 0,-1-1 0,23-7 0,24-2 0,-52 9 0,-5-1 0,8 2 0,-4 0-1151,2 0-11301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0.6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0 140,'0'0'16894,"7"20"-8166,1-15-8349,1 0 0,-1-1-1,1 0 1,0 0 0,0-1-1,1 0 1,10 1 0,78 6 3180,-55-8-3143,-27-1-416,-3-2 0,-1-1 0,1-2 0,-6-7 0,-7 10-302,0 1 0,1-1 1,-1 0-1,0 0 0,1 0 0,-1 1 1,1-1-1,-1 0 0,1 0 0,-1 1 1,1-1-1,0 0 0,-1 1 0,1-1 1,0 1-1,-1-1 0,1 1 0,0-1 1,0 1-1,-1-1 0,1 1 0,0 0 1,1-1-1,10-5-8862,4-9-32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1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 1480,'14'-4'31194,"6"56"-31087,-21-29-104,0 0-20,3 3 17,-1 0 0,-1 0 0,-1 0 0,-6 29 0,-1 50 0,6-90 0,-1-3 0,1 44 0,3-44 0,-1-11 0,0-1 0,0 0 0,0 0 0,0 1 0,1-1 0,-1 0 0,0 1 0,0-1 0,0 0 0,0 0 0,1 1 0,-1-1 0,0 0 0,0 0 0,1 1 0,-1-1 0,0 0 0,0 0 0,1 0 0,-1 0 0,0 1 0,0-1 0,1 0 0,-1 0 0,0 0 0,1 0 0,-1 0 0,0 0 0,1 0 0,-1 0 0,0 0 0,0 0 0,1 0 0,-1 0 0,1 0 0,16-9-911,-12 6-4628,-30-23-13613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2.3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1 896,'-1'2'30145,"1"1"-27794,-3 6-7041,1-5 7270,0 3-1797,-3 2-195,-1 2-474,1-1-114,5-1 0,7-2 0,10-11 0,-10 3 0,17-10 0,-13 3 0,-5-2 0,-6 1 0,-8-2 0,-11 11-91,16 1-2036,-6 5 4066,6-4-3513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2.8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46 1616,'0'-1'14668,"-10"0"1496,0 12-16025,-4 5-79,1 1 0,-14 23 0,20-30-60,1 1 0,1 0 0,0 1 0,0-1 0,1 1 0,0 0 0,1 0 0,1 1 0,0-1 0,0 21 0,1-31 0,2 1 0,-1-1 0,0 1 0,1-1 0,-1 1 0,1-1 0,-1 0 0,1 1 0,0-1 0,0 0 0,0 1 0,1-1 0,-1 0 0,0 0 0,1 0 0,-1 0 0,1 0 0,0-1 0,3 4 0,0-2 0,0 0 0,-1 0 0,1-1 0,0 0 0,0 0 0,1 0 0,-1 0 0,9 0 0,5 1 0,-1-2 0,0 0 0,0-1 0,23-3 0,-13-1 0,-1 0 0,0-2 0,40-14 0,-54 15 0,0 0 0,-1-1 0,0-1 0,0 0 0,0 0 0,-1-1 0,0-1 0,18-16 0,-25 20 0,0 0 0,-1 0 0,1 0 0,-1 0 0,0-1 0,-1 1 0,1-1 0,-1 0 0,0 1 0,-1-1 0,1 0 0,-1 0 0,0 0 0,0-12 0,-1 14 0,0-1 0,-1 1 0,1-1 0,-1 1 0,0-1 0,0 1 0,0 0 0,-1-1 0,0 1 0,1 0 0,-1 0 0,-1 0 0,1 0 0,-1 1 0,1-1 0,-1 1 0,0-1 0,0 1 0,-6-4 0,-1 0 0,0 0 0,0 1 0,0 1 0,-1-1 0,0 2 0,0 0 0,-1 0 0,1 1 0,-1 0 0,0 1 0,1 0 0,-1 1 0,0 1 0,0-1 0,0 2 0,0 0 0,0 0 0,0 1 0,1 1 0,-1 0 0,1 0 0,-13 6 0,0-2 0,11-1 0,6 3 0,5 3 0,17 0 0,-4-7-3063,-8-4 1460,0 0 0,0 0 0,1 0 0,-1-1 0,0 1 0,0-1 0,0 0 0,0 0 0,4 0 0,3-2-6086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3.5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507 1 660,'0'0'21531,"3"4"-20241,-2-2-970,-1-1 1,1 1 0,0 0-1,0 0 1,-1 0-1,1 0 1,-1 0 0,1 0-1,-1 0 1,0 0 0,0 0-1,0 0 1,0 0-1,0 3 1,-1-3 750,-7 27 2260,7-17-3322,0-1-1,-2 1 0,1-1 1,-2 0-1,1 0 0,-1-1 1,-1 1-1,-7 12 0,10-20-8,-82 187 0,-128 160 0,63-134 0,131-179 0,12-27 0,7-2 0,9-2 0,3-7 0,3-10-911,-12 6-223,-2 1-2740,14-13-15809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0.5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38 145 252 0 0,'0'0'32444'0'0,"-2"0"-32384"0"0,-8 6-49 0 0,3 6-11 0 0,-6 71 0 0 0,8-28 0 0 0,5 20 0 0 0,1-62 0 0 0,3-5 0 0 0,-2-11 0 0 0,-1 0 0 0 0,1 0 0 0 0,-1 1 0 0 0,0-1 0 0 0,0 0 0 0 0,0 0 0 0 0,-1 0 0 0 0,1 0 0 0 0,-1 0 0 0 0,1-4 0 0 0,-1 4 0 0 0,8-57 0 0 0,-6 39 0 0 0,0 0 0 0 0,10-33 0 0 0,-10 47 0 0 0,0 1 0 0 0,0-1 0 0 0,1 1 0 0 0,0 0 0 0 0,1 0 0 0 0,-1 0 0 0 0,1 0 0 0 0,0 1 0 0 0,1 0 0 0 0,-1-1 0 0 0,1 2 0 0 0,7-7 0 0 0,25-26 0 0 0,-30 28 0 0 0,1 0 0 0 0,0 1 0 0 0,1 0 0 0 0,18-13 0 0 0,-13 11 0 0 0,-10 9 0 0 0,36-11 0 0 0,-28 8 0 0 0,0 3 0 0 0,-1 9 0 0 0,-9-6 0 0 0,-1 1 0 0 0,1 0 0 0 0,-1-1 0 0 0,0 1 0 0 0,0 0 0 0 0,-1 0 0 0 0,1 0 0 0 0,0 0 0 0 0,-1 0 0 0 0,0 0 0 0 0,0 0 0 0 0,0 0 0 0 0,0 0 0 0 0,-1 4 0 0 0,-8 53 0 0 0,4-33 0 0 0,2-6 0 0 0,0-5 0 0 0,0 1 0 0 0,1 0 0 0 0,1 0 0 0 0,0 0 0 0 0,1 0 0 0 0,1 0 0 0 0,1 0 0 0 0,0 0 0 0 0,7 21 0 0 0,22 45 0 0 0,-29-72 0 0 0,1-1 0 0 0,-2 2 0 0 0,-1 2 0 0 0,0-3-911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1.6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94 127 212 0 0,'4'2'32500'0'0,"-6"11"-32483"0"0,0 0 0 0 0,-1 0 0 0 0,-8 20 1 0 0,9-27-20 0 0,0-1 1 0 0,0 0-1 0 0,1 1 1 0 0,0 0-1 0 0,0-1 1 0 0,0 1-1 0 0,1-1 1 0 0,0 10-1 0 0,-1-5 2 0 0,-4 1 0 0 0,3 1 0 0 0,2-12 0 0 0,0 1 0 0 0,0-1 0 0 0,0 0 0 0 0,0 0 0 0 0,-1 0 0 0 0,1 1 0 0 0,0-1 0 0 0,0 0 0 0 0,0 0 0 0 0,-1 0 0 0 0,1 0 0 0 0,0 1 0 0 0,0-1 0 0 0,-1 0 0 0 0,1 0 0 0 0,0 0 0 0 0,-1 0 0 0 0,1 0 0 0 0,0 0 0 0 0,0 0 0 0 0,-1 0 0 0 0,1 0 0 0 0,0 0 0 0 0,-1 0 0 0 0,1 0 0 0 0,0 0 0 0 0,0 0 0 0 0,-1 0 0 0 0,1 0 0 0 0,0 0 0 0 0,0 0 0 0 0,-1 0 0 0 0,1 0 0 0 0,0 0 0 0 0,-1 0 0 0 0,1-1 0 0 0,0 1 0 0 0,0 0 0 0 0,-1 0 0 0 0,1 0 0 0 0,-2-1 0 0 0,0 0 0 0 0,1 0 0 0 0,-1-1 0 0 0,0 1 0 0 0,1 0 0 0 0,-1 0 0 0 0,1-1 0 0 0,-1 1 0 0 0,1-1 0 0 0,0 0 0 0 0,0 1 0 0 0,-2-3 0 0 0,-9-13 0 0 0,10 13 0 0 0,-8-21 0 0 0,5 9 0 0 0,5 12 0 0 0,-1-1 0 0 0,1 1 0 0 0,0-1 0 0 0,0 1 0 0 0,0-1 0 0 0,1 1 0 0 0,-1-1 0 0 0,1 1 0 0 0,0-1 0 0 0,1 1 0 0 0,-1 0 0 0 0,1-1 0 0 0,0 1 0 0 0,0 0 0 0 0,0 0 0 0 0,5-6 0 0 0,2-6 0 0 0,-5 8 0 0 0,1 0 0 0 0,0 0 0 0 0,0 0 0 0 0,1 1 0 0 0,0 0 0 0 0,0 0 0 0 0,1 0 0 0 0,0 1 0 0 0,0 0 0 0 0,0 0 0 0 0,1 1 0 0 0,0 0 0 0 0,0 0 0 0 0,0 1 0 0 0,1 0 0 0 0,-1 1 0 0 0,1 0 0 0 0,12-3 0 0 0,-8 3 0 0 0,3 4 0 0 0,-10 11 0 0 0,-6-10 0 0 0,0-1 0 0 0,1 0 0 0 0,-1 1 0 0 0,0-1 0 0 0,0 0 0 0 0,0 0 0 0 0,0 1 0 0 0,0-1 0 0 0,0 0 0 0 0,0 0 0 0 0,-1 1 0 0 0,1-1 0 0 0,0 0 0 0 0,-1 0 0 0 0,1 1 0 0 0,-1-1 0 0 0,1 0 0 0 0,-1 0 0 0 0,0 0 0 0 0,1 0 0 0 0,-1 0 0 0 0,0 0 0 0 0,-1 2 0 0 0,-1-1 0 0 0,-5 14 0 0 0,-2 0 0 0 0,0-1 0 0 0,0 0 0 0 0,-1-1 0 0 0,-1 0 0 0 0,0-1 0 0 0,-1 0 0 0 0,-29 21 0 0 0,34-27 0 0 0,8-7 0 0 0,-1 1 0 0 0,1-1 0 0 0,0 0 0 0 0,0 1 0 0 0,-1-1 0 0 0,1 0 0 0 0,0 1 0 0 0,0-1 0 0 0,0 0 0 0 0,0 1 0 0 0,-1-1 0 0 0,1 0 0 0 0,0 1 0 0 0,0-1 0 0 0,0 1 0 0 0,0-1 0 0 0,0 0 0 0 0,0 1 0 0 0,0-1 0 0 0,0 0 0 0 0,0 1 0 0 0,0-1 0 0 0,0 1 0 0 0,0-1 0 0 0,0 0 0 0 0,1 1 0 0 0,-1-1 0 0 0,0 0 0 0 0,0 1 0 0 0,0-1 0 0 0,0 0 0 0 0,1 1 0 0 0,-1-1 0 0 0,0 0 0 0 0,0 1 0 0 0,1-1 0 0 0,-1 0 0 0 0,0 0 0 0 0,1 1 0 0 0,-1-1 0 0 0,0 0 0 0 0,1 0 0 0 0,-1 1 0 0 0,9 2 0 0 0,-1-2 0 0 0,0 1 0 0 0,0-1 0 0 0,-1-1 0 0 0,1 0 0 0 0,0 0 0 0 0,0 0 0 0 0,0-1 0 0 0,13-3 0 0 0,21-2 0 0 0,2 3 0 0 0,-29 4 0 0 0,-2 2 0 0 0,-4 4 0 0 0,1-1 0 0 0,-2-1 0 0 0,-4-1-911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2.5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14 1788 0 0,'0'0'2757'0'0,"-4"2"168"0"0,-18 7 22334 0 0,209-24-25217 0 0,-140 10-46 0 0,-35 3 4 0 0,8 0 0 0 0,-5 2 0 0 0,-2 2 0 0 0,-13-2 0 0 0,1 0 0 0 0,-1 0 0 0 0,0 1 0 0 0,0-1 0 0 0,0 0 0 0 0,0 0 0 0 0,1 0 0 0 0,-1 1 0 0 0,0-1 0 0 0,0 0 0 0 0,0 0 0 0 0,0 0 0 0 0,0 1 0 0 0,0-1 0 0 0,0 0 0 0 0,0 0 0 0 0,0 1 0 0 0,0-1 0 0 0,0 0 0 0 0,0 0 0 0 0,0 0 0 0 0,0 1 0 0 0,0-1 0 0 0,0 0 0 0 0,0 0 0 0 0,0 1 0 0 0,0-1 0 0 0,0 0 0 0 0,0 0 0 0 0,0 1 0 0 0,0-1 0 0 0,0 0 0 0 0,0 0 0 0 0,0 0 0 0 0,-1 1 0 0 0,1-1 0 0 0,0 0 0 0 0,0 0 0 0 0,0 0 0 0 0,-1 1 0 0 0,0 1 1 0 0,0 0-1 0 0,0 0 1 0 0,-1 0 0 0 0,1 0-1 0 0,-1 0 1 0 0,1 0 0 0 0,-1 0-1 0 0,0 0 1 0 0,1-1 0 0 0,-1 1-1 0 0,0-1 1 0 0,0 1-1 0 0,0-1 1 0 0,-1 0 0 0 0,1 0-1 0 0,0 0 1 0 0,-4 1 0 0 0,-6 3-124 0 0,-63 33-7867 0 0,4-3 3423 0 0,69-34 4732 0 0,1-1 0 0 0,0 1 0 0 0,-1 0 1 0 0,1-1-1 0 0,0 1 0 0 0,0 0 0 0 0,-1 0 0 0 0,1 0 0 0 0,0 0 0 0 0,0 0 0 0 0,0 0 0 0 0,0 0 1 0 0,0 0-1 0 0,-1 3 0 0 0,3-3-42 0 0,0 0 0 0 0,0 0 0 0 0,0 1 0 0 0,0-1 0 0 0,0 0 0 0 0,1 0 0 0 0,-1-1 0 0 0,0 1 0 0 0,0 0 0 0 0,1 0 0 0 0,-1-1 0 0 0,0 1 1 0 0,1 0-1 0 0,-1-1 0 0 0,1 0 0 0 0,-1 1 0 0 0,1-1 0 0 0,-1 0 0 0 0,3 1 0 0 0,24 7 413 0 0,1-2-1 0 0,48 6 1 0 0,-61-10-1893 0 0,-1-2 1 0 0,0 0-1 0 0,31-5 1 0 0,-41 4 1136 0 0,-1-1-1948 0 0,2 1-6925 0 0,8-2 3616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4.6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14 1344 0 0,'5'-14'30983'0'0,"-16"85"-30543"0"0,8-54-440 0 0,1-1 0 0 0,1 1 0 0 0,1 30 0 0 0,0-14 0 0 0,1-22 0 0 0,2 3 0 0 0,-2-2 0 0 0,-1-1 0 0 0,1 0 0 0 0,4-2 0 0 0,-4 5 0 0 0,-1-1 0 0 0,1-1 0 0 0,-1-12 0 0 0,0 1 0 0 0,0-1 0 0 0,0 0 0 0 0,0 0 0 0 0,0 0 0 0 0,0 0 0 0 0,0 1 0 0 0,0-1 0 0 0,0 0 0 0 0,0 0 0 0 0,0 0 0 0 0,0 0 0 0 0,0 1 0 0 0,0-1 0 0 0,0 0 0 0 0,1 0 0 0 0,-1 0 0 0 0,0 0 0 0 0,0 0 0 0 0,0 0 0 0 0,0 1 0 0 0,0-1 0 0 0,0 0 0 0 0,0 0 0 0 0,1 0 0 0 0,-1 0 0 0 0,0 0 0 0 0,0 0 0 0 0,0 0 0 0 0,0 0 0 0 0,0 0 0 0 0,1 0 0 0 0,-1 0 0 0 0,0 0 0 0 0,0 1 0 0 0,0-1 0 0 0,0 0 0 0 0,1 0 0 0 0,-1 0 0 0 0,0 0 0 0 0,0-1 0 0 0,0 1 0 0 0,0 0 0 0 0,1 0 0 0 0,-1 0 0 0 0,0 0 0 0 0,0 0 0 0 0,0 0 0 0 0,0 0 0 0 0,1 0 0 0 0,-1 0 0 0 0,0 0 0 0 0,0 0 0 0 0,0 0 0 0 0,0-1 0 0 0,17-16-2683 0 0,-13 10 528 0 0,-1-1 0 0 0,-1 1-1 0 0,1 0 1 0 0,-1-1 0 0 0,0 1-1 0 0,0-12 1 0 0,-1 17 1757 0 0,5-20-7808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5.5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12 1608 0 0,'0'0'20507'0'0,"6"6"-18426"0"0,-7-1 3728 0 0,-5 1-5138 0 0,-6 6 698 0 0,-3 42-647 0 0,14-42-722 0 0,1-12-3 0 0,0 1 0 0 0,0-1 0 0 0,0 0 1 0 0,0 1-1 0 0,0-1 0 0 0,0 0 0 0 0,0 1 0 0 0,0-1 0 0 0,1 0 1 0 0,-1 1-1 0 0,0-1 0 0 0,0 0 0 0 0,0 1 0 0 0,0-1 0 0 0,1 0 0 0 0,-1 0 1 0 0,0 1-1 0 0,0-1 0 0 0,1 0 0 0 0,-1 0 0 0 0,0 0 0 0 0,1 1 0 0 0,-1-1 1 0 0,0 0-1 0 0,0 0 0 0 0,1 0 0 0 0,-1 0 0 0 0,0 0 0 0 0,1 0 1 0 0,-1 0-1 0 0,0 1 0 0 0,1-1 0 0 0,-1 0 0 0 0,0 0 0 0 0,1 0 0 0 0,-1 0 1 0 0,0 0-1 0 0,1 0 0 0 0,-1-1 0 0 0,0 1 0 0 0,1 0 0 0 0,-1 0 0 0 0,0 0 1 0 0,1 0-1 0 0,-1 0 0 0 0,0 0 0 0 0,1-1 0 0 0,-1 1 0 0 0,0 0 1 0 0,0 0-1 0 0,1 0 0 0 0,-1-1 0 0 0,0 1 0 0 0,1-1 0 0 0,12-7-837 0 0,15-18-2209 0 0,-10-3-3620 0 0,-5 6-1546 0 0,6-2 435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5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12 452 0 0,'3'14'10094'0'0,"-9"4"-3829"0"0,-21 21-323 0 0,13-19-3513 0 0,3 7 277 0 0,9-22-2265 0 0,0-1 0 0 0,1 1 0 0 0,-1 0 0 0 0,-1-1 0 0 0,1 0 0 0 0,-5 7 0 0 0,6-10-412 0 0,1-1-1 0 0,-1 1 0 0 0,1 0 0 0 0,0-1 0 0 0,-1 1 0 0 0,1 0 1 0 0,0-1-1 0 0,-1 1 0 0 0,1 0 0 0 0,0 0 0 0 0,0-1 0 0 0,0 1 1 0 0,0 0-1 0 0,0-1 0 0 0,0 1 0 0 0,0 0 0 0 0,0 0 0 0 0,0-1 1 0 0,0 1-1 0 0,0 0 0 0 0,0 0 0 0 0,1-1 0 0 0,-1 1 0 0 0,0 0 1 0 0,1-1-1 0 0,-1 1 0 0 0,0 0 0 0 0,1-1 0 0 0,-1 1 0 0 0,1 0 1 0 0,-1-1-1 0 0,1 1 0 0 0,-1-1 0 0 0,1 1 0 0 0,-1-1 0 0 0,1 1 1 0 0,0 0-1 0 0,25 14 693 0 0,-16-14-721 0 0,-1-1 0 0 0,1 0 0 0 0,0-1 0 0 0,0 0 0 0 0,-1-1 0 0 0,1 0 0 0 0,-1 0 0 0 0,0-1 0 0 0,13-5 0 0 0,82-44 0 0 0,-82 40 0 0 0,-12 7 0 0 0,0 0 0 0 0,-1-1 0 0 0,0 0 0 0 0,0 0 0 0 0,0-1 0 0 0,-1 0 0 0 0,0 0 0 0 0,0-1 0 0 0,-1 0 0 0 0,7-10 0 0 0,-11 16 0 0 0,-3 2 0 0 0,1-1 0 0 0,-1 1 0 0 0,1-1 0 0 0,-1 1 0 0 0,1 0 0 0 0,-1-1 0 0 0,1 1 0 0 0,-1-1 0 0 0,1 1 0 0 0,-1-1 0 0 0,1 0 0 0 0,-1 1 0 0 0,0-1 0 0 0,1 1 0 0 0,-1-1 0 0 0,0 0 0 0 0,0 1 0 0 0,1-1 0 0 0,-1 0 0 0 0,0 1 0 0 0,0-1 0 0 0,0 0 0 0 0,0 1 0 0 0,0-1 0 0 0,0-1 0 0 0,-1-11 0 0 0,-13 4 0 0 0,7 8-22 0 0,0 0 1 0 0,0 0-1 0 0,0 1 0 0 0,-1 0 1 0 0,1 0-1 0 0,0 0 0 0 0,0 1 1 0 0,-1 0-1 0 0,1 1 0 0 0,0 0 1 0 0,0 0-1 0 0,-7 3 0 0 0,-7 4-330 0 0,0 0 0 0 0,-30 20 1 0 0,33-15-4811 0 0,13-9 75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6.2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598 1 180 0 0,'0'0'5270'0'0,"-4"5"-2779"0"0,-49 54 5133 0 0,36-43-5382 0 0,2 0-1 0 0,-27 35 0 0 0,-82 171 5417 0 0,21 11-4844 0 0,5-19-2807 0 0,-9 21-8 0 0,73-148 1 0 0,34-83-470 0 0,2-9-822 0 0,6-22-3055 0 0,20-59-8021 0 0,-21 71 4335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6.8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239 2 884 0 0,'0'0'22274'0'0,"7"0"-21098"0"0,1 0-1241 0 0,3-1 1697 0 0,1 1 1 0 0,-1 0 0 0 0,23 4-1 0 0,-33-4-1572 0 0,-1 0 0 0 0,1 0-1 0 0,-1 0 1 0 0,0 0 0 0 0,1 0 0 0 0,-1 0-1 0 0,1 1 1 0 0,-1-1 0 0 0,0 0-1 0 0,1 0 1 0 0,-1 0 0 0 0,1 1-1 0 0,-1-1 1 0 0,0 0 0 0 0,1 0-1 0 0,-1 1 1 0 0,0-1 0 0 0,0 0-1 0 0,1 1 1 0 0,-1-1 0 0 0,0 0-1 0 0,0 1 1 0 0,1-1 0 0 0,-1 0-1 0 0,0 1 1 0 0,0-1 0 0 0,0 1-1 0 0,0-1 1 0 0,1 0 0 0 0,-1 1-1 0 0,0 0 1 0 0,0 0-57 0 0,0 1 0 0 0,0 0-1 0 0,0-1 1 0 0,0 1 0 0 0,0 0 0 0 0,0-1 0 0 0,0 1 0 0 0,-1-1-1 0 0,1 1 1 0 0,-1 0 0 0 0,1-1 0 0 0,-1 1 0 0 0,1-1-1 0 0,-1 1 1 0 0,0-1 0 0 0,0 0 0 0 0,0 1 0 0 0,0-1 0 0 0,0 0-1 0 0,0 1 1 0 0,0-1 0 0 0,-2 1 0 0 0,-2 3-10 0 0,-25 35 7 0 0,-2-2 0 0 0,-1-1 0 0 0,-69 59 0 0 0,57-55 0 0 0,-22 13 0 0 0,64-48 0 0 0,3-5 0 0 0,0-1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0,0 0 0 0 0,0 0 0 0 0,0 0 0 0 0,1 0 0 0 0,-1 0 0 0 0,0 1 0 0 0,0-1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0,0-1 0 0 0,0 1 0 0 0,0 0 0 0 0,31-4 0 0 0,0-2 0 0 0,-1-1 0 0 0,46-17 0 0 0,2 0 0 0 0,32-2 0 0 0,-100 23 0 0 0,4 0-63 0 0,-11 3-1091 0 0,-10-17-23319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7.2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 2028 0 0,'-2'9'10835'0'0,"5"-3"-3523"0"0,18 0-341 0 0,32-8-4943 0 0,-47 1-693 0 0,152-22 923 0 0,-144 23-2258 0 0,-3 3-231 0 0,-9-3-987 0 0,-6 3-532 0 0,-30 18-3151 0 0,-7-4-7206 0 0,23-10 5048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7.4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 2196 0 0,'28'12'11678'0'0,"5"-9"-3770"0"0,38-10 229 0 0,-24 2-5365 0 0,-24 4-2911 0 0,27-3 444 0 0,-8-9-3191 0 0,-40 12 252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8.0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1320 0 0,'-2'5'2555'0'0,"-11"13"21507"0"0,-3-6-19232 0 0,10-4-4830 0 0,-1 1 0 0 0,2 0 0 0 0,-1 0 0 0 0,5 1-171 0 0,1-8-867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8.4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1 2108 0 0,'0'0'9609'0'0,"-4"4"-7475"0"0,-16 14 421 0 0,-34 35 6914 0 0,38-28-7777 0 0,-6 13-203 0 0,18-34-1283 0 0,0 1 1 0 0,1 0-1 0 0,0-1 0 0 0,0 2 0 0 0,0-1 0 0 0,1 0 0 0 0,-1 0 0 0 0,1 1 1 0 0,1 0-1 0 0,-1-1 0 0 0,1 1 0 0 0,0 0 0 0 0,0 0 0 0 0,0-1 1 0 0,1 1-1 0 0,0 0 0 0 0,2 11 0 0 0,-2-15-206 0 0,0 0 0 0 0,1 0 0 0 0,-1-1 0 0 0,1 1 0 0 0,0 0 0 0 0,0 0 0 0 0,-1-1 0 0 0,1 1 0 0 0,0-1 0 0 0,0 1 0 0 0,1-1 0 0 0,-1 1 0 0 0,0-1 0 0 0,0 1 0 0 0,1-1 0 0 0,-1 0 0 0 0,1 0 0 0 0,-1 0 0 0 0,1 0 0 0 0,-1 0 0 0 0,3 1 0 0 0,1 0 0 0 0,0-1 0 0 0,-1 1 0 0 0,1-1 0 0 0,0 0 0 0 0,0-1 0 0 0,0 1 0 0 0,0-1 0 0 0,5 0 0 0 0,4-1 0 0 0,1 0 0 0 0,-1-1 0 0 0,0-1 0 0 0,25-7 0 0 0,-21 3 0 0 0,0 0 0 0 0,26-15 0 0 0,-39 19 0 0 0,0 0 0 0 0,0-1 0 0 0,-1 1 0 0 0,1-1 0 0 0,-1 0 0 0 0,0 0 0 0 0,1 0 0 0 0,-2 0 0 0 0,1-1 0 0 0,0 0 0 0 0,-1 0 0 0 0,4-7 0 0 0,-7 2 0 0 0,-1 8 0 0 0,0 0 0 0 0,0 0 0 0 0,0 0 0 0 0,0 0 0 0 0,0 0 0 0 0,0 0 0 0 0,0 0 0 0 0,-1 0 0 0 0,1 1 0 0 0,0-1 0 0 0,-1 0 0 0 0,0 1 0 0 0,1-1 0 0 0,-1 1 0 0 0,0 0 0 0 0,0 0 0 0 0,0-1 0 0 0,0 1 0 0 0,0 0 0 0 0,0 1 0 0 0,0-1 0 0 0,0 0 0 0 0,0 1 0 0 0,0-1 0 0 0,-1 1 0 0 0,1-1 0 0 0,0 1 0 0 0,0 0 0 0 0,-1 0 0 0 0,1 0 0 0 0,0 0 0 0 0,0 1 0 0 0,-3 0 0 0 0,-1-1 0 0 0,-13 1-984 0 0,-1 1 1 0 0,0 1-1 0 0,1 0 0 0 0,-1 2 0 0 0,1 0 1 0 0,-30 14-1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1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281 12 1608 0 0,'0'0'12877'0'0,"-5"-2"-11111"0"0,-16-6-129 0 0,16 6 1284 0 0,-2 3-1838 0 0,0-1-1 0 0,0 1 0 0 0,0 1 1 0 0,0-1-1 0 0,-8 4 0 0 0,0 2-718 0 0,0 0 1 0 0,1 1-1 0 0,0 1 0 0 0,1 0 0 0 0,0 1 1 0 0,0 1-1 0 0,1 0 0 0 0,0 0 0 0 0,1 1 1 0 0,1 1-1 0 0,0 0 0 0 0,0 0 0 0 0,1 1 1 0 0,-12 25-1 0 0,20-37-364 0 0,0 0 0 0 0,0-1 0 0 0,1 1 0 0 0,-1 0 0 0 0,0 0 0 0 0,0 0 0 0 0,1 0 0 0 0,-1 0 0 0 0,1 0 0 0 0,0 0 0 0 0,0 0 0 0 0,0 0 0 0 0,0 0 0 0 0,0 0 0 0 0,0-1 0 0 0,0 1 0 0 0,0 0 0 0 0,1 0 0 0 0,-1 0 0 0 0,1 0 0 0 0,0 0 0 0 0,-1 0 0 0 0,1 0 0 0 0,2 2 0 0 0,-1-2 0 0 0,0 0 0 0 0,0 0 0 0 0,1 0 0 0 0,-1 0 0 0 0,1 0 0 0 0,-1-1 0 0 0,1 1 0 0 0,0-1 0 0 0,0 0 0 0 0,-1 0 0 0 0,1 0 0 0 0,0 0 0 0 0,0 0 0 0 0,4 0 0 0 0,7 0 0 0 0,1 1 0 0 0,-1-2 0 0 0,1 0 0 0 0,-1-1 0 0 0,19-2 0 0 0,-15 0 0 0 0,-1-1 0 0 0,1-1 0 0 0,-1 0 0 0 0,0-1 0 0 0,0-1 0 0 0,-1 0 0 0 0,0-2 0 0 0,0 1 0 0 0,25-20 0 0 0,-28 18 0 0 0,-9 7 0 0 0,0 1 0 0 0,-1-1 0 0 0,1 0 0 0 0,-1-1 0 0 0,0 1 0 0 0,6-8 0 0 0,-4 1 0 0 0,0 0 0 0 0,-1 0 0 0 0,0 0 0 0 0,3-14 0 0 0,-8 11 0 0 0,-8 2 0 0 0,0 6 0 0 0,-5 2 0 0 0,-7 3 0 0 0,3 2 0 0 0,9 1 0 0 0,0 4 0 0 0,7 0-86 0 0,2-5-706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4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0 752 0 0,'-1'1'12802'0'0,"-5"13"6123"0"0,-24 33-18637 0 0,-8-3-288 0 0,29-36-490 0 0,7-7-2299 0 0,7-6-2742 0 0,19-18-3532 0 0,-4 1 690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7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140 1 900 0 0,'0'0'14762'0'0,"-7"1"-12996"0"0,-6 2 10 0 0,-1 2 1 0 0,1-1-1 0 0,0 2 1 0 0,0 0-1 0 0,0 0 1 0 0,1 1-1 0 0,-21 16 1 0 0,27-6-881 0 0,5-6-665 0 0,0-10-231 0 0,1 1 0 0 0,0 0 0 0 0,-1-1 0 0 0,1 1 0 0 0,0-1 0 0 0,0 1 0 0 0,0 0 0 0 0,0-1 0 0 0,0 1 0 0 0,1 0 0 0 0,-1-1 0 0 0,0 1 0 0 0,1-1 0 0 0,-1 1 0 0 0,1-1 0 0 0,-1 1 0 0 0,1-1 0 0 0,0 1 0 0 0,0-1 0 0 0,0 1 0 0 0,0-1 0 0 0,0 0 0 0 0,0 1 0 0 0,0-1 0 0 0,0 0 0 0 0,2 1 0 0 0,32 19 0 0 0,-27-17 0 0 0,44 22 0 0 0,-41-22 0 0 0,0 1 0 0 0,0 0 0 0 0,-1 1 0 0 0,0 1 0 0 0,0-1 0 0 0,17 17 0 0 0,-25-22 0 0 0,-1 1 0 0 0,1 0 0 0 0,-1 0 0 0 0,1 0 0 0 0,-1 0 0 0 0,0 0 0 0 0,0 0 0 0 0,0 0 0 0 0,0 0 0 0 0,0 0 0 0 0,-1 0 0 0 0,1 1 0 0 0,-1-1 0 0 0,1 0 0 0 0,-1 1 0 0 0,0-1 0 0 0,0 0 0 0 0,0 1 0 0 0,0-1 0 0 0,0 0 0 0 0,0 0 0 0 0,-1 1 0 0 0,1-1 0 0 0,-1 0 0 0 0,1 1 0 0 0,-3 2 0 0 0,-2 5 0 0 0,0 0 0 0 0,-1 0 0 0 0,0 0 0 0 0,-12 12 0 0 0,4-4 0 0 0,14-17-110 0 0,-1-1-1 0 0,0 1 1 0 0,0-1-1 0 0,0 0 1 0 0,0 1-1 0 0,0-1 1 0 0,0 0-1 0 0,0 0 1 0 0,0 1-1 0 0,0-1 1 0 0,1 0 0 0 0,-1 0-1 0 0,0 0 1 0 0,0 0-1 0 0,0 0 1 0 0,0 0-1 0 0,0-1 1 0 0,0 1-1 0 0,0 0 1 0 0,0 0-1 0 0,0-1 1 0 0,0 1 0 0 0,0-1-1 0 0,0 1 1 0 0,1 0-1 0 0,-1-1 1 0 0,0 0-1 0 0,0 1 1 0 0,1-1-1 0 0,-1 1 1 0 0,0-1-1 0 0,1 0 1 0 0,-1 0 0 0 0,0 1-1 0 0,1-1 1 0 0,-2-1-1 0 0,-21-27-7369 0 0,17 11-543 0 0,-1-6 615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9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91 148 0 0,'32'4'6981'0'0,"-16"-1"-4759"0"0,1-1 0 0 0,-1 0 0 0 0,0-2 0 0 0,1 1 0 0 0,16-3 0 0 0,1-3-895 0 0,0 0-1 0 0,-1-3 1 0 0,33-11 0 0 0,-56 16-1963 0 0,-1 0 0 0 0,0-1 0 0 0,0-1 0 0 0,12-7 0 0 0,-6-1-3529 0 0,-5-1-3922 0 0,-9 4 2275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2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379 43 448 0 0,'0'0'23739'0'0,"-7"0"-23371"0"0,-21-4 1032 0 0,-1 1 0 0 0,-55 2 0 0 0,73 2-1035 0 0,-1 1 0 0 0,1 0 0 0 0,-1 0-1 0 0,1 1 1 0 0,0 1 0 0 0,0 0-1 0 0,0 0 1 0 0,0 1 0 0 0,1 0-1 0 0,-19 14 1 0 0,25-17-365 0 0,-52 46 0 0 0,53-45 0 0 0,0 0 0 0 0,0 1 0 0 0,0-1 0 0 0,1 1 0 0 0,-1-1 0 0 0,1 1 0 0 0,0 0 0 0 0,0 0 0 0 0,1 0 0 0 0,-1 0 0 0 0,1 0 0 0 0,0 0 0 0 0,0 0 0 0 0,0 1 0 0 0,0 4 0 0 0,1-7 0 0 0,0 0 0 0 0,0 1 0 0 0,0-1 0 0 0,1 0 0 0 0,-1 0 0 0 0,1 1 0 0 0,-1-1 0 0 0,1 0 0 0 0,0 0 0 0 0,0 0 0 0 0,0 1 0 0 0,0-1 0 0 0,0 0 0 0 0,0 0 0 0 0,0-1 0 0 0,1 1 0 0 0,-1 0 0 0 0,1 0 0 0 0,0-1 0 0 0,-1 1 0 0 0,1-1 0 0 0,0 1 0 0 0,0-1 0 0 0,0 0 0 0 0,0 1 0 0 0,0-1 0 0 0,0 0 0 0 0,0 0 0 0 0,0-1 0 0 0,1 1 0 0 0,-1 0 0 0 0,0-1 0 0 0,0 0 0 0 0,4 1 0 0 0,3 0 0 0 0,0-1 0 0 0,1 0 0 0 0,-1 0 0 0 0,0-1 0 0 0,18-3 0 0 0,-9 0 0 0 0,0-1 0 0 0,0-1 0 0 0,0 0 0 0 0,0-2 0 0 0,30-17 0 0 0,-37 18 0 0 0,-1 0 0 0 0,0 0 0 0 0,0-1 0 0 0,0 0 0 0 0,-1-1 0 0 0,-1 0 0 0 0,1-1 0 0 0,-1 0 0 0 0,10-17 0 0 0,-13 19 0 0 0,-3 3 0 0 0,0 0 0 0 0,0 0 0 0 0,0-1 0 0 0,-1 1 0 0 0,0 0 0 0 0,0-1 0 0 0,0 0 0 0 0,0-6 0 0 0,-1-2 0 0 0,-5 0 0 0 0,-3 7 0 0 0,-5 8-29 0 0,10 0-337 0 0,-12 6-3845 0 0,12-5-909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5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7 432 0 0,'0'0'2402'0'0,"-19"-7"16657"0"0,16 29-17351 0 0,1-1 0 0 0,1 0 1 0 0,0 1-1 0 0,2-1 0 0 0,5 34 0 0 0,-4-27-1083 0 0,10 250-625 0 0,-7-178 0 0 0,-5-100 0 0 0,0 0 0 0 0,0 0 0 0 0,0 0 0 0 0,1 0 0 0 0,-1 0 0 0 0,0 1 0 0 0,0-1 0 0 0,1 0 0 0 0,-1 0 0 0 0,0 0 0 0 0,0 0 0 0 0,1 0 0 0 0,-1 0 0 0 0,0 0 0 0 0,0 0 0 0 0,1 0 0 0 0,-1 0 0 0 0,0 0 0 0 0,0 0 0 0 0,1 0 0 0 0,-1 0 0 0 0,0 0 0 0 0,1 0 0 0 0,-1 0 0 0 0,0 0 0 0 0,0 0 0 0 0,1 0 0 0 0,-1 0 0 0 0,0-1 0 0 0,0 1 0 0 0,0 0 0 0 0,1 0 0 0 0,-1 0 0 0 0,0 0 0 0 0,0-1 0 0 0,0 1 0 0 0,1 0 0 0 0,-1 0 0 0 0,0 0 0 0 0,0-1 0 0 0,0 1 0 0 0,0 0 0 0 0,0 0 0 0 0,1-1 0 0 0,-1 1 0 0 0,0 0 0 0 0,11-11 0 0 0,-11 11 0 0 0,17-21-6438 0 0,-3 6-5444 0 0,-3 8 3760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9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 9 2524 0 0,'0'0'2655'0'0,"-3"-2"-50"0"0,-14-5 7041 0 0,14 8-6520 0 0,-5 6 9024 0 0,16-3-12086 0 0,-5-2-65 0 0,0-1 1 0 0,0 0 0 0 0,0 0 0 0 0,0 0 0 0 0,0 0-1 0 0,1 0 1 0 0,-1-1 0 0 0,0 1 0 0 0,0-1 0 0 0,0 0 0 0 0,1 0-1 0 0,-1 0 1 0 0,5-1 0 0 0,111-15-113 0 0,-115 16-574 0 0,2-2 117 0 0,-3 1-925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3.2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0 168 0 0,'-17'13'9631'0'0,"12"-3"6032"0"0,9-7-15466 0 0,0-1 0 0 0,0 1 0 0 0,0-1 0 0 0,1 0-1 0 0,-1 0 1 0 0,1 0 0 0 0,0 0 0 0 0,-1-1 0 0 0,1 0 0 0 0,0 0-1 0 0,0 0 1 0 0,-1-1 0 0 0,1 1 0 0 0,0-1 0 0 0,0 0 0 0 0,6-1-1 0 0,19-3 1673 0 0,49-12 0 0 0,-51 9-1648 0 0,-11 4-221 0 0,-4 0 0 0 0,-3 1-23 0 0,-8 2-151 0 0,-7 3-7322 0 0,-9 6 6693 0 0,-4 3-3602 0 0,7-5-4717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4.9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315 0 1120 0 0,'0'0'11225'0'0,"1"2"-8789"0"0,-5 9 11588 0 0,-20-14-11190 0 0,22 3-2391 0 0,-13 2 204 0 0,0 2-644 0 0,1 1 0 0 0,0 1 0 0 0,0 0 1 0 0,1 1-1 0 0,-1 0 0 0 0,1 1 0 0 0,1 0 0 0 0,0 1 0 0 0,0 1 1 0 0,1 0-1 0 0,-18 20 0 0 0,20-21-3 0 0,-49 58 0 0 0,54-62 0 0 0,0 1 0 0 0,1-1 0 0 0,0 1 0 0 0,0 0 0 0 0,0-1 0 0 0,1 1 0 0 0,0 0 0 0 0,0 1 0 0 0,1-1 0 0 0,-1 0 0 0 0,0 12 0 0 0,2-16 0 0 0,0 0 0 0 0,0 0 0 0 0,1 0 0 0 0,-1-1 0 0 0,0 1 0 0 0,1 0 0 0 0,-1 0 0 0 0,1-1 0 0 0,-1 1 0 0 0,1 0 0 0 0,0-1 0 0 0,0 1 0 0 0,-1 0 0 0 0,1-1 0 0 0,1 1 0 0 0,-1-1 0 0 0,0 0 0 0 0,0 1 0 0 0,0-1 0 0 0,1 0 0 0 0,1 2 0 0 0,0-1 0 0 0,0-1 0 0 0,1 1 0 0 0,-1-1 0 0 0,1 1 0 0 0,-1-1 0 0 0,1 0 0 0 0,-1 0 0 0 0,1-1 0 0 0,7 1 0 0 0,6-1 0 0 0,1 0 0 0 0,-1-2 0 0 0,26-4 0 0 0,-33 4 0 0 0,8-1 0 0 0,11-1 0 0 0,-2-1 0 0 0,1-1 0 0 0,-1-2 0 0 0,0-1 0 0 0,0 0 0 0 0,-1-2 0 0 0,39-23 0 0 0,-65 34 0 0 0,0 0 0 0 0,0 0 0 0 0,0 0 0 0 0,0 0 0 0 0,0 0 0 0 0,-1 0 0 0 0,1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0,1 0 0 0 0,-23 1 0 0 0,6 5 0 0 0,6-2-51 0 0,8-3-587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8.6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61 336 0 0,'0'0'32325'0'0,"-3"3"-32220"0"0,4-3-105 0 0,-1 0 0 0 0,0 0 0 0 0,0 0 0 0 0,1 0 0 0 0,-1 0 0 0 0,0 0 0 0 0,0 0 0 0 0,1 0 0 0 0,-1 0 0 0 0,0 0 0 0 0,0 0 0 0 0,1 0 0 0 0,-1 0 0 0 0,0 0 0 0 0,0 0 0 0 0,1 0 0 0 0,-1 0 0 0 0,0 1 0 0 0,0-1 0 0 0,1 0 0 0 0,-1 0 0 0 0,0 0 0 0 0,0 0 0 0 0,0 0 0 0 0,1 1 0 0 0,-1-1 0 0 0,0 0 0 0 0,0 0 0 0 0,0 0 0 0 0,0 1 0 0 0,0-1 0 0 0,1 0 1 0 0,-1 0-1 0 0,0 0 0 0 0,0 1 0 0 0,0-1 0 0 0,0 0 0 0 0,0 0 0 0 0,0 1 0 0 0,0-1 0 0 0,0 0 0 0 0,0 0 0 0 0,0 1 0 0 0,0-1 0 0 0,0 0 0 0 0,0 0 0 0 0,0 1 0 0 0,0-1 0 0 0,0 0 0 0 0,0 0 0 0 0,0 1 0 0 0,0-1 0 0 0,0 0 0 0 0,-1 0 0 0 0,1 1 0 0 0,0-1 0 0 0,0 0 0 0 0,0 0 0 0 0,0 0 0 0 0,0 1 0 0 0,-1-1 0 0 0,1 0 0 0 0,0 0 0 0 0,0 0 0 0 0,0 0 0 0 0,-1 1 0 0 0,29-6 0 0 0,-21 3 0 0 0,92-14 0 0 0,112-23 0 0 0,-199 34 0 0 0,-9-2-911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9.6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154 67 112 0 0,'0'0'1559'0'0,"-22"-13"29347"0"0,31-2-30738 0 0,-8 13-167 0 0,1 0 1 0 0,-1 0-1 0 0,1 0 0 0 0,-1 0 0 0 0,1 0 1 0 0,0 0-1 0 0,0 1 0 0 0,0-1 1 0 0,0 1-1 0 0,0-1 0 0 0,1 1 0 0 0,-1 0 1 0 0,0 0-1 0 0,0 0 0 0 0,1 0 1 0 0,-1 0-1 0 0,4 0 0 0 0,-1 0-2 0 0,15-7 1 0 0,-16 7 0 0 0,16 1 0 0 0,-17-1 0 0 0,0 1 0 0 0,0 0 0 0 0,1 0 0 0 0,-1 0 0 0 0,0 0 0 0 0,0 1 0 0 0,0-1 0 0 0,1 1 0 0 0,-1 0 0 0 0,0-1 0 0 0,0 2 0 0 0,0-1 0 0 0,0 0 0 0 0,0 1 0 0 0,0-1 0 0 0,-1 1 0 0 0,1 0 0 0 0,0 0 0 0 0,2 2 0 0 0,-3-2 0 0 0,-1 1 0 0 0,1-1 0 0 0,-1 1 0 0 0,0-1 0 0 0,1 1 0 0 0,-1 0 0 0 0,0 0 0 0 0,-1-1 0 0 0,1 1 0 0 0,0 0 0 0 0,-1 0 0 0 0,0 0 0 0 0,1 0 0 0 0,-1 0 0 0 0,0 0 0 0 0,-1 4 0 0 0,-1 3 0 0 0,0 0 0 0 0,0 0 0 0 0,-1 0 0 0 0,0 0 0 0 0,-1-1 0 0 0,0 1 0 0 0,-1-1 0 0 0,-10 16 0 0 0,5-11 0 0 0,-2 1 0 0 0,0-2 0 0 0,0 0 0 0 0,-1 0 0 0 0,-1-1 0 0 0,0-1 0 0 0,-1 0 0 0 0,0-1 0 0 0,0-1 0 0 0,-1 0 0 0 0,-33 13 0 0 0,40-20 0 0 0,-8-1 0 0 0,-1-3 0 0 0,1-3 0 0 0,10-4 0 0 0,13-6 0 0 0,-3 12 0 0 0,0 0 0 0 0,0 0 0 0 0,0 0 0 0 0,1 1 0 0 0,-1-1 0 0 0,1 1 0 0 0,-1 0 0 0 0,1 0 0 0 0,0 0 0 0 0,0 0 0 0 0,0 1 0 0 0,7-3 0 0 0,56-9 0 0 0,-51 10 0 0 0,22-5 0 0 0,-15 4 0 0 0,0 0 0 0 0,-1 1 0 0 0,47 1 0 0 0,-54 3 0 0 0,-7 4 0 0 0,-2 3 0 0 0,-5 1 0 0 0,0 3 0 0 0,2-1 0 0 0,-2-11-52 0 0,-1 0 1 0 0,0 1-1 0 0,1-1 1 0 0,-1 0-1 0 0,1 1 0 0 0,-1-1 1 0 0,1 0-1 0 0,-1 0 1 0 0,1 0-1 0 0,-1 1 0 0 0,1-1 1 0 0,-1 0-1 0 0,1 0 1 0 0,-1 0-1 0 0,1 0 0 0 0,-1 0 1 0 0,1 0-1 0 0,-1 0 1 0 0,1 0-1 0 0,-1 0 0 0 0,1 0 1 0 0,-1 0-1 0 0,1 0 1 0 0,-1-1-1 0 0,1 1 0 0 0,-1 0 1 0 0,1 0-1 0 0,-1 0 1 0 0,1-1-1 0 0,-1 1 0 0 0,1 0 1 0 0,-1-1-1 0 0,1 0 1 0 0,7-9-4645 0 0,-8 3-5260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0.3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157 155 1468 0 0,'-4'-2'2917'0'0,"-4"-3"-2783"0"0,-14-5 12250 0 0,12 5 3107 0 0,10 12-15161 0 0,-13 170-287 0 0,10-193-43 0 0,-1-1 0 0 0,-1 1 0 0 0,0 0 1 0 0,-2 1-1 0 0,1-1 0 0 0,-15-22 0 0 0,-2-9-18 0 0,14 31 6 0 0,-6-15 26 0 0,15 30-14 0 0,-1-1 1 0 0,1 1 0 0 0,0 0-1 0 0,0 0 1 0 0,0 0-1 0 0,0-1 1 0 0,0 1 0 0 0,0 0-1 0 0,0 0 1 0 0,0 0 0 0 0,0-1-1 0 0,0 1 1 0 0,1 0 0 0 0,-1 0-1 0 0,0 0 1 0 0,1 0 0 0 0,-1 0-1 0 0,1-1 1 0 0,0 1-1 0 0,-1 0 1 0 0,1 0 0 0 0,0 0-1 0 0,1-1 1 0 0,6-4-1 0 0,-1 0 0 0 0,1 0 0 0 0,1 1 0 0 0,-1 0 0 0 0,1 1 0 0 0,0 0 0 0 0,0 0 0 0 0,0 1 0 0 0,1 0 0 0 0,-1 1 0 0 0,15-3 0 0 0,2 2 0 0 0,0 0 0 0 0,1 2 0 0 0,29 2 0 0 0,-54-1 0 0 0,0 0 0 0 0,-1 0 0 0 0,1 0 0 0 0,-1 0 0 0 0,1 0 0 0 0,0 0 0 0 0,-1 0 0 0 0,1 1 0 0 0,-1-1 0 0 0,1 0 0 0 0,-1 1 0 0 0,1-1 0 0 0,-1 1 0 0 0,1 0 0 0 0,-1-1 0 0 0,0 1 0 0 0,1 0 0 0 0,-1 0 0 0 0,0 0 0 0 0,0 0 0 0 0,1 0 0 0 0,-1 0 0 0 0,0 0 0 0 0,0 1 0 0 0,0-1 0 0 0,0 0 0 0 0,-1 0 0 0 0,1 1 0 0 0,0-1 0 0 0,0 1 0 0 0,-1-1 0 0 0,1 1 0 0 0,-1-1 0 0 0,1 1 0 0 0,-1-1 0 0 0,0 1 0 0 0,0-1 0 0 0,0 1 0 0 0,1-1 0 0 0,-1 1 0 0 0,-1 0 0 0 0,1 1 0 0 0,-1 5 0 0 0,-1 0 0 0 0,0 1 0 0 0,0-1 0 0 0,0 0 0 0 0,-1-1 0 0 0,-1 1 0 0 0,1 0 0 0 0,-1-1 0 0 0,0 0 0 0 0,-1 0 0 0 0,0 0 0 0 0,-10 11 0 0 0,-9 9 0 0 0,-44 38 0 0 0,53-52 0 0 0,6-5 0 0 0,-1 0 0 0 0,1 1 0 0 0,1 0 0 0 0,-1 1 0 0 0,-11 19 0 0 0,15-19 0 0 0,5 1 0 0 0,8-1 0 0 0,-1-6 0 0 0,0-1 0 0 0,0 0 0 0 0,1-1 0 0 0,0 0 0 0 0,-1 0 0 0 0,1 0 0 0 0,0-1 0 0 0,9 0 0 0 0,73 1 0 0 0,-63-2 0 0 0,79 0 0 0 0,-92 0 0 0 0,-3 3 0 0 0,-7 5 0 0 0,-6 5-513 0 0,1-10-2366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0.7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31 688 0 0,'0'0'-88'0'0,"-10"1"4036"0"0,-7 2 24263 0 0,120-16-28206 0 0,-35 3-165 0 0,123-2 0 0 0,-189 12-988 0 0,-8 4-4064 0 0,-31 13 1195 0 0,4-3-6185 0 0,9-5 3529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75 232 0 0,'0'1'701'0'0,"0"0"-1"0"0,0 0 1 0 0,0 0 0 0 0,1 0-1 0 0,-1 0 1 0 0,0 0 0 0 0,0 0-1 0 0,0 0 1 0 0,1 0 0 0 0,-1 0-1 0 0,1 0 1 0 0,-1 0 0 0 0,0 0-1 0 0,1-1 1 0 0,0 1 0 0 0,-1 0-1 0 0,1 0 1 0 0,-1 0 0 0 0,1-1-1 0 0,1 2 1 0 0,149-13 11402 0 0,-38 0-8173 0 0,-93 9-3880 0 0,0-1-1 0 0,1-1 0 0 0,-1 0 0 0 0,28-11 0 0 0,-6-3-5479 0 0,-2-2-7773 0 0,-28 13 6124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0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287 83 624 0 0,'-7'-36'16586'0'0,"6"34"-16033"0"0,0 0 0 0 0,0 0 1 0 0,0 1-1 0 0,0-1 0 0 0,0 0 0 0 0,0 1 0 0 0,0-1 0 0 0,-1 1 1 0 0,1-1-1 0 0,-1 1 0 0 0,1 0 0 0 0,-1 0 0 0 0,0 0 0 0 0,-2-2 1 0 0,1 2 1861 0 0,-4-18 2393 0 0,6 18-4806 0 0,-1 1-1 0 0,1-1 1 0 0,-1 1 0 0 0,1 0-1 0 0,-1-1 1 0 0,1 1 0 0 0,-1 0 0 0 0,1 0-1 0 0,-1 0 1 0 0,1 0 0 0 0,-1 0-1 0 0,1 1 1 0 0,-1-1 0 0 0,1 0-1 0 0,-1 1 1 0 0,1-1 0 0 0,-1 1 0 0 0,1 0-1 0 0,0-1 1 0 0,-1 1 0 0 0,1 0-1 0 0,-2 1 1 0 0,0 0-5 0 0,-14 6 3 0 0,1 1 0 0 0,1 1 0 0 0,0 1 0 0 0,0 0 0 0 0,1 0 0 0 0,0 2 0 0 0,1-1 0 0 0,1 2 0 0 0,0 0 0 0 0,1 0 0 0 0,-16 27 0 0 0,23-34 0 0 0,0 0 0 0 0,0 0 0 0 0,1 0 0 0 0,0 1 0 0 0,1-1 0 0 0,0 1 0 0 0,0-1 0 0 0,0 1 0 0 0,1 0 0 0 0,0-1 0 0 0,1 1 0 0 0,-1 0 0 0 0,2 0 0 0 0,0 10 0 0 0,0-15 0 0 0,0 1 0 0 0,0 0 0 0 0,0-1 0 0 0,0 1 0 0 0,1-1 0 0 0,-1 1 0 0 0,1-1 0 0 0,0 1 0 0 0,0-1 0 0 0,0 0 0 0 0,0 0 0 0 0,1 0 0 0 0,-1 0 0 0 0,1-1 0 0 0,0 1 0 0 0,0-1 0 0 0,0 1 0 0 0,0-1 0 0 0,0 0 0 0 0,0 0 0 0 0,1 0 0 0 0,-1-1 0 0 0,1 1 0 0 0,-1-1 0 0 0,1 0 0 0 0,0 0 0 0 0,-1 0 0 0 0,1 0 0 0 0,0-1 0 0 0,0 1 0 0 0,4-1 0 0 0,12-1 0 0 0,0 0 0 0 0,0-2 0 0 0,0 0 0 0 0,0-1 0 0 0,-1-1 0 0 0,1 0 0 0 0,-1-2 0 0 0,-1 0 0 0 0,1-2 0 0 0,-2 1 0 0 0,33-23 0 0 0,-42 26 0 0 0,-1-1 0 0 0,0 0 0 0 0,0-1 0 0 0,-1 1 0 0 0,0-1 0 0 0,0-1 0 0 0,-1 1 0 0 0,0-1 0 0 0,0 0 0 0 0,0 0 0 0 0,-1 0 0 0 0,-1-1 0 0 0,1 1 0 0 0,-1-1 0 0 0,-1 0 0 0 0,0 0 0 0 0,0 0 0 0 0,0 0 0 0 0,-1-15 0 0 0,-1 21 0 0 0,0 0 0 0 0,0 0 0 0 0,0 0 0 0 0,0 0 0 0 0,-1 0 0 0 0,1 0 0 0 0,-1 0 0 0 0,0 0 0 0 0,0 0 0 0 0,0 0 0 0 0,0 0 0 0 0,-1 0 0 0 0,1 1 0 0 0,-1-1 0 0 0,0 0 0 0 0,1 1 0 0 0,-1 0 0 0 0,0-1 0 0 0,-1 1 0 0 0,1 0 0 0 0,0 0 0 0 0,-1 0 0 0 0,1 0 0 0 0,-1 0 0 0 0,1 1 0 0 0,-1-1 0 0 0,0 1 0 0 0,0 0 0 0 0,0 0 0 0 0,0 0 0 0 0,1 0 0 0 0,-2 0 0 0 0,1 0 0 0 0,0 1 0 0 0,0 0 0 0 0,0-1 0 0 0,0 1 0 0 0,0 0 0 0 0,0 1 0 0 0,-5 0 0 0 0,-2-1 0 0 0,4 0 0 0 0,-1 0 0 0 0,1 0 0 0 0,0 1 0 0 0,0 0 0 0 0,0 0 0 0 0,0 0 0 0 0,0 1 0 0 0,0 0 0 0 0,0 0 0 0 0,0 0 0 0 0,1 1 0 0 0,-9 5 0 0 0,4 1 0 0 0,10 2-8 0 0,9 0-159 0 0,-6-10-1549 0 0,-1 1 1 0 0,0-1 0 0 0,1 0-1 0 0,-1 0 1 0 0,0 0-1 0 0,1-1 1 0 0,-1 1 0 0 0,1 0-1 0 0,0-1 1 0 0,2 1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3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119 1 1028 0 0,'0'0'19422'0'0,"-3"3"-17254"0"0,-95 107 7981 0 0,91-103-10149 0 0,-4 3 0 0 0,20-18-1350 0 0,-3 2-724 0 0,0 1 0 0 0,-1-1 0 0 0,1 0 0 0 0,-1 0 0 0 0,-1-1 0 0 0,1 1 0 0 0,5-12 0 0 0,-3 2-6262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8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123 0 1076 0 0,'-4'0'27327'0'0,"0"1"-25144"0"0,-12 2-6157 0 0,8-1 6343 0 0,4-1-2065 0 0,-1 0-1 0 0,0 0 1 0 0,1 1-1 0 0,-1 0 0 0 0,1 0 1 0 0,0 0-1 0 0,0 0 1 0 0,0 0-1 0 0,0 1 0 0 0,-5 4 1 0 0,-19 13 144 0 0,19-12-448 0 0,8 2 0 0 0,1-10 0 0 0,0 1 0 0 0,0 0 0 0 0,0 0 0 0 0,0 0 0 0 0,0 0 0 0 0,0 0 0 0 0,0-1 0 0 0,0 1 0 0 0,1 0 0 0 0,-1 0 0 0 0,0 0 0 0 0,0 0 0 0 0,1-1 0 0 0,-1 1 0 0 0,0 0 0 0 0,1 0 0 0 0,-1-1 0 0 0,1 1 0 0 0,-1 0 0 0 0,1-1 0 0 0,0 1 0 0 0,-1 0 0 0 0,1-1 0 0 0,-1 1 0 0 0,1-1 0 0 0,0 1 0 0 0,0-1 0 0 0,-1 0 0 0 0,1 1 0 0 0,0-1 0 0 0,0 1 0 0 0,0-1 0 0 0,-1 0 0 0 0,1 0 0 0 0,0 0 0 0 0,0 1 0 0 0,0-1 0 0 0,0 0 0 0 0,-1 0 0 0 0,2 0 0 0 0,56 19 0 0 0,-49-17 0 0 0,1 1 0 0 0,-1 0 0 0 0,1 0 0 0 0,-1 1 0 0 0,0 0 0 0 0,9 7 0 0 0,-12-8 0 0 0,-1 1 0 0 0,1-1 0 0 0,-1 1 0 0 0,0 0 0 0 0,-1 1 0 0 0,1-1 0 0 0,-1 1 0 0 0,0 0 0 0 0,0 0 0 0 0,0 0 0 0 0,-1 1 0 0 0,5 7 0 0 0,5 5 0 0 0,-9-4 0 0 0,-3 1 0 0 0,-1-1 0 0 0,-1-1 0 0 0,1-12 0 0 0,0-1 0 0 0,0 1 0 0 0,0 0 0 0 0,0 0 0 0 0,0 0 0 0 0,0 0 0 0 0,-1-1 0 0 0,1 1 0 0 0,0 0 0 0 0,-1 0 0 0 0,1 0 0 0 0,0-1 0 0 0,-1 1 0 0 0,1 0 0 0 0,-1-1 0 0 0,1 1 0 0 0,-1 0 0 0 0,1-1 0 0 0,-1 1 0 0 0,1 0 0 0 0,-1-1 0 0 0,0 1 0 0 0,1-1 0 0 0,-1 1 0 0 0,0-1 0 0 0,0 0 0 0 0,1 1 0 0 0,-1-1 0 0 0,0 0 0 0 0,0 1 0 0 0,0-1 0 0 0,0 0 0 0 0,0 0 0 0 0,-5 5 0 0 0,5-5 0 0 0,0 1 0 0 0,0 0 0 0 0,0 0 0 0 0,0-1 0 0 0,0 1 0 0 0,0-1 0 0 0,0 1 0 0 0,0-1 0 0 0,-1 0 0 0 0,1 1 0 0 0,0-1 0 0 0,0 0 0 0 0,0 0 0 0 0,-1 0 0 0 0,1 1 0 0 0,0-1 0 0 0,0-1 0 0 0,-1 1 0 0 0,1 0 0 0 0,0 0 0 0 0,0 0 0 0 0,-2-1 0 0 0,-2 1 0 0 0,2 0 0 0 0,0-1 0 0 0,0 1 0 0 0,1 0 0 0 0,-1-1 0 0 0,0 1 0 0 0,0-1 0 0 0,1 0 0 0 0,-1 0 0 0 0,0 0 0 0 0,1 0 0 0 0,-1 0 0 0 0,1-1 0 0 0,0 1 0 0 0,-1-1 0 0 0,1 0 0 0 0,0 0 0 0 0,0 1 0 0 0,0-1 0 0 0,-3-4 0 0 0,-2-2 0 0 0,-12-16-3431 0 0,16 18 1552 0 0,1 0-1 0 0,0-1 1 0 0,0 1-1 0 0,1-1 1 0 0,0 1-1 0 0,0-1 1 0 0,0 0 0 0 0,1-8-1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3.2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60 1948 0 0,'0'0'25993'0'0,"24"-2"-23127"0"0,32-12-1068 0 0,-15 3-2079 0 0,53-20 0 0 0,-92 30-556 0 0,-28 9-18044 0 0,21-6 11948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3.9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13 1432 0 0,'0'0'4279'0'0,"-32"17"22043"0"0,54-19-25744 0 0,14-8-422 0 0,-12 6-156 0 0,0 1 0 0 0,38-1 0 0 0,73-2 0 0 0,-123 6 0 0 0,2 2 0 0 0,1-2-121 0 0,-12 0-865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8.8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0 528 0 0,'-3'1'28722'0'0,"-1"0"-26512"0"0,-10 4-6555 0 0,8-2 6774 0 0,-19 11-1784 0 0,1 1-1 0 0,1 1 1 0 0,1 1-1 0 0,-29 28 1 0 0,41-35-645 0 0,5-7 0 0 0,0 1 0 0 0,1 0 0 0 0,0 0 0 0 0,0 1 0 0 0,0-1 0 0 0,0 1 0 0 0,1 0 0 0 0,-1 0 0 0 0,1 0 0 0 0,-3 9 0 0 0,5-4 0 0 0,1-8 0 0 0,0-1 0 0 0,0 0 0 0 0,0 0 0 0 0,0 1 0 0 0,0-1 0 0 0,0 0 0 0 0,0 0 0 0 0,1 0 0 0 0,-1 1 0 0 0,0-1 0 0 0,1 0 0 0 0,-1 0 0 0 0,1 0 0 0 0,0 0 0 0 0,-1 0 0 0 0,1 0 0 0 0,0 0 0 0 0,0 0 0 0 0,-1 0 0 0 0,1 0 0 0 0,0 0 0 0 0,0 0 0 0 0,0-1 0 0 0,0 1 0 0 0,0 0 0 0 0,0 0 0 0 0,0-1 0 0 0,0 1 0 0 0,1-1 0 0 0,-1 1 0 0 0,0-1 0 0 0,0 0 0 0 0,0 1 0 0 0,1-1 0 0 0,1 0 0 0 0,23-2 0 0 0,7-3 0 0 0,-2-2 0 0 0,1-1 0 0 0,-1-2 0 0 0,0-1 0 0 0,-1-1 0 0 0,50-28 0 0 0,-41 14 0 0 0,-30 17 0 0 0,-9-1 0 0 0,-12-3 0 0 0,9 11 0 0 0,-1 0 0 0 0,0 0 0 0 0,0 1 0 0 0,0 0 0 0 0,-1 0 0 0 0,1 0 0 0 0,0 0 0 0 0,0 0 0 0 0,-1 1 0 0 0,1 0 0 0 0,0 0 0 0 0,-8 1 0 0 0,-20-3 0 0 0,26 3 0 0 0,-11 4 0 0 0,5 0 0 0 0,1 1 0 0 0,4-2-86 0 0,6-3-743 0 0,17 12-16371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0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 1 1512,'4'7'30386,"-17"11"-29640,5-6-623,2-1-123,5 1 0,0-1 0,-2-1-118,2-8-765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3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1 160,'0'0'16828,"1"1"-14225,2 11-2045,-4-4 6566,-25 47-1630,23-45-5494,-2 3 0,-1 0 0,1 0 0,5-13 0,0 1 0,0 0 0,-1-1 0,1 1 0,0 0 0,0-1 0,0 1 0,0 0 0,0-1 0,0 1 0,0 0 0,0-1 0,0 1 0,0 0 0,0-1 0,0 1 0,1 0 0,-1-1 0,0 1 0,0-1 0,1 1 0,-1 0 0,1-1 0,-1 1 0,0-1 0,1 1 0,-1-1 0,1 1 0,-1-1 0,1 1 0,-1-1 0,1 0 0,-1 1 0,1-1 0,0 0 0,-1 1 0,1-1 0,-1 0 0,2 1 0,6 3 0,0-1 0,1 1 0,-1-1 0,1-1 0,-1 0 0,1 0 0,0 0 0,-1-1 0,1 0 0,0-1 0,0 0 0,10-2 0,33 4 0,-35-2 0,-4 0 0,-12 0-1,0 0 1,-1 1-1,1-1 0,0 0 1,0 0-1,-1 0 0,1 0 1,0 0-1,0 0 0,0 0 1,-1 0-1,1 0 0,0 0 0,0 0 1,-1 0-1,1-1 0,0 1 1,0 0-1,-1-1 0,1 1 1,0 0-1,-1-1 0,1 1 1,0-1-1,-1 1 0,1-1 1,-1 1-1,2-2 0,-1 1-192,1-1-1051,-13-19-16898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7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100 2 396,'1'-1'9910,"8"3"4020,-35 89-10295,-17 107 0,22-94-2374,4 33-1261,17-136 0,-1 0 0,1 1 0,0-1 0,-1 0 0,1 0 0,0 0 0,0 0 0,0 0 0,0 0 0,0 1 0,0-1 0,0 0 0,0 0 0,1 0 0,-1 0 0,0 0 0,1 0 0,-1 0 0,1 0 0,0 2 0,2 4 0,-2-7 0,-1 0 0,0 0 0,0 0 0,0 1 0,0-1 0,0 0 0,0 0 0,0 0 0,0 0 0,0 0 0,0 1 0,1-1 0,-1 0 0,0 0 0,0 0 0,0 0 0,0 0 0,0 0 0,1 0 0,-1 1 0,0-1 0,0 0 0,0 0 0,0 0 0,1 0 0,-1 0 0,0 0 0,0 0 0,0 0 0,1 0 0,-1 0 0,0 0 0,0 0 0,0 0 0,0 0 0,1 0 0,-1 0 0,0 0 0,0 0 0,0-1 0,0 1 0,1 0 0,-1 0 0,0 0 0,0 0 0,0 0 0,2-3 0,0 0 0,0 0 0,-1 0 0,1 0 0,-1 0 0,0-1 0,0 1 0,0 0 0,-1-1 0,2-5 0,1-6 0,4-12-3603,-7 24 2159,1 0 0,0-1 0,-1 1 0,0 0 0,0 0 1,0-1-1,0 1 0,-1 0 0,1-1 0,-1 1 0,-1-6 0,-4-2-5209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2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0 460,'0'0'10386,"-1"5"-8003,0-3-3581,0 4 1135,0 1 7421,6-4 804,3-4-6795,-5 0-476,1 0-80,85-7 1399,-64 5-2181,31 5-173,-29 1-577,-12 2-3411,-10-2-2013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4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17 188,'0'2'1170,"0"-1"0,-1 1-1,1-1 1,0 1 0,0-1 0,0 1-1,0 0 1,1-1 0,-1 1 0,0-1 0,1 1-1,-1-1 1,0 0 0,1 1 0,1 1-1,149-11 7870,-131 5-10090,1 0-1,36-12 0,-48 11-2285,-5-5-7526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9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193 10 2020,'3'-9'26593,"-10"8"-26455,1 2-1,0-1 1,-1 1 0,1 0 0,-1 0 0,1 0 0,0 1 0,0 0 0,0 1 0,0-1 0,0 1 0,1 0 0,-1 1 0,1-1-1,-1 1 1,-6 6 0,4-3 43,-1 0 0,1 1 0,0 0 0,1 0 0,0 0 0,1 1 0,-1 0 0,2 1 0,-8 13 0,11-19-181,1 0 0,0 0 0,0 0 0,0 0 0,0 0 0,0 0 0,1 0 0,0 0 0,0 0 0,0 0 0,0 0 0,1 0 0,-1 0 0,3 6 0,-2-7 0,0 0 0,1-1 0,-1 1 0,1-1 0,0 0 0,-1 1 0,1-1 0,0 0 0,1 0 0,-1 0 0,0 0 0,0 0 0,1-1 0,-1 1 0,1-1 0,2 2 0,5 0 0,0 0 0,0-1 0,0 0 0,0 0 0,0-1 0,0 0 0,0-1 0,0 0 0,1-1 0,12-2 0,-1 0 0,-1-2 0,1 0 0,-1-2 0,40-17 0,-54 21 0,1-1 0,-1 0 0,0 0 0,-1 0 0,1-1 0,-1 0 0,1-1 0,-2 1 0,1-1 0,0 0 0,-1 0 0,-1-1 0,1 0 0,-1 0 0,0 0 0,6-15 0,-10 20 0,1-1 0,-1 0 0,0 0 0,0 0 0,0 0 0,0 1 0,-1-1 0,1 0 0,-1 0 0,0 1 0,0-1 0,0 0 0,0 1 0,0-1 0,0 1 0,-1-1 0,1 1 0,-1-1 0,0 1 0,0 0 0,0 0 0,0 0 0,0 0 0,0 0 0,0 1 0,-1-1 0,1 0 0,0 1 0,-1 0 0,0 0 0,1 0 0,-1 0 0,0 0 0,-5-1 0,-5-1 0,-5 0 0,1 1 0,2 2 0,4 5 0,5 1 0,5 2-31,8 3-2297,9 0-12556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1.2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 1 240,'9'11'3840,"-11"2"8996,-7 14-268,6 9-9285,3-25-3283,-1 2 0,-3-1 0,9-1 0,0-1 0,2 1 0,10 4-3838,6-16-8416,-19 0 9849,13-4-5616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2.0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1 224,'0'0'21775,"14"0"-20211,-12 5 7537,-3 6-9083,1 0 0,0 0 0,0 0 1,1 0-1,0 0 0,5 18 0,3 35-42,-4 119 24,-6-179 0,8 15 0,-6-9 0,-2-6 0,-13-44-1426,14 39 1354,0 1-1,0 0 0,0 0 1,0-1-1,-1 1 1,1 0-1,0 0 0,0 0 1,0-1-1,-1 1 0,1 0 1,0 0-1,0 0 0,-1-1 1,1 1-1,0 0 0,0 0 1,-1 0-1,1 0 1,0 0-1,0 0 0,-1 0 1,1 0-1,0 0 0,0 0 1,-1 0-1,1 0 0,0 0 1,-1 0-1,1 0 1,0 0-1,0 0 0,-1 0 1,1 0-1,0 0 0,0 0 1,-1 0-1,1 0 0,0 1 1,0-1-1,-1 0 1,-10 3-1773,-6 1-2900,0 0-3615,-6-1 860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0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13 1436 0 0,'0'0'7177'0'0,"15"-8"13534"0"0,-18 7-17287 0 0,-18-2-3405 0 0,11 3-19 0 0,1 0 0 0 0,-1 0 0 0 0,1 1 0 0 0,0 1 0 0 0,0-1 0 0 0,0 1 0 0 0,0 1 0 0 0,0 0 0 0 0,0 0 0 0 0,0 1 0 0 0,1 0 0 0 0,0 0 0 0 0,-1 1 0 0 0,2 0 0 0 0,-13 10 0 0 0,-10 4 0 0 0,24-12 0 0 0,1 5 0 0 0,11-1 0 0 0,7-7 0 0 0,0-5 0 0 0,0 0 0 0 0,0-1 0 0 0,0-1 0 0 0,0 0 0 0 0,0 0 0 0 0,15-7 0 0 0,-13 4 0 0 0,0 1 0 0 0,0 1 0 0 0,0 1 0 0 0,20-3 0 0 0,-30 6 0 0 0,-1 0 0 0 0,1 0 0 0 0,0 1 0 0 0,0-1 0 0 0,0 1 0 0 0,0 0 0 0 0,-1 0 0 0 0,1 1 0 0 0,0-1 0 0 0,-1 1 0 0 0,1 0 0 0 0,-1 0 0 0 0,0 1 0 0 0,0-1 0 0 0,1 1 0 0 0,-2 0 0 0 0,8 7 0 0 0,-3-3 0 0 0,-1 1 0 0 0,0 0 0 0 0,0 0 0 0 0,0 1 0 0 0,-1-1 0 0 0,-1 2 0 0 0,0-1 0 0 0,0 1 0 0 0,0-1 0 0 0,-1 1 0 0 0,-1 1 0 0 0,0-1 0 0 0,0 0 0 0 0,-1 1 0 0 0,1 14 0 0 0,-2-22 0 0 0,-1 0 0 0 0,0-1 0 0 0,0 1 0 0 0,0 0 0 0 0,-1 0 0 0 0,1-1 0 0 0,0 1 0 0 0,-1 0 0 0 0,0-1 0 0 0,0 1 0 0 0,0-1 0 0 0,0 1 0 0 0,0-1 0 0 0,0 1 0 0 0,-1-1 0 0 0,1 0 0 0 0,-1 0 0 0 0,1 1 0 0 0,-1-1 0 0 0,0 0 0 0 0,0 0 0 0 0,0-1 0 0 0,0 1 0 0 0,0 0 0 0 0,-1-1 0 0 0,1 1 0 0 0,0-1 0 0 0,-1 0 0 0 0,1 0 0 0 0,-1 0 0 0 0,1 0 0 0 0,-1 0 0 0 0,0 0 0 0 0,1-1 0 0 0,-1 0 0 0 0,0 1 0 0 0,1-1 0 0 0,-1 0 0 0 0,0 0 0 0 0,0 0 0 0 0,1 0 0 0 0,-1-1 0 0 0,-3 0 0 0 0,-11-2 0 0 0,0-1 0 0 0,1 0 0 0 0,-1-1 0 0 0,-28-13 0 0 0,43 17 0 0 0,-14-6 0 0 0,-71-39 0 0 0,73 38 0 0 0,70 26-26 0 0,-47-16-196 0 0,13 2-3845 0 0,-14-4-1537 0 0,-1 0-3562 0 0,8-3 1473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4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43 768 0 0,'-7'6'31119'0'0,"18"-4"-31050"0"0,-1-1 0 0 0,1-1 1 0 0,0 0-1 0 0,0 0 0 0 0,0-1 0 0 0,-1 0 0 0 0,1-1 1 0 0,0 0-1 0 0,-1-1 0 0 0,14-6 0 0 0,75-16 50 0 0,-85 21-119 0 0,-4 1-34 0 0,-8 2-311 0 0,-6 5-2160 0 0,-75 58-5424 0 0,32-26-4848 0 0,35-26 7616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7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1 7705 0 0,'-6'8'8'0'0,"-3"6"1487"0"0,7 0 5490 0 0,-3-5 1908 0 0,9-7-8646 0 0,0 0 0 0 0,0 1 1 0 0,0-2-1 0 0,0 1 1 0 0,0 0-1 0 0,0-1 1 0 0,1 0-1 0 0,-1 0 0 0 0,1 0 1 0 0,-1 0-1 0 0,1-1 1 0 0,-1 0-1 0 0,1 0 1 0 0,-1 0-1 0 0,1 0 0 0 0,8-3 1 0 0,5 0 621 0 0,0-1-1 0 0,0 0 1 0 0,18-9 0 0 0,38-7-869 0 0,-24 9 0 0 0,-40 9-161 0 0,-8 2-758 0 0,-6 4-649 0 0,0-1 780 0 0,-17 13-2319 0 0,15-12-1826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1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325 162 1152 0 0,'0'0'3684'0'0,"37"-20"5291"0"0,-33 15-7759 0 0,-1 1 0 0 0,1-1 0 0 0,-1 0 0 0 0,-1 0 0 0 0,1 0 0 0 0,-1 0-1 0 0,0 0 1 0 0,0 0 0 0 0,0-1 0 0 0,-1 1 0 0 0,2-12 0 0 0,-3 16-573 0 0,-7-28 1950 0 0,2 25-2540 0 0,-1 0 1 0 0,1 0 0 0 0,-1 0 0 0 0,0 0-1 0 0,0 1 1 0 0,-1 0 0 0 0,1 1 0 0 0,-1-1 0 0 0,1 1-1 0 0,-1 0 1 0 0,0 1 0 0 0,0 0 0 0 0,1 0 0 0 0,-1 0-1 0 0,0 1 1 0 0,0 0 0 0 0,0 0 0 0 0,0 1-1 0 0,0-1 1 0 0,-10 4 0 0 0,-3 1-54 0 0,1 0 0 0 0,-1 1 0 0 0,1 2 0 0 0,0 0 0 0 0,-25 15 0 0 0,36-19 0 0 0,1 0 0 0 0,0 1 0 0 0,0 0 0 0 0,0 1 0 0 0,1-1 0 0 0,0 1 0 0 0,0 0 0 0 0,0 1 0 0 0,1 0 0 0 0,0 0 0 0 0,0 0 0 0 0,1 0 0 0 0,0 1 0 0 0,0-1 0 0 0,-4 15 0 0 0,7-20 0 0 0,0 0 0 0 0,1 0 0 0 0,-1 0 0 0 0,1 1 0 0 0,-1-1 0 0 0,1 0 0 0 0,0 1 0 0 0,0-1 0 0 0,0 0 0 0 0,1 1 0 0 0,-1-1 0 0 0,0 0 0 0 0,1 0 0 0 0,-1 1 0 0 0,1-1 0 0 0,0 0 0 0 0,2 4 0 0 0,-2-5 0 0 0,0 0 0 0 0,0 1 0 0 0,1-1 0 0 0,-1 0 0 0 0,0 0 0 0 0,1 0 0 0 0,-1 0 0 0 0,1 0 0 0 0,-1 0 0 0 0,1-1 0 0 0,0 1 0 0 0,-1 0 0 0 0,1-1 0 0 0,0 1 0 0 0,-1-1 0 0 0,1 0 0 0 0,3 1 0 0 0,2-1 0 0 0,1 0 0 0 0,0-1 0 0 0,0 1 0 0 0,0-2 0 0 0,-1 1 0 0 0,1-1 0 0 0,9-3 0 0 0,8-5 0 0 0,0 0 0 0 0,0-2 0 0 0,31-20 0 0 0,-48 27 0 0 0,-1 0 0 0 0,1 0 0 0 0,-1-1 0 0 0,0 0 0 0 0,-1 0 0 0 0,1-1 0 0 0,-1 1 0 0 0,0-1 0 0 0,-1-1 0 0 0,0 1 0 0 0,0-1 0 0 0,-1 0 0 0 0,7-15 0 0 0,-10 6-3163 0 0,-1 16 2000 0 0,0-1 1 0 0,0 0 0 0 0,-1 0 0 0 0,1 1 0 0 0,-1-1 0 0 0,1 0-1 0 0,-1 1 1 0 0,0-1 0 0 0,1 1 0 0 0,-1-1 0 0 0,0 1 0 0 0,0-1-1 0 0,-2-2 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4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50 1916 0 0,'1'-46'16088'0'0,"1"43"-13378"0"0,-10 30 7551 0 0,5-9-8469 0 0,-6 32-1792 0 0,-3-1 0 0 0,-1 0 0 0 0,-33 76 0 0 0,2-3 0 0 0,31-82 0 0 0,-1 6 0 0 0,-27 57 0 0 0,31-71 0 0 0,-4 6 0 0 0,11-36 0 0 0,1 29 0 0 0,2-30 0 0 0,0-1 0 0 0,0 0 0 0 0,0 0 0 0 0,0 0 0 0 0,0 1 0 0 0,1-1 0 0 0,-1 0 0 0 0,0 0 0 0 0,0 0 0 0 0,0 1 0 0 0,0-1 0 0 0,1 0 0 0 0,-1 0 0 0 0,0 0 0 0 0,0 0 0 0 0,0 1 0 0 0,0-1 0 0 0,1 0 0 0 0,-1 0 0 0 0,0 0 0 0 0,0 0 0 0 0,1 0 0 0 0,-1 0 0 0 0,0 0 0 0 0,0 0 0 0 0,1 0 0 0 0,-1 0 0 0 0,0 0 0 0 0,0 0 0 0 0,0 0 0 0 0,1 0 0 0 0,-1 0 0 0 0,0 0 0 0 0,0 0 0 0 0,1 0 0 0 0,-1 0 0 0 0,0 0 0 0 0,0 0 0 0 0,1 0 0 0 0,-1 0 0 0 0,0 0 0 0 0,0 0 0 0 0,0-1 0 0 0,1 1 0 0 0,-1 0 0 0 0,0 0 0 0 0,0 0 0 0 0,0 0 0 0 0,0-1 0 0 0,1 1 0 0 0,-1 0 0 0 0,0 0 0 0 0,0 0 0 0 0,0-1 0 0 0,0 1 0 0 0,0 0 0 0 0,0 0 0 0 0,1 0 0 0 0,-1-1 0 0 0,0 1 0 0 0,0 0 0 0 0,0-1 0 0 0,11-11 0 0 0,22-51-911 0 0,-3 1-14584 0 0,-17 26 6299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7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318 0 192 0 0,'-4'7'2514'0'0,"-18"35"1622"0"0,-29 56 4055 0 0,-72 175 3646 0 0,69-97-7642 0 0,21-63-2493 0 0,22-84-1702 0 0,7-20 0 0 0,1-1 0 0 0,0 1 0 0 0,0 0 0 0 0,1 0 0 0 0,0 0 0 0 0,1 1 0 0 0,0-1 0 0 0,0 0 0 0 0,1 14 0 0 0,2-11 0 0 0,-2-11-4 0 0,0-1 0 0 0,0 0 0 0 0,0 0 1 0 0,0 0-1 0 0,0 1 0 0 0,0-1 0 0 0,0 0 0 0 0,0 0 0 0 0,1 0 1 0 0,-1 0-1 0 0,0 1 0 0 0,0-1 0 0 0,0 0 0 0 0,0 0 0 0 0,1 0 0 0 0,-1 0 1 0 0,0 0-1 0 0,0 0 0 0 0,0 0 0 0 0,1 0 0 0 0,-1 1 0 0 0,0-1 1 0 0,0 0-1 0 0,0 0 0 0 0,1 0 0 0 0,-1 0 0 0 0,0 0 0 0 0,0 0 0 0 0,0 0 1 0 0,1 0-1 0 0,-1 0 0 0 0,0 0 0 0 0,0 0 0 0 0,1 0 0 0 0,-1 0 1 0 0,0-1-1 0 0,0 1 0 0 0,0 0 0 0 0,1 0 0 0 0,-1 0 0 0 0,0 0 0 0 0,0 0 1 0 0,0 0-1 0 0,0 0 0 0 0,1-1 0 0 0,-1 1 0 0 0,0 0 0 0 0,0 0 1 0 0,0 0-1 0 0,0 0 0 0 0,0-1 0 0 0,26-31-3780 0 0,-18 18-1537 0 0,-1-1-3678 0 0,-2-1 865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3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171 8 180 0 0,'-8'-4'26154'0'0,"0"0"-22593"0"0,7 10-1565 0 0,11 12-1120 0 0,-4-3-876 0 0,-5-10 0 0 0,0 1 0 0 0,-1 0 0 0 0,0 0 0 0 0,0 0 0 0 0,0 0 0 0 0,-1 0 0 0 0,0 0 0 0 0,0 0 0 0 0,0 0 0 0 0,-1-1 0 0 0,-3 10 0 0 0,3-11 0 0 0,-12 28 0 0 0,-2 0 0 0 0,-2-2 0 0 0,-1 1 0 0 0,-31 38 0 0 0,37-56 0 0 0,10-11 0 0 0,0 1 0 0 0,1 0 0 0 0,-1 0 0 0 0,1 0 0 0 0,-1 0 0 0 0,1 1 0 0 0,0-1 0 0 0,-2 6 0 0 0,0 4 0 0 0,14-2 0 0 0,-3-10 0 0 0,0 1 0 0 0,0-1 0 0 0,0 0 0 0 0,1 0 0 0 0,-1-1 0 0 0,0 0 0 0 0,0-1 0 0 0,13-1 0 0 0,58-16 0 0 0,-3-5 0 0 0,-64 22 0 0 0,3 5 0 0 0,-1-9-73 0 0,1-2-1232 0 0,8-6-11115 0 0,-18 11 9590 0 0,9-7-6244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6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 1700 0 0,'-1'8'28140'0'0,"24"-5"-27520"0"0,1-1-1 0 0,-1-2 1 0 0,0 0-1 0 0,34-5 1 0 0,28-1-2576 0 0,-82 6 657 0 0,-1 2-822 0 0,5 1 1702 0 0,-8 2-6173 0 0,-20 9 2662 0 0,4-3-2329 0 0,10-3 433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7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40 67 908 0 0,'-9'8'1134'0'0,"-15"17"3385"0"0,18-5 7029 0 0,28-20-8114 0 0,-1-2-1642 0 0,0 0 0 0 0,-1-1 0 0 0,1-1 0 0 0,22-7 0 0 0,13-3-385 0 0,-24 7-2557 0 0,0-2 0 0 0,35-14-1 0 0,-25 5-4558 0 0,-2-1-5377 0 0,-23 11 4526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3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288 9 540 0 0,'0'0'27225'0'0,"-4"-1"-26356"0"0,-9-5 19 0 0,10 4 39 0 0,-1 4 39 0 0,-26 13-539 0 0,11-7-242 0 0,1 1 0 0 0,1 1 0 0 0,0 0 0 0 0,-29 23 0 0 0,18-10-185 0 0,15-14 0 0 0,0 2 0 0 0,1 0 0 0 0,-20 22 0 0 0,30-30 0 0 0,0-1 0 0 0,0 0 0 0 0,0 1 0 0 0,1-1 0 0 0,-1 1 0 0 0,1-1 0 0 0,0 1 0 0 0,0 0 0 0 0,0-1 0 0 0,0 1 0 0 0,0 0 0 0 0,0 0 0 0 0,1 0 0 0 0,-1 0 0 0 0,1 0 0 0 0,0 0 0 0 0,0-1 0 0 0,0 1 0 0 0,0 0 0 0 0,1 0 0 0 0,-1 0 0 0 0,1 0 0 0 0,0 0 0 0 0,0 0 0 0 0,0-1 0 0 0,0 1 0 0 0,2 3 0 0 0,-1-4 0 0 0,0 0 0 0 0,0 0 0 0 0,1 0 0 0 0,-1 0 0 0 0,1-1 0 0 0,-1 1 0 0 0,1-1 0 0 0,-1 0 0 0 0,1 1 0 0 0,0-1 0 0 0,0-1 0 0 0,0 1 0 0 0,-1 0 0 0 0,1-1 0 0 0,0 1 0 0 0,0-1 0 0 0,4 0 0 0 0,52-1 0 0 0,-30-2 0 0 0,46-12 0 0 0,-65 13 0 0 0,0-1 0 0 0,-1-1 0 0 0,1 1 0 0 0,-1-2 0 0 0,0 1 0 0 0,-1-1 0 0 0,1 0 0 0 0,9-9 0 0 0,-18 14 0 0 0,3-2 0 0 0,-1 1 0 0 0,0-1 0 0 0,0 0 0 0 0,0 0 0 0 0,-1-1 0 0 0,1 1 0 0 0,0 0 0 0 0,-1 0 0 0 0,1-1 0 0 0,-1 1 0 0 0,0-1 0 0 0,0 1 0 0 0,0-1 0 0 0,0 0 0 0 0,0 1 0 0 0,-1-1 0 0 0,1 0 0 0 0,-1-4 0 0 0,0-7 0 0 0,0 12 0 0 0,0 0 0 0 0,-1 1 0 0 0,1-1 0 0 0,-1 0 0 0 0,0 0 0 0 0,1 1 0 0 0,-1-1 0 0 0,0 1 0 0 0,0-1 0 0 0,0 1 0 0 0,0-1 0 0 0,0 1 0 0 0,-1-1 0 0 0,1 1 0 0 0,0 0 0 0 0,-1 0 0 0 0,1 0 0 0 0,0 0 0 0 0,-1 0 0 0 0,0 0 0 0 0,1 0 0 0 0,-1 0 0 0 0,1 0 0 0 0,-1 1 0 0 0,0-1 0 0 0,0 1 0 0 0,-2-1 0 0 0,3 0 0 0 0,-13-1 0 0 0,-3 1 0 0 0,3 0 0 0 0,0 2-418 0 0,12 0-2095 0 0,7 4-5659 0 0,12 4 1617 0 0,-3-5-1937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6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67 0 1300 0 0,'10'8'30305'0'0,"-25"10"-29650"0"0,6-8-554 0 0,1 1 1 0 0,0-1-1 0 0,1 1 0 0 0,-10 20 1 0 0,4-8-102 0 0,13-13 0 0 0,8-1 0 0 0,11-9-1 0 0,16-11-3198 0 0,-18 1-2559 0 0,0 0-3316 0 0,6-4 792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9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0 496 0 0,'0'0'26764'0'0,"-5"3"-25463"0"0,-10 7-700 0 0,0 0-1 0 0,1 1 1 0 0,0 0 0 0 0,1 1 0 0 0,0 0 0 0 0,-20 27 0 0 0,30-36-601 0 0,2-2 0 0 0,0 0 0 0 0,0 0 0 0 0,0 0 0 0 0,1 0 0 0 0,-1 0 0 0 0,0 0 0 0 0,1 0 0 0 0,-1 0 0 0 0,1 0 0 0 0,-1 0 0 0 0,1 0 0 0 0,-1 0 0 0 0,1 0 0 0 0,0 1 0 0 0,0-1 0 0 0,-1 0 0 0 0,1 0 0 0 0,0 0 0 0 0,0 1 0 0 0,0-1 0 0 0,0 0 0 0 0,1 2 0 0 0,4 12 0 0 0,-4-12 0 0 0,1-1 0 0 0,0 0 0 0 0,0 1 0 0 0,0-1 0 0 0,0 0 0 0 0,1 0 0 0 0,-1 0 0 0 0,0-1 0 0 0,1 1 0 0 0,-1 0 0 0 0,1-1 0 0 0,0 0 0 0 0,-1 1 0 0 0,1-1 0 0 0,0 0 0 0 0,0-1 0 0 0,0 1 0 0 0,0 0 0 0 0,0-1 0 0 0,0 0 0 0 0,0 1 0 0 0,0-1 0 0 0,-1 0 0 0 0,5-1 0 0 0,12 0 0 0 0,1-1 0 0 0,30-8 0 0 0,-32 7 0 0 0,0-1 0 0 0,1 2 0 0 0,0-2 0 0 0,-1 0 0 0 0,0-1 0 0 0,0-1 0 0 0,0 0 0 0 0,19-11 0 0 0,-34 16 0 0 0,-2 0 0 0 0,0 1 0 0 0,0-1 0 0 0,0 1 0 0 0,0-1 0 0 0,0 0 0 0 0,-1 1 0 0 0,1-1 0 0 0,0 0 0 0 0,0 0 0 0 0,0 0 0 0 0,-1 0 0 0 0,1 0 0 0 0,0 1 0 0 0,-1-1 0 0 0,1 0 0 0 0,-1-1 0 0 0,1 1 0 0 0,-1 0 0 0 0,1 0 0 0 0,-1 0 0 0 0,0 0 0 0 0,1 0 0 0 0,-1-2 0 0 0,0 1 0 0 0,0 0 0 0 0,0 0 0 0 0,0 0 0 0 0,0 0 0 0 0,0 0 0 0 0,0-1 0 0 0,-1 1 0 0 0,1 0 0 0 0,-1 0 0 0 0,0 0 0 0 0,1 0 0 0 0,-1 0 0 0 0,0 0 0 0 0,0 0 0 0 0,0 1 0 0 0,0-1 0 0 0,-1 0 0 0 0,1 0 0 0 0,0 1 0 0 0,-1-1 0 0 0,1 1 0 0 0,-1-1 0 0 0,0 1 0 0 0,1 0 0 0 0,-1 0 0 0 0,0-1 0 0 0,0 1 0 0 0,0 0 0 0 0,0 1 0 0 0,0-1 0 0 0,0 0 0 0 0,0 1 0 0 0,0-1 0 0 0,0 1 0 0 0,0-1 0 0 0,0 1 0 0 0,0 0 0 0 0,0 0 0 0 0,-4 0 0 0 0,1-1 0 0 0,-16-6 0 0 0,2 2 0 0 0,-48 6 0 0 0,49-1 0 0 0,7 0-175 0 0,9 0-1053 0 0,10 0-1845 0 0,2 2 1546 0 0,5-1-605 0 0,4 0-8243 0 0,-3-1 2359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9.3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24 1992 0 0,'0'-1'431'0'0,"1"1"0"0"0,-1 0 0 0 0,1-1 1 0 0,-1 1-1 0 0,0-1 0 0 0,1 1 0 0 0,-1 0 0 0 0,0-1 0 0 0,0 1 0 0 0,1-1 0 0 0,-1 1 0 0 0,0-1 0 0 0,0 1 1 0 0,0-1-1 0 0,0 1 0 0 0,1-1 0 0 0,-1 1 0 0 0,0-1 0 0 0,0 1 0 0 0,0-1 0 0 0,0 1 0 0 0,0-1 0 0 0,0 1 1 0 0,0-1-1 0 0,0 1 0 0 0,0-1 0 0 0,-1 1 0 0 0,1-1 0 0 0,0 1 0 0 0,0-1 0 0 0,0 1 0 0 0,-1 0 0 0 0,1-1 1 0 0,0 1-1 0 0,0-1 0 0 0,-1 1 0 0 0,1-1 0 0 0,0 1 0 0 0,-1-1 0 0 0,-24-3 7587 0 0,-31 12-2651 0 0,35-1-5331 0 0,0 2 1 0 0,1 0 0 0 0,-26 15-1 0 0,36-15-36 0 0,9-8 0 0 0,1-1 0 0 0,-1 1 0 0 0,1 0 0 0 0,0-1 0 0 0,-1 1 0 0 0,1 0 0 0 0,0 0 0 0 0,-1-1 0 0 0,1 1 0 0 0,0 0 0 0 0,0 0 0 0 0,-1 0 0 0 0,1-1 0 0 0,0 1 0 0 0,0 0 0 0 0,0 0 0 0 0,0 0 0 0 0,0 0 0 0 0,1-1 0 0 0,-1 1 0 0 0,0 0 0 0 0,0 0 0 0 0,0 0 0 0 0,1-1 0 0 0,-1 1 0 0 0,0 0 0 0 0,1 0 0 0 0,-1-1 0 0 0,1 1 0 0 0,0 1 0 0 0,10 6 0 0 0,9 2 0 0 0,0-1 0 0 0,30 10 0 0 0,-34-15 0 0 0,0 2 0 0 0,0 0 0 0 0,-1 1 0 0 0,0 0 0 0 0,-1 1 0 0 0,23 16 0 0 0,-34-22 0 0 0,0 1 0 0 0,1-1 0 0 0,-1 1 0 0 0,1-1 0 0 0,-1 1 0 0 0,0 0 0 0 0,0 1 0 0 0,0-1 0 0 0,-1 0 0 0 0,1 1 0 0 0,-1-1 0 0 0,1 1 0 0 0,-1 0 0 0 0,-1 0 0 0 0,1 0 0 0 0,0 0 0 0 0,1 6 0 0 0,-3-9 0 0 0,0 1 0 0 0,0 0 0 0 0,-1 0 0 0 0,1 0 0 0 0,0-1 0 0 0,0 1 0 0 0,-1 0 0 0 0,1 0 0 0 0,-1-1 0 0 0,0 1 0 0 0,1 0 0 0 0,-1-1 0 0 0,0 1 0 0 0,0-1 0 0 0,0 1 0 0 0,0-1 0 0 0,0 1 0 0 0,-1-1 0 0 0,1 0 0 0 0,0 1 0 0 0,0-1 0 0 0,-1 0 0 0 0,1 0 0 0 0,-1 0 0 0 0,1 0 0 0 0,-1 0 0 0 0,0-1 0 0 0,1 1 0 0 0,-1 0 0 0 0,0-1 0 0 0,1 1 0 0 0,-1-1 0 0 0,0 0 0 0 0,0 1 0 0 0,0-1 0 0 0,1 0 0 0 0,-1 0 0 0 0,0 0 0 0 0,0 0 0 0 0,0 0 0 0 0,1-1 0 0 0,-4 0 0 0 0,-1 0-462 0 0,-1 0-1 0 0,1 0 1 0 0,0-1-1 0 0,-1 1 1 0 0,1-2-1 0 0,0 1 1 0 0,0-1 0 0 0,-7-4-1 0 0,1-1-2122 0 0,-1-2 0 0 0,1 1 0 0 0,0-2 0 0 0,-15-17-1 0 0,7 6-6228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9.5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0 173 2136 0 0,'25'-6'892'0'0,"37"-10"4457"0"0,79-31 13562 0 0,-57 7-13432 0 0,-67 30-5914 0 0,-4 3-1238 0 0,0 0-1 0 0,-1 0 0 0 0,0-2 1 0 0,13-10-1 0 0,-20 14-7395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1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327 21 1152 0 0,'0'0'4837'0'0,"-16"-21"19355"0"0,10 27-23970 0 0,2-2 61 0 0,0 0 0 0 0,0 0 0 0 0,0 0 0 0 0,1 0 0 0 0,-1 1-1 0 0,1-1 1 0 0,-5 11 0 0 0,-49 100-182 0 0,-26 32-101 0 0,38-70 0 0 0,32-60 0 0 0,11-14 0 0 0,0-1 0 0 0,0 1 0 0 0,0 0 0 0 0,0-1 0 0 0,0 1 0 0 0,0 0 0 0 0,1 0 0 0 0,0 1 0 0 0,-1-1 0 0 0,0 6 0 0 0,-4 2 0 0 0,6-11 0 0 0,0 1-1 0 0,0-1 1 0 0,-1 0 0 0 0,1 0 0 0 0,0 1-1 0 0,-1-1 1 0 0,1 0 0 0 0,0 0 0 0 0,0 1-1 0 0,-1-1 1 0 0,1 0 0 0 0,-1 0 0 0 0,1 0-1 0 0,0 1 1 0 0,-1-1 0 0 0,1 0 0 0 0,0 0-1 0 0,-1 0 1 0 0,1 0 0 0 0,-1 0 0 0 0,1 0-1 0 0,0 0 1 0 0,-1 0 0 0 0,1 0 0 0 0,0 0-1 0 0,-1 0 1 0 0,1 0 0 0 0,-1 0 0 0 0,1 0-1 0 0,-1-1 1 0 0,-1-1-386 0 0,0-1-1 0 0,-1 0 1 0 0,1 0 0 0 0,0 0 0 0 0,1 0-1 0 0,-1 0 1 0 0,0 0 0 0 0,-1-5-1 0 0,-8-22-7595 0 0,5 17-1128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4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1908 0 0,'0'0'21784'0'0,"0"7"-20464"0"0,1 5-1021 0 0,1 0-1 0 0,0 0 0 0 0,1-1 0 0 0,0 1 1 0 0,0-1-1 0 0,1 1 0 0 0,1-1 0 0 0,0 0 1 0 0,0 0-1 0 0,1-1 0 0 0,1 0 0 0 0,0 0 1 0 0,0 0-1 0 0,1-1 0 0 0,0 0 0 0 0,0 0 1 0 0,1-1-1 0 0,0 0 0 0 0,1-1 0 0 0,0 0 1 0 0,0-1-1 0 0,0 1 0 0 0,1-2 0 0 0,0 0 1 0 0,18 7-1 0 0,-14-7-2659 0 0,24 10-9656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75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 0 1560 0 0,'0'0'15770'0'0,"7"40"-3564"0"0,-8-16-11560 0 0,-2 0 0 0 0,-11 45 0 0 0,8-44-215 0 0,2 0 0 0 0,-4 48 0 0 0,2-48-431 0 0,4-9 0 0 0,2-6-23 0 0,0-8-432 0 0,4-8-1424 0 0,8-26-1447 0 0,-9 17-1160 0 0,-2-1-4131 0 0,-1-2 757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8.5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4 1840 0 0,'0'0'26030'0'0,"-3"-4"-24555"0"0,4 7 1898 0 0,0 0-3370 0 0,1-1 1 0 0,-1 1 0 0 0,1-1-1 0 0,0 0 1 0 0,0 0-1 0 0,0 0 1 0 0,0 0 0 0 0,0 0-1 0 0,0 0 1 0 0,0-1 0 0 0,1 1-1 0 0,-1-1 1 0 0,0 1-1 0 0,1-1 1 0 0,0 0 0 0 0,4 1-1 0 0,10-2-15 0 0,26 3 12 0 0,0-2 0 0 0,57-5 0 0 0,-60 2 0 0 0,-25 1 0 0 0,-35 15-238 0 0,-65 16-7861 0 0,59-21 3044 0 0,-1 0-3412 0 0,13-4 2331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8.8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 41 1396 0 0,'0'0'23908'0'0,"-1"0"-23730"0"0,1 1 0 0 0,-1-1 1 0 0,1 1-1 0 0,-1-1 0 0 0,1 1 1 0 0,-1 0-1 0 0,1-1 0 0 0,0 1 1 0 0,-1 0-1 0 0,1-1 0 0 0,0 1 1 0 0,-1 0-1 0 0,1 0 0 0 0,0-1 1 0 0,0 1-1 0 0,0 0 0 0 0,0 0 1 0 0,0 1-1 0 0,1 1-57 0 0,1-1 0 0 0,0 1 0 0 0,0 0 0 0 0,0-1 0 0 0,0 1 0 0 0,1-1 0 0 0,-1 0 0 0 0,1 0 0 0 0,-1 0 0 0 0,1 0 0 0 0,0 0 0 0 0,-1 0 0 0 0,1-1 0 0 0,0 0 0 0 0,0 1 0 0 0,0-1 0 0 0,1 0 0 0 0,-1 0 0 0 0,0-1 0 0 0,0 1 0 0 0,0-1-1 0 0,1 1 1 0 0,-1-1 0 0 0,0 0 0 0 0,0 0 0 0 0,1-1 0 0 0,-1 1 0 0 0,6-2 0 0 0,14-2-385 0 0,0-1-1 0 0,45-16 1 0 0,-48 15 321 0 0,42-12-336 0 0,-38 13 168 0 0,0-2 0 0 0,41-18-1 0 0,-72 37-2604 0 0,-3-2-175 0 0,-1-3-4211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1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192 68 756 0 0,'17'-10'397'0'0,"-3"1"5318"0"0,-2-1 12641 0 0,-11 8-15606 0 0,-9-4-2229 0 0,7 5-392 0 0,0 0 1 0 0,0 0-1 0 0,0 0 0 0 0,-1-1 0 0 0,1 1 0 0 0,0 0 0 0 0,-1 1 0 0 0,1-1 0 0 0,-1 0 0 0 0,1 0 0 0 0,-1 1 0 0 0,-3-2 0 0 0,-2 2-44 0 0,-1 0 0 0 0,0 0 0 0 0,0 1 0 0 0,0 0 0 0 0,1 1 0 0 0,-1 0 0 0 0,1 0 0 0 0,-1 0 0 0 0,1 1 0 0 0,0 0 0 0 0,0 0 0 0 0,0 1-1 0 0,0 0 1 0 0,0 0 0 0 0,-6 7 0 0 0,5-5 18 0 0,0 0 0 0 0,0 1 0 0 0,1 0 0 0 0,0 0 0 0 0,1 1 0 0 0,-1-1-1 0 0,1 2 1 0 0,1-1 0 0 0,0 1 0 0 0,0-1 0 0 0,-5 15 0 0 0,9-19-103 0 0,1 0 0 0 0,0-1 0 0 0,1 1 0 0 0,-1 0 0 0 0,1-1 0 0 0,-1 1 0 0 0,1 0 0 0 0,0-1 0 0 0,0 1 0 0 0,1-1 0 0 0,-1 1 0 0 0,3 3 0 0 0,-2-4 0 0 0,1 1 0 0 0,-1-1 0 0 0,1 0 0 0 0,0 0 0 0 0,0 0 0 0 0,0-1 0 0 0,0 1 0 0 0,1-1 0 0 0,-1 0 0 0 0,0 0 0 0 0,1 0 0 0 0,0 0 0 0 0,-1 0 0 0 0,1-1 0 0 0,0 0 0 0 0,6 2 0 0 0,-2-2 0 0 0,0 0 0 0 0,0-1 0 0 0,0 0 0 0 0,0 0 0 0 0,1 0 0 0 0,-1-1 0 0 0,14-3 0 0 0,-3-2 0 0 0,0 0 0 0 0,-1 0 0 0 0,0-2 0 0 0,0-1 0 0 0,0 0 0 0 0,16-12 0 0 0,-29 17 0 0 0,0 1 0 0 0,-1-1 0 0 0,1-1 0 0 0,-1 1 0 0 0,0 0 0 0 0,0-1 0 0 0,-1 0 0 0 0,1 0 0 0 0,-1 0 0 0 0,0-1 0 0 0,-1 1 0 0 0,1 0 0 0 0,-1-1 0 0 0,0 0 0 0 0,1-7 0 0 0,-3-1 0 0 0,0 13 0 0 0,0-4 0 0 0,-1 0 0 0 0,0 0 0 0 0,0 1 0 0 0,-1-1 0 0 0,1 1 0 0 0,-1-1 0 0 0,0 1 0 0 0,0 0 0 0 0,-1-1 0 0 0,1 1 0 0 0,-1 0 0 0 0,0 1 0 0 0,0-1 0 0 0,0 0 0 0 0,0 1 0 0 0,-1 0 0 0 0,-4-4 0 0 0,-9 1 0 0 0,16 6 0 0 0,1-1 0 0 0,-1 1 0 0 0,0-1 0 0 0,0 1 0 0 0,0-1 0 0 0,0 1 0 0 0,0 0 0 0 0,0-1 0 0 0,0 1 0 0 0,0 0 0 0 0,0 0 0 0 0,0 0 0 0 0,0 0 0 0 0,0 0 0 0 0,0 0 0 0 0,0 0 0 0 0,0 0 0 0 0,0 0 0 0 0,0 0 0 0 0,0 0 0 0 0,1 0 0 0 0,-1 1 0 0 0,0-1 0 0 0,0 1 0 0 0,0-1 0 0 0,0 0 0 0 0,-1 2 0 0 0,-9 5 0 0 0,0 0 0 0 0,6 0 0 0 0,6 4 0 0 0,11 7-250 0 0,-5-17-538 0 0,-2-1-326 0 0,2 4-7600 0 0,2-3 4139 0 0,-5-1 1347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4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1 232 0 0,'0'0'1976'0'0,"-19"30"11436"0"0,14-20-11110 0 0,-7 50 6202 0 0,16-32-5822 0 0,-2-25-8453 0 0,-1-11 5640 0 0,2-15-5751 0 0,-1 6-784 0 0,3 4 672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9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24 1928 0 0,'-1'-13'12987'0'0,"-3"4"-5606"0"0,-1 8-5799 0 0,-2 3-1075 0 0,0 1 0 0 0,1 1 0 0 0,-1-1 0 0 0,1 1 0 0 0,-1 1 0 0 0,1-1 1 0 0,0 1-1 0 0,1 0 0 0 0,-1 0 0 0 0,1 0 0 0 0,0 1 0 0 0,1 0 0 0 0,-5 7 1 0 0,8-11 93 0 0,20 20-52 0 0,-4-16-493 0 0,0-2 0 0 0,0 0 0 0 0,0 0 1 0 0,29 2-1 0 0,-32-6-20 0 0,0 1 0 0 0,1 1-1 0 0,-1 1 1 0 0,0-1 0 0 0,0 2 0 0 0,-1 0 0 0 0,1 0-1 0 0,-1 1 1 0 0,19 10 0 0 0,-30-14-36 0 0,2 0 0 0 0,0 0 0 0 0,-1 0 0 0 0,1 1 0 0 0,0-1 0 0 0,-1 1 0 0 0,1-1 0 0 0,-1 1 0 0 0,0-1 0 0 0,1 1 0 0 0,-1 0 0 0 0,0 0 0 0 0,0 0 0 0 0,0 0 0 0 0,0 0 0 0 0,-1 0 0 0 0,2 3 0 0 0,-2-2 0 0 0,0 0 0 0 0,0 0 0 0 0,-1 0 0 0 0,1 0 0 0 0,-1 0 0 0 0,0 0 0 0 0,0 0 0 0 0,0 0 0 0 0,0 0 0 0 0,0 0 0 0 0,0 0 0 0 0,-1 0 0 0 0,0-1 0 0 0,1 1 0 0 0,-1-1 0 0 0,0 1 0 0 0,0-1 0 0 0,0 0 0 0 0,-4 3 0 0 0,-1 0 0 0 0,0-1 0 0 0,0 0 0 0 0,0 0 0 0 0,-1 0 0 0 0,-9 2 0 0 0,-7 5 0 0 0,19-8 0 0 0,4-2 0 0 0,0 0 0 0 0,0 0 0 0 0,0-1 0 0 0,0 1 0 0 0,-1 0 0 0 0,1 0 0 0 0,0-1 0 0 0,-1 1 0 0 0,1-1 0 0 0,0 1 0 0 0,-1-1 0 0 0,1 0 0 0 0,0 1 0 0 0,-1-1 0 0 0,1 0 0 0 0,-1 0 0 0 0,1 0 0 0 0,-2 0 0 0 0,-16-1 0 0 0,6 0 0 0 0,-4-2 0 0 0,5-4 0 0 0,9-2 0 0 0,0-13-3107 0 0,3 20 1997 0 0,0 1-1 0 0,0-1 0 0 0,0 0 1 0 0,1 1-1 0 0,-1-1 0 0 0,0 0 1 0 0,1 1-1 0 0,-1-1 1 0 0,1 1-1 0 0,-1-1 0 0 0,1 1 1 0 0,0-1-1 0 0,0 1 0 0 0,1-3 1 0 0,0 1-716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4.32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23 2284 0 0,'0'0'17356'0'0,"-1"-10"-5588"0"0,7 14-11677 0 0,0-1 0 0 0,0 1 1 0 0,1-1-1 0 0,-1 0 1 0 0,1 0-1 0 0,0-1 1 0 0,0 0-1 0 0,0 0 1 0 0,0-1-1 0 0,0 0 1 0 0,1 0-1 0 0,-1-1 0 0 0,0 1 1 0 0,0-2-1 0 0,1 1 1 0 0,9-2-1 0 0,19-4-1038 0 0,69-20-1 0 0,-84 20 206 0 0,0 4 672 0 0,-15 2-2486 0 0,-20 14-9885 0 0,10-10 6669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4.8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105 19 1560 0 0,'0'0'22524'0'0,"-4"-4"-20906"0"0,-13-8-86 0 0,13 9 3589 0 0,2 7-4750 0 0,-11 24-365 0 0,1 1 0 0 0,2 0 1 0 0,1 1-1 0 0,1 0 0 0 0,1 0 1 0 0,-2 34-1 0 0,-1-7-9 0 0,16-10 3 0 0,1-38 0 0 0,5-8 0 0 0,-8-3 0 0 0,-1 0 0 0 0,0 0 0 0 0,0-1 0 0 0,0 1 0 0 0,0-1 0 0 0,0 0 0 0 0,0 0 0 0 0,-1 0 0 0 0,1 0 0 0 0,-1 0 0 0 0,0-1 0 0 0,0 1 0 0 0,0-1 0 0 0,0 1 0 0 0,-1-1 0 0 0,0 0 0 0 0,1 1 0 0 0,-1-1 0 0 0,-1 0 0 0 0,1 0 0 0 0,0-5 0 0 0,0 7-351 0 0,0-1 0 0 0,-1 1 0 0 0,1 0 0 0 0,-1-1 0 0 0,0 1 0 0 0,0-1 0 0 0,1 1 0 0 0,-1-1 0 0 0,-1 1 0 0 0,1 0 0 0 0,0-1-1 0 0,-1 1 1 0 0,1-1 0 0 0,-1 1 0 0 0,-1-4 0 0 0,0 1-914 0 0,0 3-1841 0 0,-6 1 2036 0 0,6 1-1637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5.4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88 2044 0 0,'-8'-6'24834'0'0,"40"-5"-23901"0"0,1 2 0 0 0,1 1 0 0 0,-1 2-1 0 0,57-4 1 0 0,14-2 292 0 0,-56 6-1225 0 0,-15 2 0 0 0,50-11 0 0 0,-104 22-3000 0 0,-47 22-12879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3.9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80 31 620 0 0,'0'-16'32122'0'0,"-10"24"-32116"0"0,0 1 0 0 0,0 1 0 0 0,1 0 0 0 0,-9 12 0 0 0,16-19-6 0 0,0 0 0 0 0,0 1-1 0 0,1-1 1 0 0,-1 1-1 0 0,1 0 1 0 0,0 0 0 0 0,0-1-1 0 0,-1 7 1 0 0,-2 12-2 0 0,3-18 2 0 0,0 0 0 0 0,0 0 0 0 0,0 1 0 0 0,0-1 0 0 0,1 0 0 0 0,0 1 0 0 0,0-1 0 0 0,0 1 0 0 0,1-1 0 0 0,-1 0 0 0 0,1 1 0 0 0,0-1 0 0 0,0 0 0 0 0,1 1 0 0 0,-1-1 0 0 0,1 0 0 0 0,0 0 0 0 0,0 0 0 0 0,0-1 0 0 0,5 8 0 0 0,-4-9 0 0 0,1 1 0 0 0,-1 0 0 0 0,0-1 0 0 0,0 0 0 0 0,1 0 0 0 0,0 0 0 0 0,-1 0 0 0 0,1 0 0 0 0,0-1 0 0 0,0 1 0 0 0,0-1 0 0 0,0 0 0 0 0,0 0 0 0 0,0-1 0 0 0,0 1 0 0 0,0-1 0 0 0,0 0 0 0 0,0 0 0 0 0,0 0 0 0 0,0-1 0 0 0,0 0 0 0 0,7-1 0 0 0,-3 0 0 0 0,-1-1 0 0 0,0 1 0 0 0,0-1 0 0 0,0-1 0 0 0,0 1 0 0 0,-1-1 0 0 0,1 0 0 0 0,-1-1 0 0 0,9-7 0 0 0,45-52 0 0 0,-54 55 0 0 0,-1 0 0 0 0,0-1 0 0 0,-1 0 0 0 0,6-18 0 0 0,-8 15 0 0 0,-2-4 0 0 0,-1 14 0 0 0,1 1 0 0 0,0 0 0 0 0,-1 0 0 0 0,1 0 0 0 0,-1 0 0 0 0,0 0 0 0 0,1 0 0 0 0,-1 0 0 0 0,0 0 0 0 0,0 0 0 0 0,-1 1 0 0 0,1-1 0 0 0,0 0 0 0 0,0 1 0 0 0,-1-1 0 0 0,1 1 0 0 0,-1-1 0 0 0,0 1 0 0 0,1-1 0 0 0,-1 1 0 0 0,0 0 0 0 0,0 0 0 0 0,-3-1 0 0 0,4 1 0 0 0,-13-3 0 0 0,6 3 0 0 0,-1 0 0 0 0,0 0 0 0 0,0 1 0 0 0,0 0 0 0 0,0 1 0 0 0,0 0 0 0 0,0 0 0 0 0,-17 5 0 0 0,17-2 0 0 0,-17 0 75 0 0,25-4-89 0 0,0 0-1 0 0,0 0 0 0 0,0 0 0 0 0,0 0 0 0 0,0 1 0 0 0,0-1 1 0 0,0 0-1 0 0,0 1 0 0 0,0-1 0 0 0,0 0 0 0 0,0 1 0 0 0,1-1 0 0 0,-1 1 1 0 0,0 0-1 0 0,0-1 0 0 0,1 1 0 0 0,-1 0 0 0 0,0-1 0 0 0,1 1 1 0 0,-1 0-1 0 0,0 0 0 0 0,1 0 0 0 0,-1-1 0 0 0,1 1 0 0 0,-1 0 1 0 0,1 2-1 0 0,0-3-165 0 0,-1 1 1 0 0,1-1 0 0 0,0 1-1 0 0,0-1 1 0 0,0 1 0 0 0,0-1-1 0 0,1 1 1 0 0,-1-1 0 0 0,0 1-1 0 0,0-1 1 0 0,0 1 0 0 0,0-1-1 0 0,0 1 1 0 0,1-1 0 0 0,-1 0-1 0 0,0 1 1 0 0,0-1 0 0 0,1 1-1 0 0,-1-1 1 0 0,0 1 0 0 0,1-1-1 0 0,-1 0 1 0 0,0 1 0 0 0,1-1-1 0 0,-1 0 1 0 0,0 1 0 0 0,1-1-1 0 0,-1 0 1 0 0,1 0 0 0 0,-1 0-1 0 0,1 1 1 0 0,0-1 0 0 0,12 8-12466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4.5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78 15 32 0 0,'-2'-10'12377'0'0,"-3"6"-4751"0"0,-11 6-1489 0 0,-9 13-4657 0 0,18-9 1531 0 0,-13 12-907 0 0,19-18-2104 0 0,1 0 0 0 0,0 0 0 0 0,0 0 0 0 0,0 0 0 0 0,0 1 0 0 0,0-1 0 0 0,0 0 0 0 0,-1 0 0 0 0,1 0 0 0 0,0 0 0 0 0,0 0 0 0 0,0 0 0 0 0,0 1 0 0 0,0-1 0 0 0,0 0 0 0 0,0 0 0 0 0,0 0 0 0 0,0 0 0 0 0,0 1 0 0 0,0-1 0 0 0,-1 0 0 0 0,1 0 0 0 0,0 0 0 0 0,0 0 0 0 0,0 1 0 0 0,0-1 0 0 0,0 0 0 0 0,0 0 0 0 0,1 0 0 0 0,-1 0 0 0 0,0 1 0 0 0,0-1 0 0 0,0 0 0 0 0,0 0 0 0 0,0 0 0 0 0,0 0 0 0 0,0 1 0 0 0,0-1 0 0 0,0 0 0 0 0,0 0 0 0 0,0 0 0 0 0,1 0 0 0 0,-1 0 0 0 0,0 0 0 0 0,0 1 0 0 0,0-1 0 0 0,20 4 0 0 0,8-4 0 0 0,55 3 0 0 0,-70-1 0 0 0,4 3 0 0 0,-13-3 0 0 0,8 6 0 0 0,-3 0 0 0 0,-6 2 0 0 0,0-2 0 0 0,-2-5 0 0 0,-1-1 0 0 0,1 1 0 0 0,-1 0 0 0 0,0-1 0 0 0,0 1 0 0 0,0 0 0 0 0,-1-1 0 0 0,1 1 0 0 0,-1 0 0 0 0,1-1 0 0 0,-1 1 0 0 0,0-1 0 0 0,0 1 0 0 0,0-1 0 0 0,0 1 0 0 0,0-1 0 0 0,-1 1 0 0 0,-2 3 0 0 0,1-2 0 0 0,-1 0 0 0 0,0 0 0 0 0,0-1 0 0 0,0 1 0 0 0,-1-1 0 0 0,1 0 0 0 0,-1 0 0 0 0,1 0 0 0 0,-8 2 0 0 0,5 0 0 0 0,-36 8 0 0 0,31-10 0 0 0,-1-2 0 0 0,-10-1 1 0 0,20-1-40 0 0,0 0-342 0 0,-1-10-9757 0 0,1-2-375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4.9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0 170 2048 0 0,'1'0'9237'0'0,"14"0"3750"0"0,0-2-12239 0 0,1-1 0 0 0,-2-1 0 0 0,1 0 0 0 0,0 0 0 0 0,19-10 0 0 0,71-39 3249 0 0,-101 51-3987 0 0,127-70-10 0 0,-120 66 0 0 0,2 0 0 0 0,-28 10-382 0 0,11-4 176 0 0,0 1 1 0 0,0 0-1 0 0,0 0 1 0 0,0 0-1 0 0,0 0 1 0 0,0 0-1 0 0,0 1 0 0 0,-4 2 1 0 0,-45 29-6827 0 0,20-8-3623 0 0,15-8 3432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7.2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77 924 0 0,'0'0'1620'0'0,"6"-9"919"0"0,-6 3 6282 0 0,-1 5-9069 0 0,-6-14 3196 0 0,6 14-2868 0 0,1 1 1 0 0,0 0-1 0 0,0 0 0 0 0,0-1 1 0 0,-1 1-1 0 0,1 0 1 0 0,0 0-1 0 0,0-1 0 0 0,0 1 1 0 0,0 0-1 0 0,0 0 1 0 0,0-1-1 0 0,0 1 1 0 0,-1 0-1 0 0,1 0 0 0 0,0-1 1 0 0,0 1-1 0 0,0 0 1 0 0,0-1-1 0 0,0 1 0 0 0,0 0 1 0 0,1-1-1 0 0,-1 1 1 0 0,0 0-1 0 0,0 0 1 0 0,0-1-1 0 0,0 1 0 0 0,0 0 1 0 0,0 0-1 0 0,0-1 1 0 0,0 1-1 0 0,1 0 0 0 0,-1 0 1 0 0,0-1-1 0 0,0 1 1 0 0,0 0-1 0 0,1 0 0 0 0,-1 0 1 0 0,0-1-1 0 0,0 1 1 0 0,1 0-1 0 0,-1 0 1 0 0,0 0-1 0 0,0 0 0 0 0,1 0 1 0 0,-1-1-1 0 0,-3-7 1445 0 0,-1 4 2527 0 0,4 3-4390 0 0,-7-6 2873 0 0,-26 6 2063 0 0,27 2-4597 0 0,-1 0 0 0 0,1 1 0 0 0,-1 0 0 0 0,1 0 0 0 0,-1 0 0 0 0,1 1 0 0 0,0 0 0 0 0,0 0 0 0 0,1 1 0 0 0,-1-1 0 0 0,0 1 0 0 0,1 0 0 0 0,0 1 0 0 0,-7 7 0 0 0,5-3-1 0 0,0 1-1 0 0,0 0 1 0 0,1 0-1 0 0,0 0 1 0 0,1 1-1 0 0,-5 11 1 0 0,8-17 0 0 0,0 0 0 0 0,1 0 0 0 0,-1 0 0 0 0,1 0 0 0 0,0 0 0 0 0,0 0 0 0 0,1 0 0 0 0,-1 0 0 0 0,1 0 0 0 0,1 0 0 0 0,-1 1 0 0 0,0-1 0 0 0,1 0 0 0 0,0 0 0 0 0,0 0 0 0 0,1 0 0 0 0,0 0 0 0 0,0 0 0 0 0,3 5 0 0 0,-3-6 0 0 0,1 0 0 0 0,0-1 0 0 0,0 0 0 0 0,0 1 0 0 0,0-1 0 0 0,1-1 0 0 0,-1 1 0 0 0,1 0 0 0 0,0-1 0 0 0,0 0 0 0 0,0 0 0 0 0,0 0 0 0 0,0 0 0 0 0,0-1 0 0 0,0 1 0 0 0,1-1 0 0 0,-1 0 0 0 0,0 0 0 0 0,1-1 0 0 0,-1 1 0 0 0,1-1 0 0 0,8-1 0 0 0,0 0 0 0 0,0-1 0 0 0,1 0 0 0 0,-1-1 0 0 0,0-1 0 0 0,0 0 0 0 0,-1-1 0 0 0,1 0 0 0 0,13-8 0 0 0,8-7 0 0 0,48-36 0 0 0,-79 54 0 0 0,0-1 0 0 0,0 1 0 0 0,0-1 0 0 0,0 0 0 0 0,0 1 0 0 0,-1-1 0 0 0,0-1 0 0 0,1 1 0 0 0,-1 0 0 0 0,0 0 0 0 0,-1-1 0 0 0,1 1 0 0 0,-1-1 0 0 0,1 0 0 0 0,-1 1 0 0 0,0-1 0 0 0,0 0 0 0 0,-1 0 0 0 0,1 0 0 0 0,-1 0 0 0 0,0 1 0 0 0,0-1 0 0 0,0 0 0 0 0,-1 0 0 0 0,1 0 0 0 0,-1 0 0 0 0,0 0 0 0 0,0 1 0 0 0,0-1 0 0 0,0 0 0 0 0,-1 1 0 0 0,0-1 0 0 0,1 1 0 0 0,-1-1 0 0 0,-1 1 0 0 0,1 0 0 0 0,-5-6 0 0 0,3 5 0 0 0,1 0 0 0 0,-1 1 0 0 0,1-1 0 0 0,-1 1 0 0 0,0 0 0 0 0,-1 0 0 0 0,1 0 0 0 0,0 0 0 0 0,-1 1 0 0 0,0-1 0 0 0,1 1 0 0 0,-1 0 0 0 0,0 1 0 0 0,0-1 0 0 0,0 1 0 0 0,0 0 0 0 0,0 1 0 0 0,-1-1 0 0 0,1 1 0 0 0,0 0 0 0 0,0 0 0 0 0,0 0 0 0 0,-9 2 0 0 0,8-1 0 0 0,0 1 0 0 0,0-1 0 0 0,0 1 0 0 0,1 0 0 0 0,-1 1 0 0 0,1-1 0 0 0,-1 1 0 0 0,1 0 0 0 0,0 0 0 0 0,0 1 0 0 0,0-1 0 0 0,0 1 0 0 0,1 0 0 0 0,0 1 0 0 0,-1-1 0 0 0,2 1 0 0 0,-1 0 0 0 0,0 0 0 0 0,-2 6 0 0 0,4-5-106 0 0,1-1 0 0 0,0 1 0 0 0,0-1 0 0 0,0 1 0 0 0,1-1 0 0 0,0 1 0 0 0,0 0 0 0 0,1-1 0 0 0,-1 1 0 0 0,1 0 0 0 0,0-1 0 0 0,1 1 0 0 0,-1-1 0 0 0,3 6 0 0 0,6-4-2348 0 0,8 4-13170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7.5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2336 0 0,'0'0'15010'0'0,"2"0"-11933"0"0,16 4 8843 0 0,-18 6-11555 0 0,5 0-306 0 0,1-3-127 0 0,-5-5-405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2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117 57 1152 0 0,'-1'-14'13514'0'0,"-1"4"-4678"0"0,-5 1-1096 0 0,5 9-7672 0 0,-1 1 0 0 0,1-1 0 0 0,-1 1 0 0 0,1 0 0 0 0,0 0 0 0 0,-1 0 0 0 0,1 0 0 0 0,0 0 0 0 0,0 1 0 0 0,0-1 0 0 0,-3 3 0 0 0,1-1 526 0 0,-2 1-589 0 0,0 1 0 0 0,1-1 0 0 0,-1 1 1 0 0,1 1-1 0 0,0-1 0 0 0,1 1 0 0 0,-1 0 1 0 0,1 0-1 0 0,0 0 0 0 0,1 0 0 0 0,-1 1 1 0 0,1 0-1 0 0,1-1 0 0 0,-1 1 0 0 0,1 0 1 0 0,0 0-1 0 0,1 1 0 0 0,0-1 0 0 0,0 0 1 0 0,0 0-1 0 0,1 9 0 0 0,1-14-5 0 0,-1 0 0 0 0,1 0 0 0 0,0 0 0 0 0,-1 1 0 0 0,1-1 0 0 0,0 0 0 0 0,0 0 0 0 0,0 0 0 0 0,1 0 0 0 0,-1 0 0 0 0,0-1 0 0 0,1 1 0 0 0,-1 0 0 0 0,1-1 0 0 0,0 1 0 0 0,0 0 0 0 0,-1-1 0 0 0,1 0 0 0 0,0 0 0 0 0,4 2 0 0 0,-2-1 0 0 0,1 0 0 0 0,0-1 0 0 0,0 0 0 0 0,0 0 0 0 0,0 0 0 0 0,0 0 0 0 0,0-1 0 0 0,0 0 0 0 0,6-1 0 0 0,5 0 0 0 0,0-2 0 0 0,-1 0 0 0 0,0-1 0 0 0,1 0 0 0 0,19-9 0 0 0,-16 4 0 0 0,0 0 0 0 0,0-1 0 0 0,28-20 0 0 0,-42 27 0 0 0,-1 0 0 0 0,0-1 0 0 0,0 1 0 0 0,0-1 0 0 0,-1 0 0 0 0,1 0 0 0 0,-1-1 0 0 0,0 1 0 0 0,0-1 0 0 0,0 1 0 0 0,0-1 0 0 0,-1 0 0 0 0,0 0 0 0 0,0 0 0 0 0,0 0 0 0 0,-1 0 0 0 0,0-1 0 0 0,0 1 0 0 0,0-8 0 0 0,-1 11 0 0 0,0 0 0 0 0,0 0 0 0 0,0 0 0 0 0,-1 0 0 0 0,1 0 0 0 0,0 1 0 0 0,-1-1 0 0 0,0 0 0 0 0,0 0 0 0 0,1 0 0 0 0,-1 0 0 0 0,0 1 0 0 0,0-1 0 0 0,-1 0 0 0 0,1 1 0 0 0,0-1 0 0 0,-1 1 0 0 0,1-1 0 0 0,0 1 0 0 0,-1 0 0 0 0,0 0 0 0 0,1 0 0 0 0,-1-1 0 0 0,0 1 0 0 0,1 1 0 0 0,-1-1 0 0 0,0 0 0 0 0,0 0 0 0 0,0 1 0 0 0,-2-1 0 0 0,-2-1 0 0 0,0 1 0 0 0,0 0 0 0 0,-1 1 0 0 0,1 0 0 0 0,0-1 0 0 0,-12 3 0 0 0,4 0 3 0 0,7-2-9 0 0,0 1 1 0 0,0 1-1 0 0,0-1 0 0 0,1 1 0 0 0,-1 1 0 0 0,0-1 0 0 0,1 1 0 0 0,-1 0 0 0 0,1 0 1 0 0,0 1-1 0 0,0 0 0 0 0,0 0 0 0 0,1 1 0 0 0,-1-1 0 0 0,-7 9 0 0 0,13-12-73 0 0,0-1 0 0 0,0 0 0 0 0,-1 1 0 0 0,1-1 0 0 0,0 0 0 0 0,0 0 0 0 0,0 1 0 0 0,0-1 0 0 0,0 0 0 0 0,0 1 0 0 0,0-1 0 0 0,0 0 0 0 0,0 1 0 0 0,-1-1 0 0 0,1 0 0 0 0,1 1 0 0 0,-1-1 1 0 0,0 0-1 0 0,0 1 0 0 0,0-1 0 0 0,0 0 0 0 0,0 1 0 0 0,0-1 0 0 0,0 0 0 0 0,0 1 0 0 0,0-1 0 0 0,1 0 0 0 0,-1 1 0 0 0,0-1 0 0 0,0 0 0 0 0,0 0 0 0 0,1 1 0 0 0,-1-1 0 0 0,0 0 0 0 0,0 0 0 0 0,1 0 0 0 0,-1 1 0 0 0,0-1 0 0 0,0 0 0 0 0,1 0 0 0 0,-1 0 0 0 0,0 0 0 0 0,1 1 0 0 0,-1-1 0 0 0,0 0 0 0 0,1 0 0 0 0,0 0 0 0 0,15 7-11606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4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60 7 1852 0 0,'0'0'15454'0'0,"-9"-7"-12700"0"0,3 10 4632 0 0,0 3-6888 0 0,1-2 76 0 0,1 0 0 0 0,-1 1 0 0 0,1 0 0 0 0,0 0 0 0 0,1 0 0 0 0,-1 0 0 0 0,-3 7 0 0 0,4 1-368 0 0,3 1-181 0 0,5 0-25 0 0,-5-13 0 0 0,1 0 0 0 0,0 0 0 0 0,0 0 0 0 0,0 0 0 0 0,0 0 0 0 0,0 0 0 0 0,0 0 0 0 0,0 0 0 0 0,0 0 0 0 0,0 0 0 0 0,1 0 0 0 0,-1-1 0 0 0,0 1 0 0 0,1 0 0 0 0,-1-1 0 0 0,0 1 0 0 0,1-1 0 0 0,-1 0 0 0 0,0 1 0 0 0,1-1 0 0 0,-1 0 0 0 0,1 0 0 0 0,-1 0 0 0 0,1 0 0 0 0,-1 0 0 0 0,1 0 0 0 0,-1 0 0 0 0,0 0 0 0 0,1-1 0 0 0,1 0 0 0 0,-1 1 0 0 0,48-4 0 0 0,53 0 0 0 0,-94 4 0 0 0,1 1 0 0 0,-1 0 0 0 0,0 1 0 0 0,1 0 0 0 0,-1 1 0 0 0,0 0 0 0 0,-1 0 0 0 0,16 8 0 0 0,-12-4 0 0 0,0 1 0 0 0,0-1 0 0 0,-1 2 0 0 0,0 0 0 0 0,-1 0 0 0 0,14 16 0 0 0,-21-22 0 0 0,-1-1 0 0 0,0 1 0 0 0,0 0 0 0 0,0 0 0 0 0,-1 0 0 0 0,1 0 0 0 0,-1 0 0 0 0,1 0 0 0 0,-1 1 0 0 0,0-1 0 0 0,0 0 0 0 0,-1 1 0 0 0,1-1 0 0 0,-1 0 0 0 0,1 1 0 0 0,-1-1 0 0 0,0 1 0 0 0,-1-1 0 0 0,1 1 0 0 0,0-1 0 0 0,-1 0 0 0 0,0 1 0 0 0,0-1 0 0 0,0 0 0 0 0,0 1 0 0 0,0-1 0 0 0,-1 0 0 0 0,0 0 0 0 0,1 0 0 0 0,-1 0 0 0 0,0 0 0 0 0,-4 4 0 0 0,-4 5 0 0 0,7-7 0 0 0,-1 0 0 0 0,1-1 0 0 0,-1 1 0 0 0,0-1 0 0 0,0 0 0 0 0,0 0 0 0 0,-1 0 0 0 0,1-1 0 0 0,-1 1 0 0 0,0-1 0 0 0,0-1 0 0 0,0 1 0 0 0,0 0 0 0 0,-1-1 0 0 0,1 0 0 0 0,-8 1 0 0 0,9-2-428 0 0,1-1-1 0 0,-1 1 1 0 0,1-1-1 0 0,-1 0 1 0 0,1-1-1 0 0,-1 1 1 0 0,1-1 0 0 0,-1 1-1 0 0,-5-3 1 0 0,5 1-837 0 0,0 0 1 0 0,0 0-1 0 0,1 0 1 0 0,-1-1-1 0 0,1 0 1 0 0,0 1-1 0 0,0-1 1 0 0,0 0-1 0 0,0 0 0 0 0,0-1 1 0 0,1 1-1 0 0,-1-1 1 0 0,1 1-1 0 0,-3-7 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8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0 207 1012 0 0,'2'-5'1708'0'0,"-1"0"0"0"0,0 1 0 0 0,1-1-1 0 0,0 1 1 0 0,0-1 0 0 0,1 1 0 0 0,-1 0 0 0 0,1-1 0 0 0,0 1 0 0 0,0 1-1 0 0,7-8 1 0 0,-6 8-1197 0 0,0 1-1 0 0,0-1 1 0 0,1 1-1 0 0,-1 0 1 0 0,1 1-1 0 0,-1-1 0 0 0,1 1 1 0 0,6-2-1 0 0,11-1-313 0 0,46-10 1960 0 0,0-3-1 0 0,90-36 1 0 0,-146 49-2157 0 0,-5-1 0 0 0,-1-5 0 0 0,-6 10 1 0 0,0-1 0 0 0,1 1-1 0 0,-1-1 1 0 0,0 1 0 0 0,0 0 0 0 0,0-1-1 0 0,1 1 1 0 0,-1 0 0 0 0,0-1 0 0 0,0 1 0 0 0,0-1-1 0 0,0 1 1 0 0,0-1 0 0 0,0 1 0 0 0,0 0-1 0 0,0-1 1 0 0,0 1 0 0 0,0-1 0 0 0,0 1 0 0 0,0-1-1 0 0,0 1 1 0 0,0-1 0 0 0,0 1 0 0 0,0 0-1 0 0,0-1 1 0 0,0 1 0 0 0,-1-1 0 0 0,1 1 0 0 0,0 0-1 0 0,0-1 1 0 0,-1 1 0 0 0,1 0 0 0 0,0-1-1 0 0,0 1 1 0 0,-1 0 0 0 0,1-1 0 0 0,0 1 0 0 0,-1 0-1 0 0,1 0 1 0 0,0-1 0 0 0,-1 1 0 0 0,1 0-1 0 0,-1 0 1 0 0,1 0 0 0 0,-1-1 0 0 0,-11-2-180 0 0,-20 2-3396 0 0,-1 7-9241 0 0,32-6 12514 0 0,-27 7-8652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5.01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210 33 284 0 0,'-4'-10'32456'0'0,"-15"23"-32429"0"0,19-13-27 0 0,0 1 0 0 0,0-1 0 0 0,0 0 0 0 0,-1 0 0 0 0,1 1 0 0 0,0-1 0 0 0,0 0 0 0 0,-1 0 0 0 0,1 1 0 0 0,0-1 0 0 0,0 0 0 0 0,-1 0 0 0 0,1 0 0 0 0,0 0 0 0 0,-1 1 0 0 0,1-1 0 0 0,0 0 0 0 0,0 0 0 0 0,-1 0 0 0 0,1 0 0 0 0,0 0 0 0 0,-1 0 0 0 0,1 0 0 0 0,0 0 0 0 0,-1 0 0 0 0,1 0 0 0 0,0 0 0 0 0,-1 0 0 0 0,1 0 0 0 0,0 0 0 0 0,-1 0 0 0 0,1 0 0 0 0,0 0 0 0 0,-1-1 0 0 0,1 1 0 0 0,0 0 0 0 0,-1 0 0 0 0,1-20 0 0 0,-4 7 0 0 0,-8 8 0 0 0,9 5 0 0 0,0-1 0 0 0,0 1 0 0 0,0 0 0 0 0,0 0 0 0 0,0 0 0 0 0,0 1 0 0 0,0-1 0 0 0,0 1 0 0 0,0-1 0 0 0,0 1 0 0 0,0 0 0 0 0,0 0 0 0 0,0 0 0 0 0,0 1 0 0 0,-4 2 0 0 0,-2 2 0 0 0,0-2 0 0 0,1 1 0 0 0,0 0 0 0 0,0 0 0 0 0,0 1 0 0 0,1 0 0 0 0,-1 0 0 0 0,2 1 0 0 0,-1 0 0 0 0,1 0 0 0 0,0 1 0 0 0,-7 11 0 0 0,9-10 0 0 0,5 3 0 0 0,8 0 0 0 0,-6-9 0 0 0,0-1 0 0 0,0-1 0 0 0,0 1 0 0 0,0 0 0 0 0,0-1 0 0 0,0 0 0 0 0,1 1 0 0 0,-1-1 0 0 0,1-1 0 0 0,-1 1 0 0 0,1 0 0 0 0,-1-1 0 0 0,1 0 0 0 0,-1 0 0 0 0,7 0 0 0 0,-7 0 0 0 0,4 0 0 0 0,0 0 0 0 0,0 0 0 0 0,0 1 0 0 0,0 0 0 0 0,-1 0 0 0 0,1 1 0 0 0,0 0 0 0 0,-1 0 0 0 0,1 1 0 0 0,-1 0 0 0 0,0 0 0 0 0,1 0 0 0 0,-2 1 0 0 0,1 0 0 0 0,0 0 0 0 0,-1 0 0 0 0,0 1 0 0 0,0 0 0 0 0,0 0 0 0 0,0 0 0 0 0,-1 1 0 0 0,5 7 0 0 0,-4-5 0 0 0,-1 1 0 0 0,0-1 0 0 0,-1 1 0 0 0,0 0 0 0 0,0-1 0 0 0,-1 1 0 0 0,2 15 0 0 0,5 16 0 0 0,-7-28 0 0 0,-4 5 0 0 0,-2-1 0 0 0,2-3 0 0 0,-4-3 0 0 0,-6-6 0 0 0,10-3 0 0 0,1-1 0 0 0,-1 1 0 0 0,0-1 0 0 0,0 0 0 0 0,0 0 0 0 0,1 0 0 0 0,-1 0 0 0 0,0 0 0 0 0,0 0 0 0 0,0 0 0 0 0,1-1 0 0 0,-1 1 0 0 0,0 0 0 0 0,0-1 0 0 0,1 0 0 0 0,-1 1 0 0 0,0-1 0 0 0,-2-2 0 0 0,-2 0 0 0 0,-2 0 0 0 0,0-1 0 0 0,0 1 0 0 0,0-1 0 0 0,0-1 0 0 0,1 1 0 0 0,-1-1 0 0 0,1-1 0 0 0,-11-10 0 0 0,-39-29 0 0 0,45 37 0 0 0,4-1 0 0 0,7 2 0 0 0,11 2-269 0 0,-7 4-1671 0 0,-15-17-21805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8.2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76 5 2036 0 0,'-1'-1'10182'0'0,"-13"-2"7899"0"0,14 2-18060 0 0,-1 1 0 0 0,0 0 1 0 0,1 0-1 0 0,-1 1 0 0 0,1-1 1 0 0,-1 0-1 0 0,1 0 0 0 0,-1 0 0 0 0,1 0 1 0 0,-1 0-1 0 0,1 1 0 0 0,-1-1 1 0 0,1 0-1 0 0,-1 0 0 0 0,1 1 1 0 0,-1-1-1 0 0,1 0 0 0 0,-1 1 0 0 0,1-1 1 0 0,-1 1-1 0 0,1-1 0 0 0,0 0 1 0 0,-1 1-1 0 0,1-1 0 0 0,0 1 1 0 0,0-1-1 0 0,-1 2 0 0 0,-10 24 631 0 0,-3 44 390 0 0,9-44-864 0 0,1 0-178 0 0,0 0 0 0 0,2 1 0 0 0,1 45 0 0 0,1-67 0 0 0,-1-1 0 0 0,9 23 0 0 0,-3-18 0 0 0,-4-8 0 0 0,-1-1 0 0 0,0 0 0 0 0,0-1 0 0 0,0 1 0 0 0,0 0 0 0 0,0 0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 0 0 0 0,0 1 0 0 0,0-1 0 0 0,1 0 0 0 0,-1 0 0 0 0,0 0 0 0 0,0 0 0 0 0,0 0 0 0 0,0 0 0 0 0,0 0 0 0 0,0 0 0 0 0,0 0 0 0 0,0 0 0 0 0,0 1 0 0 0,0-1 0 0 0,0 0 0 0 0,0 0 0 0 0,0 0 0 0 0,4-35 19 0 0,-7 12-117 0 0,1 9-562 0 0,2 12-581 0 0,-1 0-1 0 0,1 1 1 0 0,-1-1-1 0 0,1 0 1 0 0,-1 0-1 0 0,0 1 1 0 0,0-1-1 0 0,0 0 1 0 0,0 1-1 0 0,0-1 1 0 0,0 1-1 0 0,0-1 1 0 0,0 1-1 0 0,-3-2 1 0 0,-4-2-6296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8.5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18 276 0 0,'-9'-18'30455'0'0,"13"22"-30396"0"0,0 0-1 0 0,0-1 0 0 0,0 1 0 0 0,0-1 0 0 0,0 0 0 0 0,1 0 0 0 0,-1 0 1 0 0,1-1-1 0 0,0 0 0 0 0,0 0 0 0 0,0 0 0 0 0,0 0 0 0 0,0-1 0 0 0,0 1 1 0 0,1-2-1 0 0,-1 1 0 0 0,7 0 0 0 0,18 0 228 0 0,-1-2 0 0 0,36-4 0 0 0,-5 0-155 0 0,-46 4-131 0 0,7-4-187 0 0,-20 2-502 0 0,-1 2 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0.1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135 169 640 0 0,'0'-1'14151'0'0,"-10"-3"-2390"0"0,6 8-11532 0 0,1 1 0 0 0,-1 0-1 0 0,1 0 1 0 0,1 0-1 0 0,-1 0 1 0 0,0 1 0 0 0,1-1-1 0 0,0 1 1 0 0,-2 10-1 0 0,-7 62 2752 0 0,5-25-2031 0 0,5-7-949 0 0,3 2 0 0 0,-1-32 0 0 0,2-2 0 0 0,-2-2 0 0 0,-1-12 0 0 0,0 0 0 0 0,0 0 0 0 0,0 0 0 0 0,0 1 0 0 0,0-1 0 0 0,0 0 0 0 0,0 0 0 0 0,0 0 0 0 0,0 0 0 0 0,0 1 0 0 0,0-1 0 0 0,0 0 0 0 0,0 0 0 0 0,0 0 0 0 0,0 0 0 0 0,0 1 0 0 0,0-1 0 0 0,0 0 0 0 0,0 0 0 0 0,0 0 0 0 0,0 0 0 0 0,0 1 0 0 0,0-1 0 0 0,0 0 0 0 0,0 0 0 0 0,0 0 0 0 0,-1 0 0 0 0,1 0 0 0 0,0 1 0 0 0,0-1 0 0 0,0 0 0 0 0,0 0 0 0 0,0 0 0 0 0,0 0 0 0 0,-1 0 0 0 0,1 0 0 0 0,0 0 0 0 0,0 0 0 0 0,0 0 0 0 0,0 0 0 0 0,-1 0 0 0 0,1 1 0 0 0,0-1 0 0 0,0 0 0 0 0,0 0 0 0 0,0 0 0 0 0,-1 0 0 0 0,1 0 0 0 0,0 0 0 0 0,0 0 0 0 0,0 0 0 0 0,0-1 0 0 0,-1 1 0 0 0,-20-10 0 0 0,17 7 0 0 0,0 1 0 0 0,1-1 0 0 0,0 0 0 0 0,0 0 0 0 0,0 0 0 0 0,0 0 0 0 0,0-1 0 0 0,1 1 0 0 0,-1-1 0 0 0,1 1 0 0 0,0-1 0 0 0,0 0 0 0 0,0 0 0 0 0,1 0 0 0 0,-1 0 0 0 0,1 0 0 0 0,0 0 0 0 0,0-1 0 0 0,1 1 0 0 0,-1 0 0 0 0,1-8 0 0 0,-3-5 0 0 0,0-2 0 0 0,0 1 0 0 0,2-1 0 0 0,0 0 0 0 0,0 0 0 0 0,2 0 0 0 0,1 0 0 0 0,0 1 0 0 0,9-36 0 0 0,-8 44 0 0 0,1 0 0 0 0,0-1 0 0 0,1 2 0 0 0,0-1 0 0 0,0 0 0 0 0,1 1 0 0 0,0 0 0 0 0,1 0 0 0 0,0 1 0 0 0,0 0 0 0 0,1 0 0 0 0,0 1 0 0 0,1 0 0 0 0,-1 0 0 0 0,1 1 0 0 0,0 0 0 0 0,1 0 0 0 0,0 1 0 0 0,0 1 0 0 0,0 0 0 0 0,0 0 0 0 0,0 1 0 0 0,1 0 0 0 0,19-3 0 0 0,-24 6 0 0 0,1-1 0 0 0,-1 1 0 0 0,1 0 0 0 0,0 1 0 0 0,-1-1 0 0 0,1 2 0 0 0,-1-1 0 0 0,0 0 0 0 0,1 1 0 0 0,-1 1 0 0 0,0-1 0 0 0,0 1 0 0 0,0 0 0 0 0,9 6 0 0 0,-13-8 0 0 0,0 1 0 0 0,-1-1 0 0 0,1 1 0 0 0,0 0 0 0 0,-1 0 0 0 0,1-1 0 0 0,-1 1 0 0 0,1 0 0 0 0,-1 1 0 0 0,0-1 0 0 0,0 0 0 0 0,0 0 0 0 0,0 0 0 0 0,0 1 0 0 0,-1-1 0 0 0,1 0 0 0 0,0 3 0 0 0,-1-1 0 0 0,-1-1 0 0 0,1 0 0 0 0,0 1 0 0 0,-1-1 0 0 0,0 0 0 0 0,0 0 0 0 0,0 0 0 0 0,0 1 0 0 0,0-1 0 0 0,0 0 0 0 0,-1 0 0 0 0,0 0 0 0 0,1-1 0 0 0,-1 1 0 0 0,-4 4 0 0 0,-61 63 0 0 0,31-34 0 0 0,-53 48 0 0 0,83-76 0 0 0,-1 1 0 0 0,3 2 0 0 0,3 0 0 0 0,0 3 0 0 0,-4-3 0 0 0,4 0 0 0 0,1-6 0 0 0,0-1 0 0 0,1 0 0 0 0,-1 0 0 0 0,1 0 0 0 0,0 1 0 0 0,1-1 0 0 0,-1 0 0 0 0,1 0 0 0 0,0 0 0 0 0,0-1 0 0 0,0 1 0 0 0,0 0 0 0 0,0-1 0 0 0,1 1 0 0 0,0-1 0 0 0,0 0 0 0 0,0 0 0 0 0,0 0 0 0 0,6 5 0 0 0,3-1 0 0 0,0 0 0 0 0,0 0 0 0 0,0-1 0 0 0,15 6 0 0 0,-15-8 0 0 0,37 13 0 0 0,45 9 0 0 0,-87-23 0 0 0,5 0 0 0 0,0-2 0 0 0,-6-7-107 0 0,-5 4-473 0 0,1-1-3379 0 0,1-1 5638 0 0,-2 2-3619 0 0,-19-11-21068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2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18 160 2188 0 0,'0'0'17989'0'0,"-6"-10"-17207"0"0,-2 9 7271 0 0,7 8-7880 0 0,0-1 1 0 0,0 0-1 0 0,1 1 1 0 0,-1-1-1 0 0,1 1 0 0 0,1-1 1 0 0,-1 0-1 0 0,1 1 0 0 0,0-1 1 0 0,1 0-1 0 0,3 11 1 0 0,-4-14-117 0 0,1 0 1 0 0,-1-1 0 0 0,1 1-1 0 0,0 0 1 0 0,0-1 0 0 0,0 0 0 0 0,0 1-1 0 0,0-1 1 0 0,0 0 0 0 0,0 0 0 0 0,1 0-1 0 0,-1 0 1 0 0,1 0 0 0 0,0-1 0 0 0,-1 1-1 0 0,1-1 1 0 0,0 0 0 0 0,0 0 0 0 0,0 0-1 0 0,0 0 1 0 0,0 0 0 0 0,0-1 0 0 0,0 1-1 0 0,0-1 1 0 0,0 0 0 0 0,0 0 0 0 0,0 0-1 0 0,4 0 1 0 0,7-2-58 0 0,0 0 0 0 0,0-1 0 0 0,0 0 0 0 0,-1-1 0 0 0,1-1 0 0 0,-1 0 0 0 0,0-1 0 0 0,0 0 0 0 0,-1-1 0 0 0,22-16 0 0 0,-24 17 0 0 0,-1-1 0 0 0,-1-1 0 0 0,1 0 0 0 0,-1 0 0 0 0,-1 0 0 0 0,0-1 0 0 0,0 0 0 0 0,0-1 0 0 0,-1 1 0 0 0,-1-1 0 0 0,1-1 0 0 0,-2 1 0 0 0,7-22 0 0 0,-10 29 0 0 0,0 1 0 0 0,0 0 0 0 0,-1-1 0 0 0,1 1 0 0 0,-1-1 0 0 0,0 1 0 0 0,0-1 0 0 0,0 0 0 0 0,0 1 0 0 0,0-1 0 0 0,-1 1 0 0 0,1-1 0 0 0,-1 1 0 0 0,1 0 0 0 0,-1-1 0 0 0,0 1 0 0 0,0-1 0 0 0,0 1 0 0 0,0 0 0 0 0,-3-3 0 0 0,3 3 0 0 0,-1 1 0 0 0,0-1 0 0 0,0 1 0 0 0,0 0 0 0 0,0 0 0 0 0,0 0 0 0 0,0 0 0 0 0,0 0 0 0 0,0 1 0 0 0,0-1 0 0 0,-1 0 0 0 0,1 1 0 0 0,0 0 0 0 0,0-1 0 0 0,-1 1 0 0 0,1 0 0 0 0,-4 1 0 0 0,-3 0 0 0 0,0 0 0 0 0,1 0 0 0 0,-1 1 0 0 0,0 1 0 0 0,1 0 0 0 0,-1 0 0 0 0,1 0 0 0 0,-9 6 0 0 0,8-3 0 0 0,1 0 0 0 0,0 0 0 0 0,1 1 0 0 0,0 0 0 0 0,0 1 0 0 0,0-1 0 0 0,1 1 0 0 0,0 1 0 0 0,0-1 0 0 0,1 1 0 0 0,0 0 0 0 0,1 0 0 0 0,-6 15 0 0 0,8-18 0 0 0,1 0 0 0 0,-1 1 0 0 0,1-1 0 0 0,1 0 0 0 0,-1 1 0 0 0,1-1 0 0 0,0 1 0 0 0,0-1 0 0 0,1 1 0 0 0,-1-1 0 0 0,2 0 0 0 0,-1 0 0 0 0,1 1 0 0 0,0-1 0 0 0,0 0 0 0 0,0 0 0 0 0,1 0 0 0 0,0-1 0 0 0,0 1 0 0 0,1-1 0 0 0,0 0 0 0 0,5 7 0 0 0,20 17 0 0 0,1 0 0 0 0,63 43 0 0 0,-40-32 0 0 0,-39-29 0 0 0,0 1 0 0 0,0 1 0 0 0,-1 0 0 0 0,-1 1 0 0 0,0 0 0 0 0,-1 1 0 0 0,0 1 0 0 0,12 23 0 0 0,-19-29 0 0 0,1 0 0 0 0,-1 0 0 0 0,-1 1 0 0 0,0-1 0 0 0,0 1 0 0 0,-1 0 0 0 0,-1 0 0 0 0,0 0 0 0 0,0 0 0 0 0,-1 0 0 0 0,0 0 0 0 0,-1 0 0 0 0,0 0 0 0 0,-1 0 0 0 0,-5 16 0 0 0,0-7 0 0 0,-1 0 0 0 0,-1 0 0 0 0,-1-1 0 0 0,-1-1 0 0 0,-1 1 0 0 0,0-2 0 0 0,-1 0 0 0 0,-21 21 0 0 0,29-34 0 0 0,1 0 0 0 0,-1 0 0 0 0,0-1 0 0 0,-1 1 0 0 0,1-1 0 0 0,-1 0 0 0 0,1-1 0 0 0,-1 1 0 0 0,0-1 0 0 0,0 0 0 0 0,0-1 0 0 0,0 1 0 0 0,0-1 0 0 0,0-1 0 0 0,-1 1 0 0 0,1-1 0 0 0,0 0 0 0 0,0 0 0 0 0,-1-1 0 0 0,-9-1 0 0 0,7 0 0 0 0,0 0 0 0 0,0 0 0 0 0,0-1 0 0 0,0 0 0 0 0,0 0 0 0 0,1-1 0 0 0,-1 0 0 0 0,1 0 0 0 0,0-1 0 0 0,0-1 0 0 0,1 1 0 0 0,-14-13 0 0 0,16 10 0 0 0,-2-3 0 0 0,2-2 0 0 0,11-2 0 0 0,-1 7 0 0 0,0-1 0 0 0,1 1 0 0 0,0 1 0 0 0,0-1 0 0 0,1 1 0 0 0,0 0 0 0 0,0 0 0 0 0,1 1 0 0 0,-1 0 0 0 0,12-6 0 0 0,27-23 0 0 0,-39 32-3085 0 0,12-1-12996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5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1 624 0 0,'0'0'14213'0'0,"-3"4"-12044"0"0,0 2-1620 0 0,0-1 0 0 0,0 0 0 0 0,1 1-1 0 0,0 0 1 0 0,0-1 0 0 0,0 1 0 0 0,1 0 0 0 0,-1 0 0 0 0,1 0 0 0 0,0 6 0 0 0,1 78 7509 0 0,1-38-6393 0 0,0-39-1665 0 0,3 0 0 0 0,-4-13 0 0 0,0 0 0 0 0,0 1 0 0 0,0-1 0 0 0,0 0 0 0 0,0 0 0 0 0,1 0 0 0 0,-1 1 0 0 0,0-1 0 0 0,0 0 0 0 0,0 0 0 0 0,0 0 0 0 0,0 1 0 0 0,0-1 0 0 0,1 0 0 0 0,-1 0 0 0 0,0 0 0 0 0,0 0 0 0 0,0 0 0 0 0,0 1 0 0 0,1-1 0 0 0,-1 0 0 0 0,0 0 0 0 0,0 0 0 0 0,0 0 0 0 0,1 0 0 0 0,-1 0 0 0 0,0 0 0 0 0,0 0 0 0 0,1 0 0 0 0,-1 0 0 0 0,0 0 0 0 0,0 0 0 0 0,0 0 0 0 0,1 0 0 0 0,-1 0 0 0 0,0 0 0 0 0,0 0 0 0 0,1 0 0 0 0,-1 0 0 0 0,0 0 0 0 0,0 0 0 0 0,0 0 0 0 0,1 0 0 0 0,-1 0 0 0 0,0-1 0 0 0,0 1 0 0 0,1 0 0 0 0,0-1-279 0 0,0-1 0 0 0,0 1 0 0 0,0 0 0 0 0,0-1 0 0 0,0 1 0 0 0,0-1 0 0 0,0 0 0 0 0,0 1 1 0 0,-1-1-1 0 0,1 0 0 0 0,0 1 0 0 0,-1-1 0 0 0,1-2 0 0 0,2-46-12201 0 0,-3 47 11740 0 0,0-22-8053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9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8 1088 0 0,'-1'0'7044'0'0,"-1"9"5065"0"0,4-6-11843 0 0,0 0-1 0 0,0 0 1 0 0,1-1-1 0 0,-1 1 1 0 0,1 0 0 0 0,0-1-1 0 0,0 0 1 0 0,0 0-1 0 0,0 0 1 0 0,0 0-1 0 0,0 0 1 0 0,0 0 0 0 0,1-1-1 0 0,-1 0 1 0 0,1 0-1 0 0,-1 0 1 0 0,1 0-1 0 0,-1 0 1 0 0,1 0 0 0 0,0-1-1 0 0,-1 0 1 0 0,1 0-1 0 0,0 0 1 0 0,5-1-1 0 0,16-1 209 0 0,0-1 0 0 0,41-11 0 0 0,-16 3 237 0 0,62-12-3128 0 0,-110 23 1601 0 0,-6 4-3341 0 0,-39 31 421 0 0,-11-1-5722 0 0,23-21 4717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1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59 616 0 0,'-6'18'6032'0'0,"6"-17"-5793"0"0,-1-1 0 0 0,1 1 0 0 0,-1 0-1 0 0,1 0 1 0 0,-1-1 0 0 0,1 1 0 0 0,-1 0 0 0 0,1 0 0 0 0,-1-1 0 0 0,1 1 0 0 0,0 0 0 0 0,0 0 0 0 0,-1 0 0 0 0,1 0 0 0 0,0-1 0 0 0,0 1-1 0 0,0 0 1 0 0,0 0 0 0 0,0 0 0 0 0,0 0 0 0 0,0 0 0 0 0,0-1 0 0 0,1 1 0 0 0,-1 0 0 0 0,0 0 0 0 0,0 0 0 0 0,1 0 0 0 0,-1-1 0 0 0,0 1 0 0 0,1 0-1 0 0,-1 0 1 0 0,1-1 0 0 0,-1 1 0 0 0,1 0 0 0 0,-1-1 0 0 0,1 1 0 0 0,0 0 0 0 0,-1-1 0 0 0,1 1 0 0 0,0-1 0 0 0,-1 1 0 0 0,1-1 0 0 0,0 1 0 0 0,0-1-1 0 0,-1 0 1 0 0,1 1 0 0 0,0-1 0 0 0,0 0 0 0 0,0 0 0 0 0,0 0 0 0 0,-1 1 0 0 0,1-1 0 0 0,0 0 0 0 0,0 0 0 0 0,0 0 0 0 0,2-1 0 0 0,16 3 636 0 0,0-1 1 0 0,1-1 0 0 0,-1-1 0 0 0,1-1 0 0 0,-1-1 0 0 0,28-7-1 0 0,-13 1-1344 0 0,1-2 0 0 0,54-24 0 0 0,-62 17-3281 0 0,-14 2-6492 0 0,-7 8 4060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5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311 35 1912 0 0,'0'0'2170'0'0,"-6"-14"1210"0"0,4 10 1032 0 0,-13-12 5230 0 0,8 15-9220 0 0,0 1-1 0 0,1 0 1 0 0,-1 1 0 0 0,0-1 0 0 0,1 1-1 0 0,-1 1 1 0 0,0-1 0 0 0,1 1-1 0 0,0 0 1 0 0,-1 1 0 0 0,1 0 0 0 0,0 0-1 0 0,-9 6 1 0 0,-2 0 915 0 0,1 2 0 0 0,1 0-1 0 0,-26 25 1 0 0,27-23-1337 0 0,2 1 0 0 0,0 1 0 0 0,1 0 0 0 0,-11 18 0 0 0,18-26 0 0 0,1-1 0 0 0,-1 1 0 0 0,1 0 0 0 0,0 0 0 0 0,1 0 0 0 0,0 1 0 0 0,0-1 0 0 0,0 1 0 0 0,1-1 0 0 0,0 1 0 0 0,1-1 0 0 0,0 15 0 0 0,1-19 0 0 0,0 0 0 0 0,0 0 0 0 0,1 0 0 0 0,-1 0 0 0 0,1 0 0 0 0,-1-1 0 0 0,1 1 0 0 0,0 0 0 0 0,0-1 0 0 0,0 0 0 0 0,0 1 0 0 0,0-1 0 0 0,1 0 0 0 0,-1 0 0 0 0,1 0 0 0 0,-1 0 0 0 0,1-1 0 0 0,0 1 0 0 0,0-1 0 0 0,-1 0 0 0 0,1 1 0 0 0,0-1 0 0 0,0-1 0 0 0,0 1 0 0 0,1 0 0 0 0,-1-1 0 0 0,6 1 0 0 0,1 0 0 0 0,1 0 0 0 0,-1-1 0 0 0,1 0 0 0 0,-1 0 0 0 0,1-1 0 0 0,-1-1 0 0 0,13-2 0 0 0,-5-2 0 0 0,0 0 0 0 0,0-1 0 0 0,-1-1 0 0 0,0-1 0 0 0,21-13 0 0 0,-31 17 0 0 0,0 0 0 0 0,1-1 0 0 0,-2 0 0 0 0,1 0 0 0 0,-1-1 0 0 0,0 0 0 0 0,0 0 0 0 0,-1 0 0 0 0,1-1 0 0 0,-2 1 0 0 0,1-1 0 0 0,-1 0 0 0 0,3-10 0 0 0,-3 5 0 0 0,-3 11 0 0 0,0 0 0 0 0,0 0 0 0 0,0 0 0 0 0,0-1 0 0 0,-1 1 0 0 0,1 0 0 0 0,-1 0 0 0 0,1-1 0 0 0,-1 1 0 0 0,0 0 0 0 0,0-1 0 0 0,0 1 0 0 0,0 0 0 0 0,-1-1 0 0 0,1 1 0 0 0,-1 0 0 0 0,1-1 0 0 0,-1 1 0 0 0,0 0 0 0 0,0 0 0 0 0,0 0 0 0 0,0 0 0 0 0,0 0 0 0 0,-2-3 0 0 0,-3-7 0 0 0,6 10 0 0 0,-1 0 0 0 0,0 1 0 0 0,0-1 0 0 0,0 0 0 0 0,0 0 0 0 0,0 1 0 0 0,0-1 0 0 0,-1 1 0 0 0,1-1 0 0 0,0 1 0 0 0,-1-1 0 0 0,1 1 0 0 0,-1 0 0 0 0,0 0 0 0 0,1 0 0 0 0,-1 0 0 0 0,0 0 0 0 0,0 0 0 0 0,0 0 0 0 0,1 1 0 0 0,-1-1 0 0 0,0 0 0 0 0,0 1 0 0 0,0 0 0 0 0,0-1 0 0 0,0 1 0 0 0,0 0 0 0 0,0 0 0 0 0,0 0 0 0 0,-3 1 0 0 0,-17-1 0 0 0,2 3 0 0 0,3 1 0 0 0,5 3 0 0 0,12-6-106 0 0,-1-1 0 0 0,1 1 0 0 0,-1-1 0 0 0,1 1-1 0 0,0-1 1 0 0,-1 1 0 0 0,1 0 0 0 0,0-1 0 0 0,-1 1 0 0 0,1-1 0 0 0,0 1 0 0 0,0 0-1 0 0,-1-1 1 0 0,1 1 0 0 0,0 0 0 0 0,0-1 0 0 0,0 1 0 0 0,0 0 0 0 0,0-1 0 0 0,0 1-1 0 0,0 0 1 0 0,0-1 0 0 0,0 1 0 0 0,0-1 0 0 0,1 1 0 0 0,-1 0 0 0 0,0-1 0 0 0,1 2-1 0 0,19 12-10624 0 0,-15-12 7070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8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110 0 3056 0 0,'0'0'15812'0'0,"-8"0"-13085"0"0,2 0-2028 0 0,1 0-1 0 0,-1 1 0 0 0,0 0 0 0 0,0 0 0 0 0,1 0 1 0 0,-1 0-1 0 0,0 1 0 0 0,1 0 0 0 0,-1 0 1 0 0,1 1-1 0 0,0 0 0 0 0,0-1 0 0 0,0 2 1 0 0,0-1-1 0 0,-5 5 0 0 0,5-1-698 0 0,3 6 0 0 0,0-3 0 0 0,11 2 0 0 0,-8-11-165 0 0,0-1 0 0 0,0 1 0 0 0,0-1 0 0 0,0 1 0 0 0,1-1 0 0 0,-1 0 1 0 0,0 1-1 0 0,0-1 0 0 0,1 0 0 0 0,-1 0 0 0 0,0 0 0 0 0,1 0 0 0 0,-1 0 0 0 0,0 0 0 0 0,0 0 0 0 0,1 0 0 0 0,1-1 0 0 0,34-16-10278 0 0,-23 9 5732 0 0,3-1-3524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2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90 15 520 0 0,'0'0'4909'0'0,"-19"-13"3434"0"0,10 11 1491 0 0,7 3-9736 0 0,1 0 0 0 0,-1 0 0 0 0,0 0 0 0 0,1 0 0 0 0,-1 0 0 0 0,1 0 0 0 0,-1 0-1 0 0,1 1 1 0 0,0-1 0 0 0,-1 0 0 0 0,1 1 0 0 0,0-1 0 0 0,0 1 0 0 0,0-1 0 0 0,0 1 0 0 0,0 0 0 0 0,0 0 0 0 0,1-1-1 0 0,-1 1 1 0 0,0 0 0 0 0,1 0 0 0 0,0 0 0 0 0,-1-1 0 0 0,1 1 0 0 0,0 0 0 0 0,0 0 0 0 0,0 0 0 0 0,0 0 0 0 0,0 0-1 0 0,0 0 1 0 0,1 0 0 0 0,-1-1 0 0 0,1 1 0 0 0,-1 0 0 0 0,1 0 0 0 0,0 0 0 0 0,0-1 0 0 0,1 4 0 0 0,6 10 1072 0 0,1 0 1 0 0,0 0 0 0 0,18 22 0 0 0,-7-10-512 0 0,-10-13-659 0 0,-1 1 0 0 0,0 0 0 0 0,-2 1 0 0 0,0-1 0 0 0,6 19 0 0 0,-7 13 0 0 0,-6-35 0 0 0,0-10 0 0 0,0 1 0 0 0,-1-1 0 0 0,0 1 0 0 0,1-1 0 0 0,-1 1 0 0 0,0-1 0 0 0,0 0 0 0 0,-1 1 0 0 0,1-1 0 0 0,0 0 0 0 0,-1 0 0 0 0,1 0 0 0 0,-1 0 0 0 0,0 0 0 0 0,0 0 0 0 0,1 0 0 0 0,-1-1 0 0 0,0 1 0 0 0,-4 1 0 0 0,5-2 0 0 0,-12 2 0 0 0,7-2 0 0 0,1-1 0 0 0,-1-1 0 0 0,1 1 0 0 0,0-1 0 0 0,0 0 0 0 0,-1 0 0 0 0,1-1 0 0 0,0 1 0 0 0,0-1 0 0 0,0 0 0 0 0,0-1 0 0 0,1 1 0 0 0,-1-1 0 0 0,1 0 0 0 0,-1 0 0 0 0,1 0 0 0 0,0-1 0 0 0,0 0 0 0 0,0 1 0 0 0,1-1 0 0 0,-1-1 0 0 0,-2-4 0 0 0,0 2 0 0 0,4 4-325 0 0,0-1-1 0 0,0 0 1 0 0,0 0 0 0 0,1 0 0 0 0,-1 0-1 0 0,1 0 1 0 0,0 0 0 0 0,0 0-1 0 0,0-1 1 0 0,0 1 0 0 0,1 0 0 0 0,0 0-1 0 0,0-1 1 0 0,0 1 0 0 0,1 0 0 0 0,0-6-1 0 0,0-12-2947 0 0,-1 1-14170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4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37 1608 0 0,'0'0'8226'0'0,"8"-4"-1063"0"0,11-2-2661 0 0,60 3 558 0 0,-24-3-4635 0 0,-11-1-5224 0 0,-3-3-7122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6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56 0 2272 0 0,'1'2'792'0'0,"-1"-1"0"0"0,1 1-1 0 0,-1 0 1 0 0,1-1 0 0 0,-1 1 0 0 0,0-1-1 0 0,0 1 1 0 0,0 0 0 0 0,0-1-1 0 0,0 1 1 0 0,0-1 0 0 0,0 1 0 0 0,-1 0-1 0 0,1-1 1 0 0,0 1 0 0 0,-1-1-1 0 0,1 1 1 0 0,-2 2 0 0 0,-17 39 6693 0 0,8-17-4118 0 0,4-4-2710 0 0,2 0 0 0 0,0 1 1 0 0,1 0-1 0 0,2 1 0 0 0,0-1 0 0 0,2 26 0 0 0,2-31-657 0 0,4-5 0 0 0,-1-4 0 0 0,4-4-227 0 0,-7-4-1057 0 0,4-20-6554 0 0,-5 15 4463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91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34 1636 0 0,'0'0'1988'0'0</inkml:trace>
  <inkml:trace contextRef="#ctx0" brushRef="#br0" timeOffset="1">1 34 5685 0 0,'0'0'8472'0'0,"4"2"-6378"0"0,10 3-799 0 0,0 0 0 0 0,0-2 0 0 0,0 1 0 0 0,0-2 0 0 0,0 0 1 0 0,0-1-1 0 0,1 0 0 0 0,16-2 0 0 0,125-13 3333 0 0,-144 13-4427 0 0,50-13-1563 0 0,-43 7-2182 0 0,-3-3-3761 0 0,-10-2-7635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4.8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364 14 1220 0 0,'4'-8'27224'0'0,"-10"6"-27034"0"0,0 1 1 0 0,0 0-1 0 0,0 0 1 0 0,0 1-1 0 0,0-1 1 0 0,0 1-1 0 0,0 1 1 0 0,0-1-1 0 0,0 1 1 0 0,-11 3-1 0 0,-68 21 1810 0 0,57-16-1772 0 0,-1 0-228 0 0,1 2 0 0 0,0 1 0 0 0,-43 25 0 0 0,54-20 0 0 0,12-7 0 0 0,11 5 0 0 0,-4-12 0 0 0,1-1 0 0 0,-1 1 0 0 0,1-1 0 0 0,0 0 0 0 0,-1 1 0 0 0,1-1 0 0 0,1-1 0 0 0,-1 1 0 0 0,0 0 0 0 0,0-1 0 0 0,0 1 0 0 0,1-1 0 0 0,-1 0 0 0 0,1 0 0 0 0,-1 0 0 0 0,1-1 0 0 0,4 1 0 0 0,75 1 0 0 0,-41-2 0 0 0,38 5 0 0 0,-69-4 0 0 0,-4 5 0 0 0,-9 9 0 0 0,-13 4 0 0 0,2-5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4.9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205 7 32767 0 0,'-2'3'0'0'0,"-3"4"0"0"0,-1 0 0 0 0,1-1 0 0 0,-1 0 0 0 0,0 0 0 0 0,0-1 0 0 0,-1 1 0 0 0,1-1 0 0 0,-1-1 0 0 0,-1 1 0 0 0,1-1 0 0 0,0-1 0 0 0,-1 1 0 0 0,-11 2 0 0 0,6-4 0 0 0,11-1 0 0 0,0-1 0 0 0,0 0 0 0 0,0 0 0 0 0,0 0 0 0 0,0 0 0 0 0,1-1 0 0 0,-1 1 0 0 0,0 0 0 0 0,0-1 0 0 0,0 1 0 0 0,0-1 0 0 0,1 0 0 0 0,-1 0 0 0 0,0 0 0 0 0,0 1 0 0 0,1-2 0 0 0,-1 1 0 0 0,1 0 0 0 0,-1 0 0 0 0,1 0 0 0 0,0-1 0 0 0,-1 1 0 0 0,-1-3 0 0 0,-1-1 0 0 0,-8-7 0 0 0,13 5 0 0 0,-22-26 0 0 0,14 24-155 0 0,6 7-774 0 0,33 20-25622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5.5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45 3 912 0 0,'-7'-2'31727'0'0,"3"40"-31679"0"0,2 1 0 0 0,2 42 1 0 0,0-1-66 0 0,-3-67-2876 0 0,-4-15-3722 0 0,-5-14-2185 0 0,3 7 670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5.9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14 2280 0 0,'-12'-7'21043'0'0,"40"12"-19370"0"0,3 2-2903 0 0,-13-5 3812 0 0,-5 0-2607 0 0,158 8 4161 0 0,-85-16-7683 0 0,-44-2-2040 0 0,-2-4-3461 0 0,-23 6 2143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6.3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61 191 1316 0 0,'-1'0'3514'0'0,"-4"4"-2352"0"0,2 0 4948 0 0,-16 67 4803 0 0,17-59-10023 0 0,1 0 1 0 0,0 0-1 0 0,1 0 0 0 0,0 0 1 0 0,0 0-1 0 0,2 0 1 0 0,3 17-1 0 0,-1-7-518 0 0,-2-11-183 0 0,0-1-1 0 0,0 1 0 0 0,1 0 0 0 0,1-1 0 0 0,0 0 0 0 0,0 0 0 0 0,1 0 0 0 0,0 0 0 0 0,0-1 0 0 0,1 0 0 0 0,14 17 0 0 0,-11-24-188 0 0,-7-3-28 0 0,-1 0-1 0 0,1 0 1 0 0,-1 0-1 0 0,1 0 1 0 0,-1-1 0 0 0,0 1-1 0 0,0 0 1 0 0,0-1-1 0 0,0 1 1 0 0,0 0 0 0 0,0-1-1 0 0,0 1 1 0 0,0-1-1 0 0,0 0 1 0 0,0 1 0 0 0,-1-1-1 0 0,1 0 1 0 0,-1 1-1 0 0,0-1 1 0 0,1 0 0 0 0,-1 1-1 0 0,0-1 1 0 0,0 0-1 0 0,0-2 1 0 0,-7-53-1279 0 0,3 29 761 0 0,2 15 211 0 0,-1 1-1 0 0,0-1 1 0 0,-1 1 0 0 0,0 0-1 0 0,-8-14 1 0 0,-8-26-600 0 0,-11-23-183 0 0,22 57 1016 0 0,1-1 1 0 0,1 1 0 0 0,-6-25 0 0 0,12 39 183 0 0,0 1 0 0 0,0-1 0 0 0,1 0-1 0 0,-1 1 1 0 0,1-1 0 0 0,0 0 0 0 0,0 1 0 0 0,0-1 0 0 0,2-7 0 0 0,-1 9-56 0 0,0 0 0 0 0,0 0 0 0 0,1 0 0 0 0,-1 0 0 0 0,1 1 0 0 0,0-1 0 0 0,-1 0 0 0 0,1 1 0 0 0,0-1 0 0 0,0 1 0 0 0,0 0 0 0 0,0 0 0 0 0,0-1 0 0 0,0 1 0 0 0,0 0 0 0 0,5-1-1 0 0,14-5 182 0 0,0 0-1 0 0,0 1 1 0 0,1 1-1 0 0,0 1 1 0 0,0 1-1 0 0,33 0 1 0 0,136 11 2702 0 0,-183-8-2678 0 0,-6 0-155 0 0,0 0 0 0 0,0 0-1 0 0,0 0 1 0 0,0 0-1 0 0,0 0 1 0 0,0 1 0 0 0,0-1-1 0 0,0 1 1 0 0,0-1-1 0 0,0 1 1 0 0,0 0 0 0 0,0 0-1 0 0,0 0 1 0 0,2 2-1 0 0,6 5-22 0 0,-7 4-53 0 0,-4-9 0 0 0,0 0 0 0 0,-1 0 0 0 0,0 0 0 0 0,1 0 0 0 0,-1-1 0 0 0,0 1 0 0 0,-1-1 0 0 0,1 1 0 0 0,0-1 0 0 0,-1 1 0 0 0,1-1 0 0 0,-1 0 0 0 0,-4 2 0 0 0,-46 26 0 0 0,32-19 0 0 0,-146 79 0 0 0,164-88 0 0 0,0-1 0 0 0,0 1 0 0 0,-1 0 0 0 0,2-1 0 0 0,-1 2 0 0 0,0-1 0 0 0,0 0 0 0 0,1 1 0 0 0,-1-1 0 0 0,1 1 0 0 0,-1-1 0 0 0,1 1 0 0 0,0 0 0 0 0,0 0 0 0 0,1 0 0 0 0,-1 1 0 0 0,1-1 0 0 0,-1 0 0 0 0,1 0 0 0 0,0 1 0 0 0,0-1 0 0 0,1 1 0 0 0,-1-1 0 0 0,1 1 0 0 0,-1-1 0 0 0,1 1 0 0 0,0-1 0 0 0,0 1 0 0 0,1 0 0 0 0,-1-1 0 0 0,2 5 0 0 0,0-4 0 0 0,1 0 0 0 0,0 0 0 0 0,-1-1 0 0 0,1 0 0 0 0,0 1 0 0 0,1-1 0 0 0,-1 0 0 0 0,0 0 0 0 0,1-1 0 0 0,0 1 0 0 0,0-1 0 0 0,0 1 0 0 0,0-1 0 0 0,0-1 0 0 0,6 3 0 0 0,64 19 0 0 0,-28-13 0 0 0,40 11 0 0 0,130 12 0 0 0,-219-35 77 0 0,0-1-187 0 0,-1 1 1 0 0,0-1-1 0 0,1 1 0 0 0,-1-1 0 0 0,0 1 1 0 0,-1 0-1 0 0,1 0 0 0 0,-7-1 0 0 0,4 2-912 0 0,-34-7-13450 0 0,16 2 5275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1.3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12 2704 0 0,'0'0'22295'0'0,"-1"-8"-20819"0"0,3 4 2 0 0,1 6 3200 0 0,1 2-4668 0 0,0 0 0 0 0,-1 1 0 0 0,1-1-1 0 0,-1 1 1 0 0,0 0 0 0 0,0-1 0 0 0,0 2 0 0 0,-1-1 0 0 0,0 0-1 0 0,0 0 1 0 0,0 1 0 0 0,-1-1 0 0 0,0 1 0 0 0,0-1 0 0 0,0 7-1 0 0,2 21-7 0 0,-2 51-1 0 0,-2-56-13 0 0,4 45 0 0 0,8 48 12 0 0,-9-85 0 0 0,1 0 0 0 0,1-1 0 0 0,13 46 0 0 0,-12-59 0 0 0,-4-16 0 0 0,1 0 0 0 0,-1 0 0 0 0,1 0 0 0 0,1 0 0 0 0,-1-1 0 0 0,1 1 0 0 0,0-1 0 0 0,0 1 0 0 0,5 6 0 0 0,4-8 0 0 0,3-18 0 0 0,-14 9 0 0 0,0 0 0 0 0,-1 0 0 0 0,1 0 0 0 0,-1 1 0 0 0,0-1 0 0 0,0 0 0 0 0,0 0 0 0 0,-1 0 0 0 0,0 0 0 0 0,0 0 0 0 0,0 0 0 0 0,0 0 0 0 0,-1 1 0 0 0,-4-9 0 0 0,5 8 0 0 0,-7-14 0 0 0,-7 6-1120 0 0,10 14-4210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2.4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127 89 2632 0 0,'-3'-3'2677'0'0,"-12"-9"60"0"0,-18-11 12074 0 0,17 12-7172 0 0,15 11-5811 0 0,4-3-1787 0 0,1 1-1 0 0,0 0 0 0 0,-1 0 0 0 0,1 0 1 0 0,0 0-1 0 0,0 1 0 0 0,0 0 0 0 0,0 0 0 0 0,0 0 1 0 0,7-1-1 0 0,-11 2-40 0 0,11-2 0 0 0,17-4 0 0 0,0 1 0 0 0,0 1 0 0 0,0 2 0 0 0,29 1 0 0 0,-55 1 0 0 0,0 0 0 0 0,0 0 0 0 0,-1 0 0 0 0,1 1 0 0 0,0-1 0 0 0,0 0 0 0 0,-1 1 0 0 0,1-1 0 0 0,0 1 0 0 0,-1 0 0 0 0,1 0 0 0 0,-1 0 0 0 0,1 0 0 0 0,-1 0 0 0 0,1 0 0 0 0,-1 0 0 0 0,0 0 0 0 0,1 0 0 0 0,-1 0 0 0 0,0 1 0 0 0,0-1 0 0 0,0 1 0 0 0,0-1 0 0 0,0 1 0 0 0,0-1 0 0 0,-1 1 0 0 0,1-1 0 0 0,0 1 0 0 0,-1 0 0 0 0,1-1 0 0 0,-1 1 0 0 0,0 0 0 0 0,1 0 0 0 0,-1-1 0 0 0,0 1 0 0 0,0 0 0 0 0,0 0 0 0 0,0-1 0 0 0,-1 1 0 0 0,1 0 0 0 0,0 0 0 0 0,-1-1 0 0 0,1 1 0 0 0,-2 2 0 0 0,-1 8 0 0 0,-1 0 0 0 0,-1 1 0 0 0,0-2 0 0 0,-8 16 0 0 0,12-25 0 0 0,-15 22 0 0 0,0-1 0 0 0,-1 0 0 0 0,-2-2 0 0 0,-28 28 0 0 0,5-6 0 0 0,0-1 0 0 0,21-23 0 0 0,1 2 0 0 0,-19 25 0 0 0,27-15 0 0 0,12-30 0 0 0,-1-1 0 0 0,1 1 0 0 0,-1 0 0 0 0,1-1 0 0 0,0 1 0 0 0,-1-1 0 0 0,1 1 0 0 0,0 0 0 0 0,0-1 0 0 0,0 1 0 0 0,0 0 0 0 0,-1 0 0 0 0,1-1 0 0 0,0 1 0 0 0,0 0 0 0 0,0-1 0 0 0,0 1 0 0 0,0 0 0 0 0,1-1 0 0 0,-1 1 0 0 0,0 0 0 0 0,0-1 0 0 0,0 1 0 0 0,0 0 0 0 0,1-1 0 0 0,-1 1 0 0 0,0 0 0 0 0,1-1 0 0 0,-1 1 0 0 0,1-1 0 0 0,-1 1 0 0 0,0-1 0 0 0,1 1 0 0 0,-1-1 0 0 0,1 1 0 0 0,0-1 0 0 0,-1 1 0 0 0,1-1 0 0 0,-1 0 0 0 0,2 1 0 0 0,-1 1 0 0 0,0-1 0 0 0,1 1 0 0 0,-1-1 0 0 0,1 0 0 0 0,0 1 0 0 0,-1-1 0 0 0,1 0 0 0 0,0 0 0 0 0,0 0 0 0 0,-1 0 0 0 0,1-1 0 0 0,0 1 0 0 0,0 0 0 0 0,0-1 0 0 0,0 1 0 0 0,0-1 0 0 0,0 0 0 0 0,3 1 0 0 0,35-4 0 0 0,-34 2 0 0 0,23-5 0 0 0,1-2 0 0 0,-1 0 0 0 0,0-2 0 0 0,-1-1 0 0 0,42-23 0 0 0,55-22 0 0 0,-113 50 0 0 0,-17 6 0 0 0,2 2 0 0 0,-1 0 0 0 0,1-1 0 0 0,0 1 0 0 0,0 0 0 0 0,0 1 0 0 0,1-1 0 0 0,-1 0 0 0 0,1 1 0 0 0,-5 5 0 0 0,-4 6-4104 0 0,-7 3-8756 0 0,10-11 3978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4.1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1436 0 0,'0'0'1932'0'0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8.8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66 2 664 0 0,'3'-1'31955'0'0,"-15"39"-31919"0"0,2 2 0 0 0,2-1 1 0 0,1 1-1 0 0,-2 56 0 0 0,9-60-47 0 0,1 0 0 0 0,10 68 0 0 0,-10-101 11 0 0,-1 0 0 0 0,1 1 0 0 0,0-1 0 0 0,0 0 0 0 0,1 0 0 0 0,-1 0 0 0 0,1-1 0 0 0,-1 1 0 0 0,1 0 0 0 0,0 0 0 0 0,0-1 0 0 0,4 4 0 0 0,2 5 0 0 0,-3-3 0 0 0,-14-32 0 0 0,4 12 0 0 0,-5 3 0 0 0,-1 0 0 0 0,2 1 0 0 0,8 8-34 0 0,1-1 0 0 0,-1 0 0 0 0,0 1 0 0 0,1 0 0 0 0,-1-1 0 0 0,0 1 0 0 0,0-1 0 0 0,1 1 0 0 0,-1 0 0 0 0,0-1 0 0 0,0 1 0 0 0,1 0 0 0 0,-1 0 0 0 0,0 0 0 0 0,0 0 0 0 0,0 0 0 0 0,0 0 1 0 0,0 0-1 0 0,1 0 0 0 0,-1 0 0 0 0,0 0 0 0 0,0 0 0 0 0,0 0 0 0 0,1 0 0 0 0,-1 1 0 0 0,0-1 0 0 0,0 0 0 0 0,0 1 0 0 0,1-1 0 0 0,-2 1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9.3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243 0 672 0 0,'0'0'16293'0'0,"-5"5"-14566"0"0,-10 12 38 0 0,1 1 1 0 0,1 0-1 0 0,1 1 1 0 0,0 0-1 0 0,-15 36 1 0 0,-16 25 1716 0 0,26-48-3482 0 0,2 0 0 0 0,1 1 0 0 0,1 0 0 0 0,2 1 0 0 0,2 1 0 0 0,1 0 0 0 0,-5 41 0 0 0,13-70 0 0 0,-1-1 0 0 0,1 0 0 0 0,0 0 0 0 0,0 0 0 0 0,1 0 0 0 0,-1 0 0 0 0,1 0 0 0 0,0 0 0 0 0,0 0 0 0 0,1 0 0 0 0,0 0 0 0 0,-1 0 0 0 0,2-1 0 0 0,-1 1 0 0 0,0-1 0 0 0,1 1 0 0 0,0-1 0 0 0,0 0 0 0 0,0 0 0 0 0,1 0 0 0 0,-1-1 0 0 0,1 1 0 0 0,0-1 0 0 0,6 4 0 0 0,-2-1 0 0 0,0-1 0 0 0,1-1 0 0 0,0 0 0 0 0,0 0 0 0 0,0 0 0 0 0,0-1 0 0 0,1-1 0 0 0,-1 1 0 0 0,1-2 0 0 0,0 1 0 0 0,17-1 0 0 0,-20 1 0 0 0,41-2 0 0 0,-34-2 0 0 0,-9 1 0 0 0,-6 0 0 0 0,-24-4 0 0 0,14 5-5555 0 0,-4 0-6014 0 0,-1-2 2775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7.3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12 192,'-4'-1'219,"-19"-10"32783,26 11-33745,56 8 843,-39-7-100,-1 1-1,-1 1 1,1 1 0,0 0-1,-1 1 1,0 1-1,30 14 1,-46-18 0,-1-1 0,0 0 0,0 0 0,1 1 0,-1-1 0,0 0 0,0 1 0,0-1 0,-1 1 0,1 0 0,0-1 0,0 1 0,-1 0 0,1-1 0,-1 1 0,0 0 0,1 0 0,-1-1 0,0 1 0,0 0 0,0 0 0,0-1 0,0 1 0,-1 0 0,1 0 0,-1-1 0,1 1 0,-1 0 0,1-1 0,-3 4 0,-28 52 0,28-51 0,-20 22 0,-1 0 0,-1-1 0,-2-2 0,0 0 0,-2-2 0,-42 27 0,51-30 0,51-21 0,-10-5 0,-4 2 0,0 1 0,0 0 0,0 1 0,1 0 0,-1 2 0,24 2 0,-18-5 0,-23 3 0,0 0 0,1 0 0,-1 0 0,0 0 0,1 0 0,-1 0 0,0 0 0,0 0 0,1 0 0,-1 0 0,0 0 0,1 0 0,-1 0 0,0 0 0,0 0 0,1 0 0,-1 1 0,0-1 0,0 0 0,1 0 0,-1 0 0,0 0 0,0 0 0,0 1 0,1-1 0,-1 0 0,0 0 0,0 0 0,0 1 0,1-1 0,-1 0 0,0 0 0,0 1 0,0-1 0,0 0 0,0 1 0,-16 11-141,-1-10-1308,13-3-4087,-8-13-13128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7.6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6 744,'-2'-6'31989,"-2"33"-31955,2-10-34,2-4 0,0-3-241,0-8-1209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8.2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42 608,'0'0'1686,"0"-10"958,-1 5 2566,-1 0-5132,-7-13 12201,-1 15-10437,3 3 1947,-7 5-3275,-1 1 1,2 1 0,-1 0-1,0 0 1,1 2-1,1-1 1,0 2-1,-19 17 1,24-19-515,1 3 0,7 0 0,-1-10 0,0 0 0,1 0 0,-1 0 0,0 0 0,1-1 0,-1 1 0,1 0 0,-1 0 0,1 0 0,-1 0 0,1-1 0,-1 1 0,1 0 0,0-1 0,0 1 0,-1 0 0,1-1 0,0 1 0,0-1 0,-1 1 0,1-1 0,0 0 0,0 1 0,0-1 0,0 0 0,0 0 0,0 1 0,0-1 0,1 0 0,0 0 0,8 4 0,0 0 0,0-1 0,1 0 0,-1-1 0,20 2 0,20 7 0,-36-4 0,-1 2 0,0 0 0,-1 0 0,0 1 0,0 1 0,-1 0 0,18 24 0,-21-26 0,-3 0 0,-4 5 0,-2-11 0,1 0 0,0 0 0,-1-1 0,0 1 0,0 0 0,0-1 0,0 1 0,0 0 0,0-1 0,-1 0 0,1 1 0,-1-1 0,0 0 0,1 0 0,-1 1 0,0-2 0,0 1 0,0 0 0,-1 0 0,1-1 0,0 1 0,-1-1 0,1 1 0,-1-1 0,0 0 0,1 0 0,-6 1 0,-1 2 0,0-1 0,0 0 0,0 0 0,0-1 0,0 0 0,0-1 0,0 1 0,0-2 0,0 0 0,-1 0 0,1 0 0,-13-3 0,0-1 0,1-1 0,0 0 0,-36-16 0,46 17 0,-1-1 0,0 0 0,5-3-155,6 7-921,7 3-1719,19 5-2579,-19-3-3465,-6 8 672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4.2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69 20 1596 0 0,'15'-19'31140'0'0,"-20"25"-31137"0"0,0 0 0 0 0,1 1 0 0 0,0-1 1 0 0,0 1-1 0 0,0 0 0 0 0,1 0 1 0 0,0 1-1 0 0,0-1 0 0 0,1 1 0 0 0,0-1 1 0 0,-1 9-1 0 0,-1 9-6 0 0,1-1 1 0 0,0 38-1 0 0,4-47 3 0 0,0 0 0 0 0,1 0 0 0 0,5 24 0 0 0,-5-27 0 0 0,3-2 0 0 0,-3 0 0 0 0,-2 1 0 0 0,-1-9-213 0 0,0 1 1 0 0,1 0-1 0 0,-1 0 1 0 0,0 0-1 0 0,0 0 1 0 0,-1-1-1 0 0,1 1 1 0 0,0 0-1 0 0,-1-1 1 0 0,0 1-1 0 0,0-1 1 0 0,0 0-1 0 0,0 0 0 0 0,0 1 1 0 0,0-1-1 0 0,0-1 1 0 0,-4 4-1 0 0,2 0-4175 0 0,2-2 2197 0 0,-13 5-14402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4.5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49 121 1068 0 0,'-48'0'29035'0'0,"94"14"-26381"0"0,-27-14-2616 0 0,-1-1 0 0 0,0-1 1 0 0,0 0-1 0 0,0-1 0 0 0,0-1 0 0 0,0-1 1 0 0,26-10-1 0 0,35-21-1103 0 0,-5-4-3805 0 0,-55 28 1952 0 0,-4 3-1861 0 0,-6 4-3304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5.2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112 103 68 0 0,'0'0'17468'0'0,"-6"4"-15926"0"0,-15 8-104 0 0,19-8-1024 0 0,0-1 1 0 0,0 0-1 0 0,0 1 0 0 0,0-1 1 0 0,1 1-1 0 0,-1-1 0 0 0,1 1 1 0 0,0 0-1 0 0,0-1 0 0 0,0 1 1 0 0,1 0-1 0 0,-1 0 0 0 0,1 0 1 0 0,0 0-1 0 0,0 0 0 0 0,1 4 1 0 0,-1-6-150 0 0,0 10 145 0 0,1 0 1 0 0,0 0 0 0 0,1 0 0 0 0,4 16-1 0 0,2-6 553 0 0,0 0 0 0 0,21 37 0 0 0,-30-56-963 0 0,0 0 0 0 0,20 14 0 0 0,-19-17 0 0 0,0 0 0 0 0,0 0 0 0 0,0 0 0 0 0,0 0 0 0 0,0-1 0 0 0,0 1 0 0 0,0 0 0 0 0,0 0 0 0 0,0 0 0 0 0,0 0 0 0 0,0 0 0 0 0,0 0 0 0 0,1-1 0 0 0,-1 1 0 0 0,0 0 0 0 0,0 0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0,0 0 0 0 0,0 0 0 0 0,0 0 0 0 0,1 1 0 0 0,-1-1 0 0 0,0 0 0 0 0,0 0 0 0 0,-2-8-7 0 0,0 0-1 0 0,0 1 1 0 0,0-1-1 0 0,-1 0 1 0 0,-1 1-1 0 0,1 0 1 0 0,-9-12-1 0 0,-41-55-77 0 0,9 16 97 0 0,34 44 69 0 0,6 4-33 0 0,1-1-44 0 0,3-5-4 0 0,3 11 0 0 0,0-1 0 0 0,1 0 0 0 0,-1 1 0 0 0,1 0 0 0 0,0 0 0 0 0,1 0 0 0 0,-1 0 0 0 0,1 1 0 0 0,0 0 0 0 0,0 0 0 0 0,0 0 0 0 0,11-5 0 0 0,5-3 0 0 0,0 1 0 0 0,25-9 0 0 0,22-2 0 0 0,-55 21 0 0 0,-3 7 0 0 0,-9 6 0 0 0,-7 4 0 0 0,0 0 0 0 0,-1 0 0 0 0,-1-1 0 0 0,0 0 0 0 0,-1 0 0 0 0,-1-1 0 0 0,0 0 0 0 0,-1-1 0 0 0,0 0 0 0 0,-22 18 0 0 0,10-8 0 0 0,-33 45 0 0 0,54-67 0 0 0,1 0 0 0 0,0 1 0 0 0,0-1 0 0 0,-1 0 0 0 0,1 1 0 0 0,1 0 0 0 0,-1-1 0 0 0,0 1 0 0 0,0 0 0 0 0,0-1 0 0 0,1 1 0 0 0,-1 0 0 0 0,1 0 0 0 0,-1-1 0 0 0,1 1 0 0 0,0 0 0 0 0,0 0 0 0 0,0 0 0 0 0,0 0 0 0 0,0-1 0 0 0,0 1 0 0 0,0 0 0 0 0,1 0 0 0 0,-1 0 0 0 0,1-1 0 0 0,-1 1 0 0 0,1 0 0 0 0,0 0 0 0 0,0-1 0 0 0,0 1 0 0 0,-1-1 0 0 0,1 1 0 0 0,1-1 0 0 0,-1 1 0 0 0,0-1 0 0 0,0 1 0 0 0,1-1 0 0 0,-1 0 0 0 0,3 2 0 0 0,5 2 0 0 0,-1-1 0 0 0,1 0 0 0 0,-1 0 0 0 0,1-1 0 0 0,0 0 0 0 0,11 1 0 0 0,-5 0 0 0 0,16 5 0 0 0,-1-2 0 0 0,60 6 0 0 0,20 1 0 0 0,-98-12 0 0 0,-6 5 0 0 0,-3 4 0 0 0,0-6-153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5.7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 1456 0 0,'0'0'10247'0'0,"-2"0"-7571"0"0,-5 3-3517 0 0,3 6 13223 0 0,17 0-12030 0 0,23 18 1813 0 0,0-2 0 0 0,49 26 0 0 0,-59-38-2165 0 0,0 1 0 0 0,0 1 0 0 0,-2 1 0 0 0,0 1 0 0 0,-1 1 0 0 0,23 24 0 0 0,-39-35 0 0 0,0 1 0 0 0,0-1 0 0 0,-1 1 0 0 0,0 1 0 0 0,0-1 0 0 0,-1 1 0 0 0,0 0 0 0 0,-1 0 0 0 0,0 0 0 0 0,0 1 0 0 0,-1 0 0 0 0,0-1 0 0 0,-1 1 0 0 0,0 0 0 0 0,-1 0 0 0 0,0 0 0 0 0,0 1 0 0 0,-1-1 0 0 0,-1 0 0 0 0,1 0 0 0 0,-3 11 0 0 0,-3-1 0 0 0,0 0 0 0 0,-1-1 0 0 0,-1 0 0 0 0,0-1 0 0 0,-2 1 0 0 0,0-2 0 0 0,-1 1 0 0 0,-1-2 0 0 0,0 1 0 0 0,-1-2 0 0 0,-1 0 0 0 0,-1 0 0 0 0,-26 20 0 0 0,-33 25 0 0 0,67-53 0 0 0,2-1-391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3:21.4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1 416 0 0,'0'0'13732'0'0,"-5"1"-13092"0"0,-16 3-62 0 0,16-3 2034 0 0,3 0-1949 0 0,0 0 1 0 0,0 0 0 0 0,1 1 0 0 0,-1-1 0 0 0,0 0 0 0 0,1 1 0 0 0,-1-1-1 0 0,1 1 1 0 0,0-1 0 0 0,-1 1 0 0 0,1-1 0 0 0,0 1 0 0 0,0 0-1 0 0,-1 2 1 0 0,7 1-533 0 0,-1 0-1 0 0,1 0 1 0 0,0 0-1 0 0,0-1 1 0 0,0 0 0 0 0,1 0-1 0 0,-1 0 1 0 0,12 5-1 0 0,-10-5 70 0 0,0 0-1 0 0,-1 0 1 0 0,1 1-1 0 0,-1 0 1 0 0,0 0-1 0 0,7 7 1 0 0,-13-10-137 0 0,1-1 1 0 0,0 1-1 0 0,-1-1 1 0 0,1 1 0 0 0,-1 0-1 0 0,1-1 1 0 0,-1 1-1 0 0,0 0 1 0 0,0-1-1 0 0,0 1 1 0 0,0 0 0 0 0,0 0-1 0 0,0-1 1 0 0,0 1-1 0 0,-1 0 1 0 0,1-1-1 0 0,0 1 1 0 0,-1 0-1 0 0,0-1 1 0 0,1 1 0 0 0,-2 2-1 0 0,-21 36 570 0 0,17-31-454 0 0,-33 39-117 0 0,9-13-74 0 0,-6-2 12 0 0,30-29 0 0 0,0 1 0 0 0,0 0 0 0 0,0 0 0 0 0,1 1 0 0 0,-1 0 0 0 0,1 0 0 0 0,1 0 0 0 0,-8 12 0 0 0,11-17 0 0 0,1 0 0 0 0,-1-1 0 0 0,1 1 0 0 0,-1 0 0 0 0,1 0 0 0 0,0 0 0 0 0,-1 0 0 0 0,1 0 0 0 0,0 0 0 0 0,-1 0 0 0 0,1 0 0 0 0,0 0 0 0 0,0 0 0 0 0,0 0 0 0 0,0 0 0 0 0,0 0 0 0 0,0 0 0 0 0,0 0 0 0 0,0 0 0 0 0,1 0 0 0 0,-1 0 0 0 0,0 0 0 0 0,1 0 0 0 0,-1 0 0 0 0,0 0 0 0 0,1-1 0 0 0,-1 1 0 0 0,1 1 0 0 0,1-1 0 0 0,0 1 0 0 0,-1-1 0 0 0,1 0 0 0 0,0 0 0 0 0,0 0 0 0 0,-1 0 0 0 0,1 0 0 0 0,0 0 0 0 0,0-1 0 0 0,0 1 0 0 0,0-1 0 0 0,4 1 0 0 0,54 0 0 0 0,-12-7 0 0 0,-1-2 0 0 0,49-15 0 0 0,-81 20 0 0 0,-15 3 0 0 0,0 0 0 0 0,0 0 0 0 0,-1 0 0 0 0,1 1 0 0 0,0-1 0 0 0,0 0 0 0 0,0 0 0 0 0,0 0 0 0 0,0 0 0 0 0,-1 0 0 0 0,1 0 0 0 0,0 1 0 0 0,0-1 0 0 0,0 0 0 0 0,0 0 0 0 0,0 0 0 0 0,0 0 0 0 0,0 0 0 0 0,0 1 0 0 0,0-1 0 0 0,0 0 0 0 0,0 0 0 0 0,0 0 0 0 0,0 1 0 0 0,-1-1 0 0 0,1 0 0 0 0,0 0 0 0 0,0 0 0 0 0,0 0 0 0 0,1 1 0 0 0,-1-1 0 0 0,0 0 0 0 0,0 0 0 0 0,0 0 0 0 0,0 0 0 0 0,0 1 0 0 0,0-1 0 0 0,0 0 0 0 0,0 0 0 0 0,0 0 0 0 0,0 0 0 0 0,0 1 0 0 0,0-1 0 0 0,1 0 0 0 0,-1 0 0 0 0,0 0 0 0 0,0 0 0 0 0,0 0 0 0 0,0 0 0 0 0,0 0 0 0 0,1 1 0 0 0,-1-1 0 0 0,0 0 0 0 0,0 0 0 0 0,0 0 0 0 0,1 0 0 0 0,-13 9 0 0 0,11-8-30 0 0,0 0 0 0 0,-1 0 0 0 0,1 0 0 0 0,0 0 0 0 0,0 1 0 0 0,0-1 0 0 0,0 0 0 0 0,0 1 0 0 0,0-1 0 0 0,0 1 0 0 0,0-1 0 0 0,0 1 0 0 0,1-1 0 0 0,-1 1 0 0 0,1-1 0 0 0,-1 1 0 0 0,1 0 0 0 0,-1 2 0 0 0,-5 11-1884 0 0,-2-10-1323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1.6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478 258 252 0 0,'0'0'1165'0'0,"-6"-8"1631"0"0,-5-11 1144 0 0,2-15-1732 0 0,-2 0-573 0 0,9-1-629 0 0,3 30-754 0 0,-1-1 1 0 0,0 1-1 0 0,0 0 1 0 0,0 0 0 0 0,-1 0-1 0 0,0-1 1 0 0,0 1-1 0 0,0 0 1 0 0,-1 0 0 0 0,-1-5-1 0 0,2 8-4 0 0,0 0 1 0 0,0 0-1 0 0,1-1 0 0 0,-1 1 1 0 0,1 0-1 0 0,-1 0 0 0 0,1-1 1 0 0,0 1-1 0 0,0-1 0 0 0,0 1 1 0 0,1-4-1 0 0,-3-19 4033 0 0,1 24-1244 0 0,2-2-1985 0 0,-2-2 2480 0 0,-10 26-1427 0 0,-30 67-2105 0 0,-5-1 0 0 0,-111 159 0 0 0,41-104 0 0 0,87-102 0 0 0,19-35 0 0 0,0-21-206 0 0,9 11-589 0 0,0 0 0 0 0,0 0-1 0 0,1 0 1 0 0,0-1 0 0 0,0 1 0 0 0,0 0 0 0 0,0-1-1 0 0,3-9 1 0 0,-1 0-3856 0 0,-1 0-3637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1.9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36 452 0 0,'-1'-7'2228'0'0,"-1"-8"3817"0"0,3 2 12477 0 0,30 72-17619 0 0,48 79 2029 0 0,-70-125-2721 0 0,1 0 0 0 0,0 0-1 0 0,1-1 1 0 0,0 0-1 0 0,0-1 1 0 0,1-1-1 0 0,23 16 1 0 0,-28-20-211 0 0,-5-5 0 0 0,0 1 0 0 0,0-1 0 0 0,0 1 0 0 0,0-1 0 0 0,0 0 0 0 0,0 0 0 0 0,1 0 0 0 0,-1 0 0 0 0,0 0 0 0 0,1 0 0 0 0,-1-1 0 0 0,1 1 0 0 0,-1-1 0 0 0,1 0 0 0 0,2 0 0 0 0,12 1 0 0 0,-16-1-165 0 0,0 1 1 0 0,0-1-1 0 0,-1 0 1 0 0,1 0-1 0 0,0 0 1 0 0,0 0-1 0 0,0 0 1 0 0,0 0-1 0 0,0 0 0 0 0,0 0 1 0 0,0 0-1 0 0,0 0 1 0 0,0 0-1 0 0,0 0 1 0 0,0-1-1 0 0,0 1 1 0 0,0-1-1 0 0,0 1 0 0 0,0 0 1 0 0,0-1-1 0 0,-1 1 1 0 0,1-1-1 0 0,0 0 1 0 0,0 1-1 0 0,0-1 1 0 0,-1 0-1 0 0,1 1 1 0 0,0-1-1 0 0,-1 0 0 0 0,1 0 1 0 0,-1 0-1 0 0,1 1 1 0 0,-1-1-1 0 0,1 0 1 0 0,-1 0-1 0 0,0 0 1 0 0,1 0-1 0 0,-1 0 0 0 0,0 0 1 0 0,0 0-1 0 0,0 0 1 0 0,0 0-1 0 0,0 0 1 0 0,0 0-1 0 0,0-1 1 0 0,0 1-480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2.3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1760 0 0,'0'0'29286'0'0,"4"3"-27994"0"0,0 2-1262 0 0,0 0 0 0 0,0 0 0 0 0,0 1 0 0 0,-1 0 0 0 0,0-1 0 0 0,0 1 0 0 0,0 0 0 0 0,-1 0 0 0 0,1 1 0 0 0,-1-1 0 0 0,-1 0 0 0 0,0 1 0 0 0,2 12 0 0 0,0 17-24 0 0,-1 45-1 0 0,-2-67-7 0 0,7 39 2 0 0,-5-39 0 0 0,3-1 0 0 0,-10-38 0 0 0,0 8-1819 0 0,-6 5-5419 0 0,11 11 6911 0 0,-1 1 0 0 0,1 0 0 0 0,0 0 1 0 0,-1 0-1 0 0,1-1 0 0 0,0 1 0 0 0,-1 0 0 0 0,1-1 0 0 0,0 1 0 0 0,0 0 0 0 0,-1-1 0 0 0,1 1 0 0 0,0 0 1 0 0,0-1-1 0 0,-1 1 0 0 0,1-1 0 0 0,0 1 0 0 0,0 0 0 0 0,0-1 0 0 0,0 1 0 0 0,0-1 0 0 0,0 1 1 0 0,0-1-1 0 0,0 1 0 0 0,0 0 0 0 0,0-1 0 0 0,0 1 0 0 0,0-1 0 0 0,0 0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2.8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14 368 0 0,'5'-14'28767'0'0,"-7"20"-27713"0"0,-6 15-77 0 0,8-14-99 0 0,4-3-831 0 0,1-1 1 0 0,0 0-1 0 0,1 0 1 0 0,-1 0 0 0 0,0-1-1 0 0,1 0 1 0 0,-1 0 0 0 0,1 0-1 0 0,0-1 1 0 0,-1 1-1 0 0,1-1 1 0 0,0-1 0 0 0,0 1-1 0 0,11-2 1 0 0,-6 2-39 0 0,14-1-8 0 0,0-1 0 0 0,0-1-1 0 0,35-8 1 0 0,74-9-17 0 0,-131 19-195 0 0,-8 4-5564 0 0,-18 10 2449 0 0,-47 23 1 0 0,43-24 1344 0 0,1 1 0 0 0,-28 20 1 0 0,19-11 2304 0 0,-1-4 3504 0 0,36-19-3702 0 0,0 0 0 0 0,1 0 0 0 0,-1 0 0 0 0,0 1 0 0 0,1-1 0 0 0,-1 0 0 0 0,0 0 0 0 0,1 0 0 0 0,-1 0-1 0 0,0 1 1 0 0,0-1 0 0 0,1 0 0 0 0,-1 0 0 0 0,0 0 0 0 0,0 1 0 0 0,1-1 0 0 0,-1 0 0 0 0,0 0 0 0 0,0 1 0 0 0,0-1 0 0 0,0 0 0 0 0,1 1 0 0 0,-1-1 0 0 0,0 0 0 0 0,0 0 0 0 0,0 1 0 0 0,0-1 0 0 0,0 0-1 0 0,0 1 1 0 0,0-1 0 0 0,0 0 0 0 0,0 1 0 0 0,0-1 0 0 0,0 0 0 0 0,0 1 0 0 0,0-1 0 0 0,0 0 0 0 0,0 1 0 0 0,0-1 0 0 0,0 0 0 0 0,0 1 0 0 0,-1-1 0 0 0,1 0 0 0 0,0 0 0 0 0,0 1 0 0 0,0-1 0 0 0,0 0-1 0 0,-1 0 1 0 0,1 1 0 0 0,0-1 0 0 0,0 0 0 0 0,-1 0 0 0 0,1 1 0 0 0,0-1 0 0 0,0 0 0 0 0,-1 0 0 0 0,1 0 0 0 0,0 0 0 0 0,-1 0 0 0 0,1 1 0 0 0,-1-1 0 0 0,30 6 1538 0 0,1-4-266 0 0,0-2 0 0 0,45-4 0 0 0,-10-11-4156 0 0,-55 11 669 0 0,-1 0-1 0 0,1 0 1 0 0,-1-1 0 0 0,12-7 0 0 0,-7 3-5021 0 0,4 1 542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3.3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236 24 168 0 0,'0'-2'4556'0'0,"-3"-12"9649"0"0,-4 13-14355 0 0,-11-4 8997 0 0,12 4-7541 0 0,3 0 633 0 0,0 2-1072 0 0,-10 6-765 0 0,1 1 1 0 0,0 0-1 0 0,1 0 0 0 0,0 1 0 0 0,0 1 1 0 0,1 0-1 0 0,0 0 0 0 0,-17 23 0 0 0,-14 14 7 0 0,37-43-109 0 0,0 0 0 0 0,1 0 0 0 0,0 1 0 0 0,0-1 0 0 0,0 1 0 0 0,0 0 0 0 0,1 0 0 0 0,-1 0 0 0 0,1 0 0 0 0,1 0 0 0 0,-1 0 0 0 0,1 0 0 0 0,-2 11 0 0 0,3-13 0 0 0,0 0 0 0 0,0 0 0 0 0,0 1 0 0 0,0-1 0 0 0,1 0 0 0 0,-1 0 0 0 0,1 0 0 0 0,0 0 0 0 0,0 0 0 0 0,0 0 0 0 0,0 0 0 0 0,1 0 0 0 0,-1 0 0 0 0,1-1 0 0 0,0 1 0 0 0,-1 0 0 0 0,1-1 0 0 0,0 1 0 0 0,1-1 0 0 0,-1 0 0 0 0,0 0 0 0 0,1 0 0 0 0,-1 0 0 0 0,5 3 0 0 0,2-1 0 0 0,0-1 0 0 0,0 0 0 0 0,0 0 0 0 0,0-1 0 0 0,0 0 0 0 0,1 0 0 0 0,-1-1 0 0 0,0 0 0 0 0,1-1 0 0 0,-1 0 0 0 0,1 0 0 0 0,-1-1 0 0 0,17-4 0 0 0,1-1 0 0 0,-1 0 0 0 0,0-3 0 0 0,40-16 0 0 0,-66 25 0 0 0,4-2 0 0 0,1 1 0 0 0,-1-1 0 0 0,0 0 0 0 0,1 0 0 0 0,-1-1 0 0 0,0 1 0 0 0,-1-1 0 0 0,1 0 0 0 0,0 0 0 0 0,-1 0 0 0 0,1 0 0 0 0,-1 0 0 0 0,0-1 0 0 0,0 0 0 0 0,-1 1 0 0 0,1-1 0 0 0,-1 0 0 0 0,1-1 0 0 0,-1 1 0 0 0,-1 0 0 0 0,1-1 0 0 0,-1 1 0 0 0,1-1 0 0 0,-1 1 0 0 0,1-10 0 0 0,-3 12 0 0 0,1-1 0 0 0,0 1 0 0 0,-1 0 0 0 0,1-1 0 0 0,-1 1 0 0 0,0 0 0 0 0,0 0 0 0 0,0-1 0 0 0,0 1 0 0 0,0 0 0 0 0,0 0 0 0 0,-1 0 0 0 0,1 0 0 0 0,-1 1 0 0 0,1-1 0 0 0,-1 0 0 0 0,0 1 0 0 0,-4-4 0 0 0,2 2 0 0 0,0 1 0 0 0,0-1 0 0 0,0 1 0 0 0,-1 0 0 0 0,0 0 0 0 0,1 0 0 0 0,-1 1 0 0 0,0 0 0 0 0,0 0 0 0 0,1 0 0 0 0,-9 0 0 0 0,-3 0 0 0 0,-2 1 0 0 0,4 2 0 0 0,14-2 0 0 0,0 0 0 0 0,0 0 0 0 0,-1 1 0 0 0,1-1 0 0 0,0 0 0 0 0,0 0 0 0 0,-1 0 0 0 0,1 0 0 0 0,0 0 0 0 0,0 0 0 0 0,-1 0 0 0 0,1 0 0 0 0,0 0 0 0 0,0 1 0 0 0,-1-1 0 0 0,1 0 0 0 0,0 0 0 0 0,0 0 0 0 0,0 0 0 0 0,0 1 0 0 0,-1-1 0 0 0,1 0 0 0 0,0 0 0 0 0,0 0 0 0 0,0 1 0 0 0,0-1 0 0 0,0 0 0 0 0,-1 0 0 0 0,1 1 0 0 0,0-1 0 0 0,0 0 0 0 0,0 0 0 0 0,0 1 0 0 0,0-1 0 0 0,0 0 0 0 0,0 0 0 0 0,0 1 0 0 0,0-1 0 0 0,0 0 0 0 0,0 0 0 0 0,0 1 0 0 0,9 10-4129 0 0,-7-10 3137 0 0,0 0 1 0 0,0 0 0 0 0,0 0-1 0 0,1 0 1 0 0,-1 0-1 0 0,0-1 1 0 0,0 1 0 0 0,0-1-1 0 0,1 1 1 0 0,-1-1-1 0 0,0 0 1 0 0,4 0-1 0 0,8 0-7860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3.6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43 1 2588 0 0,'0'0'26291'0'0,"-2"5"-24822"0"0,-32 88 950 0 0,30-81-2419 0 0,2-1 0 0 0,2 3 0 0 0,0-14-6 0 0,0 0 0 0 0,0 0-1 0 0,0 1 1 0 0,0-1 0 0 0,0 0 0 0 0,0 0 0 0 0,0 0-1 0 0,0 1 1 0 0,0-1 0 0 0,0 0 0 0 0,0 0 0 0 0,0 0-1 0 0,0 1 1 0 0,0-1 0 0 0,0 0 0 0 0,0 0 0 0 0,0 1-1 0 0,0-1 1 0 0,0 0 0 0 0,0 0 0 0 0,0 0 0 0 0,0 1-1 0 0,0-1 1 0 0,1 0 0 0 0,-1 0 0 0 0,0 0 0 0 0,0 0-1 0 0,0 1 1 0 0,0-1 0 0 0,0 0 0 0 0,1 0 0 0 0,-1 0-1 0 0,0 0 1 0 0,0 0 0 0 0,0 1 0 0 0,1-1 0 0 0,-1 0-1 0 0,0 0 1 0 0,0 0 0 0 0,0 0 0 0 0,1 0 0 0 0,-1 0-1 0 0,0 0 1 0 0,0 0 0 0 0,1 0 0 0 0,-1 0 0 0 0,4-2-586 0 0,1-1 1 0 0,-1 0 0 0 0,0 0 0 0 0,0 0-1 0 0,0 0 1 0 0,0-1 0 0 0,5-7 0 0 0,5-4-4569 0 0,-3 1-3365 0 0,2-2 621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0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106 0 348 0 0,'0'0'26032'0'0,"-8"3"-24623"0"0,-3 2-698 0 0,0 0 0 0 0,0 1 0 0 0,0 1 0 0 0,1-1 1 0 0,-1 2-1 0 0,-15 14 0 0 0,20-13-711 0 0,6 5 0 0 0,0-13 0 0 0,0 1 0 0 0,0-1 0 0 0,0 1 0 0 0,0 0 0 0 0,0-1 0 0 0,1 1 0 0 0,-1-1 0 0 0,1 1 0 0 0,-1 0 0 0 0,1-1 0 0 0,0 1 0 0 0,-1-1 0 0 0,1 0 0 0 0,0 1 0 0 0,0-1 0 0 0,0 0 0 0 0,0 1 0 0 0,0-1 0 0 0,1 0 0 0 0,-1 0 0 0 0,0 0 0 0 0,0 0 0 0 0,1 0 0 0 0,-1 0 0 0 0,1 0 0 0 0,1 0 0 0 0,35 7 0 0 0,-30-7 0 0 0,42 7 0 0 0,-14-4 0 0 0,-1 2 0 0 0,65 20 0 0 0,-89-23 0 0 0,-9-3 0 0 0,0 0 0 0 0,0 0 0 0 0,0 0 0 0 0,0 1 0 0 0,0-1 0 0 0,0 1 0 0 0,0-1 0 0 0,-1 1 0 0 0,1 0 0 0 0,0 0 0 0 0,0 0 0 0 0,-1 0 0 0 0,1 0 0 0 0,0 0 0 0 0,-1 0 0 0 0,1 1 0 0 0,-1-1 0 0 0,0 0 0 0 0,1 1 0 0 0,-1-1 0 0 0,0 1 0 0 0,0 0 0 0 0,0-1 0 0 0,0 1 0 0 0,0 0 0 0 0,0 0 0 0 0,0 0 0 0 0,-1 0 0 0 0,1-1 0 0 0,-1 1 0 0 0,1 0 0 0 0,-1 0 0 0 0,0 3 0 0 0,1-2 0 0 0,-1 1 0 0 0,0-1 0 0 0,0 0 0 0 0,-1 1 0 0 0,1-1 0 0 0,-1 0 0 0 0,1 1 0 0 0,-1-1 0 0 0,0 0 0 0 0,0 0 0 0 0,-1 1 0 0 0,1-1 0 0 0,-1 0 0 0 0,1 0 0 0 0,-1 0 0 0 0,0-1 0 0 0,0 1 0 0 0,0 0 0 0 0,0-1 0 0 0,-1 1 0 0 0,1-1 0 0 0,-1 0 0 0 0,0 0 0 0 0,1 0 0 0 0,-1 0 0 0 0,0 0 0 0 0,0-1 0 0 0,0 1 0 0 0,0-1 0 0 0,-1 0 0 0 0,1 0 0 0 0,0 0 0 0 0,0 0 0 0 0,-1 0 0 0 0,-3-1 0 0 0,2 1-327 0 0,0-2-1 0 0,0 1 1 0 0,0 0-1 0 0,0-1 1 0 0,0 0-1 0 0,0 0 1 0 0,1 0-1 0 0,-7-3 1 0 0,4 0-1248 0 0,-1 0-1 0 0,1 0 1 0 0,-1-1 0 0 0,1 0 0 0 0,1-1 0 0 0,-1 1 0 0 0,1-1 0 0 0,0 0 0 0 0,-7-9 0 0 0,5 3-6337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3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45 1440 0 0,'0'0'4629'0'0,"20"-1"1558"0"0,10 3-2661 0 0,1-2-1 0 0,35-4 1 0 0,66-14 258 0 0,-30 3-3096 0 0,-94 13-926 0 0,9-4-4626 0 0,-8 5-7319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6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0 2084 0 0,'0'0'14616'0'0,"-3"4"-12378"0"0,-1 3-1616 0 0,0 0 0 0 0,1 0 0 0 0,0 0 1 0 0,0 0-1 0 0,1 1 0 0 0,0-1 0 0 0,0 1 1 0 0,1-1-1 0 0,0 1 0 0 0,0 0 0 0 0,1 14 0 0 0,0-2 969 0 0,0 0 0 0 0,2-1-1 0 0,8 38 1 0 0,15 21-1591 0 0,-7-18 0 0 0,-12-49 0 0 0,-2-5-150 0 0,-3-4-786 0 0,-2-10-3094 0 0,-8-29 308 0 0,-4 8-7586 0 0,7 14 4212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9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 47 296 0 0,'0'0'7564'0'0,"-8"-1"-5999"0"0,6 1-120 0 0,7 0 7295 0 0,105-5-5191 0 0,-50-5-4705 0 0,-8-7-6426 0 0,-43 11 2125 0 0,2-2 417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312 25 1800 0 0,'0'0'1906'0'0,"-15"-19"4372"0"0,8 13 1552 0 0,2 6-7196 0 0,0 0 1 0 0,1 0 0 0 0,-1 0 0 0 0,0 1 0 0 0,0 0 0 0 0,0 0-1 0 0,1 0 1 0 0,-1 0 0 0 0,0 1 0 0 0,1 0 0 0 0,-8 3 0 0 0,-57 35 2564 0 0,38-21-1887 0 0,-44 29 313 0 0,70-45-1545 0 0,1 1 0 0 0,0-1 0 0 0,0 1 0 0 0,1 0-1 0 0,-1 0 1 0 0,1 0 0 0 0,0 0 0 0 0,0 1 0 0 0,0-1 0 0 0,0 1 0 0 0,1 0 0 0 0,0 0 0 0 0,0 0 0 0 0,-2 5 0 0 0,4-7-80 0 0,-1-1 0 0 0,1 1 0 0 0,0-1 0 0 0,0 1 0 0 0,0 0 0 0 0,0-1 0 0 0,0 1 0 0 0,1-1 0 0 0,-1 1 0 0 0,1-1 0 0 0,-1 1 0 0 0,1-1 0 0 0,0 1 0 0 0,0-1 0 0 0,0 0 0 0 0,0 0 0 0 0,0 1 0 0 0,1-1 0 0 0,-1 0 0 0 0,1 0 0 0 0,-1 0 0 0 0,1 0 0 0 0,0 0 0 0 0,0-1 0 0 0,0 1 0 0 0,0 0 0 0 0,0-1 0 0 0,0 0 0 0 0,0 1 0 0 0,1-1 0 0 0,-1 0 0 0 0,3 1 0 0 0,6 2 0 0 0,0-1 0 0 0,0 0 0 0 0,0-1 0 0 0,1 0 0 0 0,14 0 0 0 0,-17-1 0 0 0,69 9 0 0 0,62 5 0 0 0,-123-13 0 0 0,-6 5 0 0 0,-10-6 0 0 0,-1 0 0 0 0,1-1 0 0 0,-1 1 0 0 0,1 0 0 0 0,-1 0 0 0 0,1 0 0 0 0,-1 0 0 0 0,0 0 0 0 0,0 0 0 0 0,1 0 0 0 0,-1 0 0 0 0,0 0 0 0 0,0 0 0 0 0,0 0 0 0 0,0 0 0 0 0,0 0 0 0 0,0 0 0 0 0,0 0 0 0 0,-1 0 0 0 0,1 0 0 0 0,0 0 0 0 0,0 0 0 0 0,-1 0 0 0 0,1 0 0 0 0,-1 0 0 0 0,1 0 0 0 0,-1-1 0 0 0,0 2 0 0 0,-4 8 0 0 0,-1 0 0 0 0,-1 0 0 0 0,1-1 0 0 0,-2 0 0 0 0,1-1 0 0 0,-1 0 0 0 0,0 0 0 0 0,-1 0 0 0 0,0-1 0 0 0,-10 6 0 0 0,8-8 0 0 0,-4-1 0 0 0,1-13 0 0 0,11-1-203 0 0,4 8-162 0 0,0-1-1 0 0,-1 0 0 0 0,1 0 1 0 0,0 1-1 0 0,1-1 0 0 0,-1 1 1 0 0,0-1-1 0 0,1 1 0 0 0,-1-1 1 0 0,1 1-1 0 0,0 0 0 0 0,0 0 1 0 0,0 0-1 0 0,0 0 0 0 0,4-3 1 0 0,17-12-5668 0 0,-1 7-4960 0 0,-8 6 5545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5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1 544 0 0,'0'0'13873'0'0,"-1"6"-11800"0"0,-2 10-179 0 0,1 0 1 0 0,0 1-1 0 0,1-1 0 0 0,1 0 0 0 0,1 1 0 0 0,5 30 1 0 0,39 127 949 0 0,-55-168-19086 0 0,-10-15 13995 0 0,18 8 295 0 0,-16-8-4881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7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 1076 0 0,'0'0'14747'0'0,"9"1"-13107"0"0,5 3-993 0 0,42 8 3077 0 0,72 6-1 0 0,-105-16-4621 0 0,-1-2 0 0 0,32-3 0 0 0,-42 2-1224 0 0,1-2 0 0 0,-1 1 0 0 0,0-2 0 0 0,0 1 1 0 0,17-9-1 0 0,-5-1-3574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6.3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51 0 56 0 0,'-2'4'2402'0'0,"-4"6"-442"0"0,0 1 1 0 0,1-1-1 0 0,1 2 1 0 0,0-1 0 0 0,0 0-1 0 0,1 1 1 0 0,-3 19-1 0 0,5-15-963 0 0,0 0-1 0 0,1 0 0 0 0,0 0 1 0 0,2 0-1 0 0,0 0 0 0 0,0 0 0 0 0,2 0 1 0 0,0-1-1 0 0,7 20 0 0 0,29 44 1811 0 0,-1-3-952 0 0,-41-89-2093 0 0,2 11 166 0 0,0-1 1 0 0,-1 1-1 0 0,1 0 0 0 0,0-1 0 0 0,-1 1 1 0 0,1 0-1 0 0,-1 0 0 0 0,0-1 0 0 0,0 1 1 0 0,0 0-1 0 0,-1-3 0 0 0,-50-109-2953 0 0,40 92 2476 0 0,2-1 0 0 0,1 0 0 0 0,-8-31-1 0 0,16 52 591 0 0,1-1-1 0 0,-1 1 0 0 0,1-1 1 0 0,-1 1-1 0 0,1-1 0 0 0,0 1 1 0 0,0-1-1 0 0,0 0 0 0 0,1 1 0 0 0,-1-1 1 0 0,0 1-1 0 0,1-1 0 0 0,0 1 1 0 0,0 0-1 0 0,-1-1 0 0 0,1 1 1 0 0,1-1-1 0 0,-1 1 0 0 0,2-3 0 0 0,1 1 112 0 0,-1 0 0 0 0,1 0 0 0 0,0 0 0 0 0,0 1 0 0 0,0-1 0 0 0,0 1 0 0 0,1 0 0 0 0,9-4 0 0 0,5-2 354 0 0,1 2 0 0 0,0 0 0 0 0,34-6-1 0 0,-27 7-201 0 0,0 0-1 0 0,1 2 1 0 0,-1 1-1 0 0,1 1 0 0 0,0 2 1 0 0,48 4-1 0 0,-69-1-303 0 0,3 2 0 0 0,-9-4 0 0 0,-1-1 0 0 0,0 0 0 0 0,1 0 0 0 0,-1 1 0 0 0,0-1 0 0 0,0 0 0 0 0,1 1 0 0 0,-1-1 0 0 0,0 0 0 0 0,0 1 0 0 0,0-1 0 0 0,1 1 0 0 0,-1-1 0 0 0,0 0 0 0 0,0 1 0 0 0,0-1 0 0 0,0 1 0 0 0,0-1 0 0 0,0 0 0 0 0,0 1 0 0 0,0-1 0 0 0,0 1 0 0 0,0-1 0 0 0,0 1 0 0 0,0-1 0 0 0,0 0 0 0 0,0 1 0 0 0,0-1 0 0 0,0 1 0 0 0,0-1 0 0 0,0 0 0 0 0,-1 1 0 0 0,-2 4 0 0 0,0 0 0 0 0,0 0 0 0 0,0-1 0 0 0,-1 1 0 0 0,1-1 0 0 0,-1 0 0 0 0,0 0 0 0 0,-1 0 0 0 0,1-1 0 0 0,-5 4 0 0 0,-61 35 0 0 0,34-21 0 0 0,2 1 0 0 0,1 1 0 0 0,-35 33 0 0 0,66-54 0 0 0,1-1 0 0 0,-1 1 0 0 0,1 0 0 0 0,0 0 0 0 0,0 0 0 0 0,0 0 0 0 0,-1 0 0 0 0,2 0 0 0 0,-1 0 0 0 0,0 0 0 0 0,0 0 0 0 0,1 0 0 0 0,-1 0 0 0 0,1 1 0 0 0,0-1 0 0 0,-1 0 0 0 0,1 0 0 0 0,0 1 0 0 0,1-1 0 0 0,-1 0 0 0 0,0 1 0 0 0,1-1 0 0 0,-1 0 0 0 0,1 0 0 0 0,0 3 0 0 0,2 1 0 0 0,-1-1 0 0 0,0 0 0 0 0,1 0 0 0 0,0 0 0 0 0,0 0 0 0 0,0 0 0 0 0,8 7 0 0 0,2 1 0 0 0,1-1 0 0 0,0-1 0 0 0,1 0 0 0 0,0-1 0 0 0,1 0 0 0 0,0-1 0 0 0,0-1 0 0 0,1-1 0 0 0,22 6 0 0 0,-11-4 0 0 0,1-3 0 0 0,-1 0 0 0 0,2-2 0 0 0,-1-1 0 0 0,30-1 0 0 0,-56-2-76 0 0,-1-1 1 0 0,0 0-1 0 0,1 1 0 0 0,-1-1 0 0 0,0 0 1 0 0,0 0-1 0 0,1-1 0 0 0,-1 1 0 0 0,0 0 1 0 0,0-1-1 0 0,0 1 0 0 0,-1-1 1 0 0,1 0-1 0 0,0 1 0 0 0,-1-1 0 0 0,1 0 1 0 0,-1 0-1 0 0,1 0 0 0 0,-1 0 0 0 0,0 0 1 0 0,0 0-1 0 0,0-1 0 0 0,1-3 1 0 0,-4 2-3870 0 0,-12-11 749 0 0,5 9-6368 0 0,-2 2 1556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12.9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25 130 884 0 0,'-24'-23'12026'0'0,"26"6"-7956"0"0,9 8-3220 0 0,1 0 0 0 0,0 1-1 0 0,0 0 1 0 0,1 1-1 0 0,0 1 1 0 0,0 0 0 0 0,1 1-1 0 0,0 0 1 0 0,26-5 0 0 0,-37 9-805 0 0,70-14 2148 0 0,-71 15-1967 0 0,14 0 1184 0 0,-16 0-1385 0 0,0 0-1 0 0,1 0 0 0 0,-1 0 0 0 0,1 0 1 0 0,-1 0-1 0 0,1 0 0 0 0,-1 0 0 0 0,0 1 1 0 0,1-1-1 0 0,-1 0 0 0 0,0 0 0 0 0,1 0 1 0 0,-1 1-1 0 0,0-1 0 0 0,1 0 1 0 0,-1 0-1 0 0,0 1 0 0 0,1-1 0 0 0,-1 0 1 0 0,0 1-1 0 0,0-1 0 0 0,1 0 0 0 0,-1 1 1 0 0,0-1-1 0 0,0 1 0 0 0,0-1 0 0 0,1 0 1 0 0,-1 1-1 0 0,0-1 0 0 0,0 1 0 0 0,0-1 1 0 0,0 0-1 0 0,0 1 0 0 0,0-1 0 0 0,0 1 1 0 0,0-1-1 0 0,0 0 0 0 0,0 1 1 0 0,0-1-1 0 0,0 1 0 0 0,0-1 0 0 0,-11 28 1041 0 0,-31 37 247 0 0,36-56-1310 0 0,-59 69 19 0 0,50-64-21 0 0,2 1-1 0 0,0 1 1 0 0,0 0 0 0 0,2 1-1 0 0,0 0 1 0 0,1 1-1 0 0,-9 22 1 0 0,17-38 0 0 0,1 1 0 0 0,0 0 0 0 0,0 0 0 0 0,0-1 0 0 0,1 1 0 0 0,-1 0 0 0 0,1 0 0 0 0,-1 0 0 0 0,1 0 0 0 0,0 0 0 0 0,0 0 0 0 0,1 0 0 0 0,-1 0 0 0 0,1 0 0 0 0,-1 0 0 0 0,1-1 0 0 0,0 1 0 0 0,0 0 0 0 0,0 0 0 0 0,0-1 0 0 0,2 4 0 0 0,0-3 0 0 0,-1-1 0 0 0,1 1 0 0 0,0-1 0 0 0,-1 0 0 0 0,1 0 0 0 0,0 0 0 0 0,0 0 0 0 0,1 0 0 0 0,-1-1 0 0 0,0 1 0 0 0,0-1 0 0 0,1 0 0 0 0,-1 0 0 0 0,1-1 0 0 0,3 2 0 0 0,10-1 0 0 0,0 0 0 0 0,1 0 0 0 0,-1-2 0 0 0,0 0 0 0 0,34-7 0 0 0,-18 0 0 0 0,0-1 0 0 0,-1-1 0 0 0,0-2 0 0 0,-1-1 0 0 0,0-1 0 0 0,30-20 0 0 0,-54 28 0 0 0,-9-5 0 0 0,-15 3 0 0 0,13 8-312 0 0,0 1 0 0 0,0 0-1 0 0,0-1 1 0 0,1 2 0 0 0,-1-1 0 0 0,0 0-1 0 0,1 1 1 0 0,-1 0 0 0 0,1-1 0 0 0,-1 1-1 0 0,1 1 1 0 0,0-1 0 0 0,0 0 0 0 0,0 1-1 0 0,0 0 1 0 0,0-1 0 0 0,1 1 0 0 0,-1 0 0 0 0,-2 5-1 0 0,-4 5-2441 0 0,1 0 0 0 0,0 0 0 0 0,-10 24 0 0 0,6-13-5963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6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163 21 576 0 0,'-1'-1'676'0'0,"0"-1"0"0"0,1 1 0 0 0,-1 0 0 0 0,0-1-1 0 0,0 1 1 0 0,0 0 0 0 0,0 0 0 0 0,0 0 0 0 0,-1 0 0 0 0,1 0 0 0 0,0 0-1 0 0,0 0 1 0 0,-1 0 0 0 0,1 1 0 0 0,-1-1 0 0 0,1 0 0 0 0,0 1 0 0 0,-1-1-1 0 0,1 1 1 0 0,-1-1 0 0 0,1 1 0 0 0,-1 0 0 0 0,0 0 0 0 0,1 0 0 0 0,-1 0 0 0 0,1 0-1 0 0,-1 0 1 0 0,1 0 0 0 0,-1 0 0 0 0,1 0 0 0 0,-1 1 0 0 0,1-1 0 0 0,-1 1-1 0 0,1-1 1 0 0,-2 2 0 0 0,-17 17 7297 0 0,3 7-8309 0 0,3 3 392 0 0,1-1 0 0 0,1 2-1 0 0,2-1 1 0 0,-8 37 0 0 0,15-55-60 0 0,1 2 0 0 0,0-1 0 0 0,1 0 0 0 0,0 0 0 0 0,1 0 0 0 0,0 1 0 0 0,1-1 0 0 0,1 0 0 0 0,0 0 0 0 0,0 0 0 0 0,1 0 0 0 0,0 0 0 0 0,8 16 0 0 0,-9-24 4 0 0,0-1 0 0 0,0 0 0 0 0,0 1 0 0 0,0-1 0 0 0,1 0 0 0 0,-1 0 0 0 0,1 0 0 0 0,0-1 0 0 0,0 1 0 0 0,0 0 0 0 0,0-1 0 0 0,1 0 0 0 0,-1 0 0 0 0,0 0 0 0 0,1 0 0 0 0,-1-1 0 0 0,1 1 0 0 0,4 0 0 0 0,-2-1 0 0 0,0 0 0 0 0,1 0 0 0 0,-1-1 0 0 0,0 0 0 0 0,1 0 0 0 0,-1 0 0 0 0,0-1 0 0 0,0 0 0 0 0,1 0 0 0 0,6-3 0 0 0,7-3 0 0 0,-1-1 0 0 0,0-1 0 0 0,-1 0 0 0 0,0-2 0 0 0,27-19 0 0 0,-38 25 0 0 0,1-1 0 0 0,-1 1 0 0 0,0-1 0 0 0,-1 0 0 0 0,1 0 0 0 0,-1-1 0 0 0,0 0 0 0 0,-1 0 0 0 0,0-1 0 0 0,0 1 0 0 0,0-1 0 0 0,-1 0 0 0 0,0 0 0 0 0,3-13 0 0 0,-6 19 0 0 0,-1 1 0 0 0,1 0 0 0 0,-1-1 0 0 0,0 1 0 0 0,0-1 0 0 0,0 1 0 0 0,0-1 0 0 0,0 1 0 0 0,0-1 0 0 0,0 1 0 0 0,0-1 0 0 0,0 1 0 0 0,-1-1 0 0 0,1 1 0 0 0,-1-1 0 0 0,1 1 0 0 0,-1-1 0 0 0,1 1 0 0 0,-1 0 0 0 0,0 0 0 0 0,0-1 0 0 0,1 1 0 0 0,-1 0 0 0 0,0 0 0 0 0,0 0 0 0 0,-1 0 0 0 0,1 0 0 0 0,0 0 0 0 0,0 0 0 0 0,0 0 0 0 0,-1 0 0 0 0,1 0 0 0 0,0 1 0 0 0,-1-1 0 0 0,1 0 0 0 0,0 1 0 0 0,-1 0 0 0 0,1-1 0 0 0,-1 1 0 0 0,1 0 0 0 0,-1-1 0 0 0,1 1 0 0 0,-1 0 0 0 0,-2 1 0 0 0,-4-2 0 0 0,1 1 0 0 0,-1 1 0 0 0,0 0 0 0 0,1 0 0 0 0,-1 0 0 0 0,-9 4 0 0 0,14-4 0 0 0,0 0 0 0 0,0 0 0 0 0,0 0 0 0 0,1 0 0 0 0,-1 0 0 0 0,1 1 0 0 0,-1-1 0 0 0,1 1 0 0 0,-1 0 0 0 0,1-1 0 0 0,0 1 0 0 0,0 0 0 0 0,0 0 0 0 0,0 1 0 0 0,0-1 0 0 0,0 0 0 0 0,0 1 0 0 0,1-1 0 0 0,0 1 0 0 0,-1-1 0 0 0,1 1 0 0 0,0 0 0 0 0,0 0 0 0 0,0-1 0 0 0,1 1 0 0 0,-1 0 0 0 0,0 0 0 0 0,1 6 0 0 0,0-5 0 0 0,1 0 0 0 0,0 0 0 0 0,0 0 0 0 0,1 0 0 0 0,-1 0 0 0 0,1 0 0 0 0,-1 0 0 0 0,1 0 0 0 0,1-1 0 0 0,-1 1 0 0 0,0-1 0 0 0,1 1 0 0 0,0-1 0 0 0,0 0 0 0 0,0 0 0 0 0,0 0 0 0 0,0 0 0 0 0,0-1 0 0 0,5 3 0 0 0,16 8 0 0 0,-1-1 0 0 0,2-1 0 0 0,0-2 0 0 0,0 0 0 0 0,36 6 0 0 0,-24-5 0 0 0,54 21 0 0 0,-80-26 0 0 0,0 0 0 0 0,0 1 0 0 0,-1 0 0 0 0,0 1 0 0 0,0 0 0 0 0,0 0 0 0 0,-1 1 0 0 0,15 17 0 0 0,-18-17 0 0 0,-1 0 0 0 0,0 0 0 0 0,0 1 0 0 0,-1 0 0 0 0,0-1 0 0 0,-1 2 0 0 0,0-1 0 0 0,0 0 0 0 0,-1 1 0 0 0,0-1 0 0 0,0 1 0 0 0,-2-1 0 0 0,1 1 0 0 0,-1 0 0 0 0,0-1 0 0 0,-1 1 0 0 0,0 0 0 0 0,-1-1 0 0 0,0 1 0 0 0,0-1 0 0 0,-1 0 0 0 0,-4 11 0 0 0,1-4 0 0 0,-1 1 0 0 0,-1-1 0 0 0,0 0 0 0 0,-1-1 0 0 0,-1 0 0 0 0,0-1 0 0 0,-1 0 0 0 0,-1 0 0 0 0,0-1 0 0 0,0 0 0 0 0,-17 11 0 0 0,20-16 0 0 0,-1 0 0 0 0,-1-1 0 0 0,0 0 0 0 0,0-1 0 0 0,0 0 0 0 0,0 0 0 0 0,-1-1 0 0 0,0-1 0 0 0,0 0 0 0 0,0-1 0 0 0,-21 3 0 0 0,31-5 0 0 0,1-1 0 0 0,-1 1 0 0 0,1-1 0 0 0,0 0 0 0 0,-1 0 0 0 0,1 0 0 0 0,-1 0 0 0 0,1 0 0 0 0,0 0 0 0 0,-1 0 0 0 0,1-1 0 0 0,-1 1 0 0 0,1 0 0 0 0,0-1 0 0 0,-1 1 0 0 0,1-1 0 0 0,0 0 0 0 0,0 1 0 0 0,-1-1 0 0 0,1 0 0 0 0,0 0 0 0 0,0 1 0 0 0,-2-3 0 0 0,-3-3 0 0 0,-4-2 0 0 0,5-6 0 0 0,9-4 0 0 0,-1 12 0 0 0,-1 0 0 0 0,1 0 0 0 0,1 1 0 0 0,-1-1 0 0 0,1 1 0 0 0,0-1 0 0 0,0 1 0 0 0,0 1 0 0 0,1-1 0 0 0,0 1 0 0 0,0-1 0 0 0,10-5 0 0 0,-7 3 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7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14 32767 0 0,'17'-3'0'0'0,"-5"1"0"0"0,8-2 0 0 0,-1 4-2248 0 0,-7-5-14822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8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92 0 0,'1'1'790'0'0,"0"0"-1"0"0,0-1 1 0 0,0 1-1 0 0,-1 0 1 0 0,1 0 0 0 0,0 0-1 0 0,-1 0 1 0 0,1 0-1 0 0,0 0 1 0 0,-1 0-1 0 0,1 0 1 0 0,-1 0 0 0 0,1 0-1 0 0,-1 0 1 0 0,0 0-1 0 0,1 0 1 0 0,-1 2 0 0 0,2 28 7061 0 0,-9 26-314 0 0,-17 68-4463 0 0,20-108-3074 0 0,8-4 0 0 0,-3-4-463 0 0,1-40-5415 0 0,0 11 1688 0 0,-1 1-3074 0 0,-1-7-1155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8.2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0 272 0 0,'-16'6'22420'0'0,"30"7"-17736"0"0,16 3-6594 0 0,-16-11 4859 0 0,-3-3-2797 0 0,1-2 0 0 0,-1 1-1 0 0,1-2 1 0 0,-1 1-1 0 0,1-2 1 0 0,-1 1 0 0 0,13-5-1 0 0,41-12-5572 0 0,-56 15 3833 0 0,-7 3 186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8.44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38 1152 0 0,'20'-4'6183'0'0,"40"-6"2111"0"0,5 0-3423 0 0,60-3-3751 0 0,-107 14-3529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9.3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206 10 156 0 0,'0'0'27241'0'0,"-3"-1"-26452"0"0,-9-7-322 0 0,4 8 3577 0 0,1 4-4036 0 0,0-1 0 0 0,0 1 0 0 0,1 0 0 0 0,0 0 0 0 0,-1 1 0 0 0,2 0 0 0 0,-1 0 0 0 0,1 0 0 0 0,-7 9 0 0 0,-4 4-18 0 0,2-4 10 0 0,0 1 0 0 0,1 1 0 0 0,-13 18 0 0 0,22-28 0 0 0,0 1 0 0 0,0 0 0 0 0,1 0 0 0 0,0 0 0 0 0,0 0 0 0 0,1 1 0 0 0,0-1 0 0 0,0 1 0 0 0,0-1 0 0 0,1 1 0 0 0,0 9 0 0 0,1-14 0 0 0,0 0 0 0 0,0 0 0 0 0,0 0 0 0 0,0 0 0 0 0,1 0 0 0 0,-1 0 0 0 0,1 0 0 0 0,0 0 0 0 0,0 0 0 0 0,0 0 0 0 0,0 0 0 0 0,0 0 0 0 0,1 0 0 0 0,-1-1 0 0 0,1 1 0 0 0,0-1 0 0 0,0 1 0 0 0,4 3 0 0 0,-3-4 0 0 0,0 0 0 0 0,0-1 0 0 0,0 1 0 0 0,0-1 0 0 0,1 0 0 0 0,-1 0 0 0 0,0 0 0 0 0,1 0 0 0 0,-1 0 0 0 0,1-1 0 0 0,-1 0 0 0 0,0 0 0 0 0,1 0 0 0 0,-1 0 0 0 0,1 0 0 0 0,-1-1 0 0 0,6 0 0 0 0,11-4 0 0 0,1 0 0 0 0,-1-2 0 0 0,0 0 0 0 0,0-1 0 0 0,-1-1 0 0 0,0 0 0 0 0,-1-2 0 0 0,0 0 0 0 0,0-1 0 0 0,-2-1 0 0 0,1-1 0 0 0,-2 0 0 0 0,16-18 0 0 0,-28 29 0 0 0,-1-1 0 0 0,1 0 0 0 0,-1 0 0 0 0,0 0 0 0 0,0 0 0 0 0,0 0 0 0 0,0-1 0 0 0,-1 1 0 0 0,1 0 0 0 0,0-7 0 0 0,-2 9 0 0 0,0 1 0 0 0,0 0 0 0 0,1 0 0 0 0,-1-1 0 0 0,0 1 0 0 0,0 0 0 0 0,0 0 0 0 0,-1-1 0 0 0,1 1 0 0 0,0 0 0 0 0,0 0 0 0 0,-1 0 0 0 0,1-1 0 0 0,-1 1 0 0 0,1 0 0 0 0,-1 0 0 0 0,1 0 0 0 0,-1 0 0 0 0,0 0 0 0 0,-1-2 0 0 0,-1-1 0 0 0,2 1 0 0 0,0 1 0 0 0,0-1 0 0 0,0 1 0 0 0,0 0 0 0 0,-1-1 0 0 0,0 1 0 0 0,1 0 0 0 0,-1 0 0 0 0,0 0 0 0 0,0 0 0 0 0,0 0 0 0 0,0 1 0 0 0,0-1 0 0 0,0 1 0 0 0,-1-1 0 0 0,1 1 0 0 0,0 0 0 0 0,-1-1 0 0 0,1 1 0 0 0,-1 1 0 0 0,0-1 0 0 0,1 0 0 0 0,-1 1 0 0 0,1-1 0 0 0,-1 1 0 0 0,0 0 0 0 0,0 0 0 0 0,1 0 0 0 0,-4 0 0 0 0,-12 0 0 0 0,0 2 0 0 0,0-1 0 0 0,-30 8 0 0 0,32-4 0 0 0,7 3 0 0 0,8-7-8 0 0,1-1-1 0 0,0 1 1 0 0,0 0 0 0 0,-1 0 0 0 0,1 0-1 0 0,0 0 1 0 0,0 0 0 0 0,0 0-1 0 0,0 0 1 0 0,0 0 0 0 0,0 0 0 0 0,0-1-1 0 0,0 1 1 0 0,1 0 0 0 0,-1 0-1 0 0,0 0 1 0 0,0 0 0 0 0,1 0 0 0 0,-1 0-1 0 0,1-1 1 0 0,-1 1 0 0 0,1 0-1 0 0,-1 0 1 0 0,1-1 0 0 0,-1 1 0 0 0,1 0-1 0 0,0 0 1 0 0,-1-1 0 0 0,1 1-1 0 0,0-1 1 0 0,0 1 0 0 0,-1-1 0 0 0,1 1-1 0 0,0-1 1 0 0,0 1 0 0 0,0-1-1 0 0,-1 0 1 0 0,1 1 0 0 0,0-1 0 0 0,2 0-1 0 0,23 8-17359 0 0,-14-8 8902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9.6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 2444 0 0,'-5'-2'30991'0'0,"0"6"-30168"0"0,-7 7-5088 0 0,5-2 6973 0 0,-25 58-2642 0 0,26-53-66 0 0,1-5-199 0 0,4-8-1017 0 0,6-9-9478 0 0,10-5 6979 0 0,-11 10 1281 0 0,16-18-5722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0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146 19 556 0 0,'0'0'2331'0'0,"0"-2"974"0"0,-7-14 18632 0 0,2 18-20691 0 0,-11 10-822 0 0,1 1 0 0 0,0 1 0 0 0,1 0 0 0 0,0 0 0 0 0,1 2 0 0 0,1 0 0 0 0,-14 22 0 0 0,25-37-424 0 0,0 0 0 0 0,1 0 0 0 0,-1 1 0 0 0,0-1 0 0 0,0 0 0 0 0,1 0 0 0 0,-1 1 0 0 0,1-1 0 0 0,-1 1 0 0 0,1-1 0 0 0,0 0 0 0 0,-1 1 0 0 0,1-1 0 0 0,0 1 0 0 0,0-1 0 0 0,0 1 0 0 0,0-1 0 0 0,0 1 0 0 0,0-1 0 0 0,1 1 0 0 0,-1-1 0 0 0,0 1 0 0 0,1-1 0 0 0,-1 0 0 0 0,1 1 0 0 0,-1-1 0 0 0,1 0 0 0 0,0 1 0 0 0,0-1 0 0 0,-1 0 0 0 0,1 0 0 0 0,0 0 0 0 0,0 1 0 0 0,0-1 0 0 0,0 0 0 0 0,1 0 0 0 0,-1-1 0 0 0,0 1 0 0 0,0 0 0 0 0,3 1 0 0 0,1 0 0 0 0,0 1 0 0 0,1-1 0 0 0,-1 0 0 0 0,1-1 0 0 0,-1 1 0 0 0,1-1 0 0 0,8 1 0 0 0,61-2 0 0 0,-42-1 0 0 0,58 6 0 0 0,-76-3 0 0 0,-13-2 0 0 0,-1 1 0 0 0,0-1 0 0 0,0 1 0 0 0,0-1 0 0 0,1 1 0 0 0,-1 0 0 0 0,0 0 0 0 0,0-1 0 0 0,0 1 0 0 0,0 0 0 0 0,0 0 0 0 0,0 0 0 0 0,0 0 0 0 0,-1 0 0 0 0,1 0 0 0 0,0 0 0 0 0,0 0 0 0 0,-1 0 0 0 0,1 1 0 0 0,-1-1 0 0 0,1 0 0 0 0,-1 0 0 0 0,0 0 0 0 0,1 1 0 0 0,-1-1 0 0 0,0 0 0 0 0,0 1 0 0 0,0-1 0 0 0,0 3 0 0 0,-3 22 0 0 0,3-26 0 0 0,-3 8 0 0 0,0-1 0 0 0,-1 0 0 0 0,0 0 0 0 0,-1 0 0 0 0,1-1 0 0 0,-1 0 0 0 0,-1 0 0 0 0,1 0 0 0 0,-1 0 0 0 0,0-1 0 0 0,0 0 0 0 0,-1 0 0 0 0,1 0 0 0 0,-15 6 0 0 0,7-8 0 0 0,10-2-292 0 0,-1-1 0 0 0,1 0 0 0 0,-1 0 0 0 0,1 0 0 0 0,-1-1 0 0 0,1 1 0 0 0,-1-1 0 0 0,1 0 0 0 0,-7-3 0 0 0,7 3-455 0 0,1-1 0 0 0,0 0 0 0 0,0 0 0 0 0,0-1 0 0 0,0 1 1 0 0,0 0-1 0 0,0-1 0 0 0,1 0 0 0 0,-1 0 0 0 0,1 0 0 0 0,0 0 0 0 0,-1 0 1 0 0,2 0-1 0 0,-1 0 0 0 0,0-1 0 0 0,1 1 0 0 0,-1-1 0 0 0,1 1 0 0 0,0-1 0 0 0,-1-4 1 0 0,-4-6-7216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3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14 1328 0 0,'0'0'8816'0'0,"19"-1"-3352"0"0,11 3-3368 0 0,1-1 0 0 0,-1-1 1 0 0,40-7-1 0 0,46 0-6217 0 0,-100 6 2032 0 0,-10 0-6681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6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 1 304 0 0,'0'0'15547'0'0,"0"3"-13410"0"0,-8 91 3985 0 0,5-65-3236 0 0,0 0-1 0 0,3 49 1 0 0,1-48-2886 0 0,-1-22 0 0 0,0 0 0 0 0,1-1 0 0 0,0 1 0 0 0,0-1 0 0 0,0 1 0 0 0,1-1 0 0 0,0 1 0 0 0,4 8 0 0 0,-6-16-5 0 0,0 1 1 0 0,0-1-1 0 0,0 0 1 0 0,0 0-1 0 0,0 0 1 0 0,0 0-1 0 0,0 1 1 0 0,0-1-1 0 0,0 0 1 0 0,0 0-1 0 0,0 0 0 0 0,1 1 1 0 0,-1-1-1 0 0,0 0 1 0 0,0 0-1 0 0,0 0 1 0 0,0 0-1 0 0,0 0 1 0 0,1 0-1 0 0,-1 1 0 0 0,0-1 1 0 0,0 0-1 0 0,0 0 1 0 0,0 0-1 0 0,1 0 1 0 0,-1 0-1 0 0,0 0 1 0 0,0 0-1 0 0,0 0 1 0 0,1 0-1 0 0,-1 0 0 0 0,0 0 1 0 0,0 0-1 0 0,0 0 1 0 0,1 0-1 0 0,-1 0 1 0 0,0 0-1 0 0,0 0 1 0 0,0 0-1 0 0,1 0 1 0 0,-1 0-1 0 0,0 0 0 0 0,0 0 1 0 0,0 0-1 0 0,0 0 1 0 0,1 0-1 0 0,-1 0 1 0 0,0-1-1 0 0,0 1 1 0 0,0 0-1 0 0,2-2-267 0 0,0-1 0 0 0,-1 1 0 0 0,0-1 0 0 0,1 0 0 0 0,-1 1 0 0 0,0-1 0 0 0,0 0 0 0 0,-1 0 0 0 0,1 1 0 0 0,-1-1 1 0 0,1 0-1 0 0,-1 0 0 0 0,0 0 0 0 0,0 0 0 0 0,0 0 0 0 0,0 0 0 0 0,-1-3 0 0 0,-5-28-5751 0 0,-2 4-3358 0 0,2 12 2501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8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60 792 0 0,'0'2'414'0'0,"0"-1"-1"0"0,0 1 1 0 0,0-1-1 0 0,0 1 1 0 0,1 0-1 0 0,-1-1 1 0 0,0 1-1 0 0,1-1 1 0 0,-1 1 0 0 0,1-1-1 0 0,-1 1 1 0 0,1-1-1 0 0,-1 1 1 0 0,1-1-1 0 0,0 0 1 0 0,0 1-1 0 0,0-1 1 0 0,0 0 0 0 0,0 0-1 0 0,0 0 1 0 0,2 2-1 0 0,1-1 30 0 0,-1-1 0 0 0,0 1 0 0 0,1-1-1 0 0,-1 0 1 0 0,0 0 0 0 0,1 0 0 0 0,0-1-1 0 0,-1 1 1 0 0,7-1 0 0 0,12 0 542 0 0,0-1-1 0 0,-1-2 1 0 0,0 1 0 0 0,1-2-1 0 0,-1-1 1 0 0,-1-1 0 0 0,1-1-1 0 0,32-15 1 0 0,-12 1-863 0 0,-21 6-3461 0 0,-12-1-8030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4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14 1680 0 0,'-1'-1'7087'0'0,"-7"-10"551"0"0,4 11-7057 0 0,-1-1 1 0 0,1 1-1 0 0,0-1 0 0 0,0 1 1 0 0,0 0-1 0 0,0 1 0 0 0,0-1 1 0 0,0 1-1 0 0,-1 0 1 0 0,1 0-1 0 0,0 0 0 0 0,1 0 1 0 0,-1 1-1 0 0,0-1 0 0 0,0 1 1 0 0,1 0-1 0 0,-1 0 1 0 0,1 1-1 0 0,-7 5 0 0 0,-5 2 595 0 0,0 2 0 0 0,1 0 0 0 0,-16 18 0 0 0,28-28-1166 0 0,0 0-9 0 0,0 0 0 0 0,0 0-1 0 0,0 0 1 0 0,0 0 0 0 0,0 1-1 0 0,0-1 1 0 0,1 0 0 0 0,-1 1 0 0 0,1-1-1 0 0,0 1 1 0 0,0 0 0 0 0,0-1-1 0 0,0 1 1 0 0,0 0 0 0 0,0 0-1 0 0,1-1 1 0 0,-1 1 0 0 0,1 0-1 0 0,0 0 1 0 0,0 0 0 0 0,0 0-1 0 0,0 0 1 0 0,1 0 0 0 0,-1-1 0 0 0,1 1-1 0 0,0 0 1 0 0,-1 0 0 0 0,1-1-1 0 0,2 5 1 0 0,-1-4-1 0 0,-1-1 0 0 0,1 0 0 0 0,-1 0 0 0 0,1 0 0 0 0,-1 0 0 0 0,1 0 0 0 0,0 0 0 0 0,0 0 0 0 0,0-1 0 0 0,0 1 0 0 0,1-1 0 0 0,-1 1 0 0 0,0-1 0 0 0,1 0 0 0 0,-1 0 0 0 0,0 0 0 0 0,1 0 0 0 0,4 1 0 0 0,7 0 0 0 0,1-1 0 0 0,0 0 0 0 0,15-2 0 0 0,3 1 0 0 0,-26 0 0 0 0,1 0 0 0 0,-1 1 0 0 0,0 0 0 0 0,0 0 0 0 0,0 0 0 0 0,0 1 0 0 0,0 0 0 0 0,0 1 0 0 0,0 0 0 0 0,0 0 0 0 0,-1 0 0 0 0,0 0 0 0 0,1 1 0 0 0,-1 0 0 0 0,-1 1 0 0 0,1-1 0 0 0,-1 1 0 0 0,6 7 0 0 0,-4-5 0 0 0,2 4 0 0 0,-8 2 0 0 0,-2-10 0 0 0,0 1 0 0 0,0-1 0 0 0,-1 0 0 0 0,1 0 0 0 0,-1 0 0 0 0,0 0 0 0 0,0-1 0 0 0,0 1 0 0 0,0 0 0 0 0,0-1 0 0 0,0 1 0 0 0,-1-1 0 0 0,1 0 0 0 0,-1 0 0 0 0,-5 3 0 0 0,-54 29 0 0 0,30-18 0 0 0,21-9 0 0 0,3-2 0 0 0,-1-1 0 0 0,0 0 0 0 0,0 0 0 0 0,-1-1 0 0 0,-18 5 0 0 0,28-8 0 0 0,0 0 0 0 0,0 0 0 0 0,0-1 0 0 0,0 1 0 0 0,0 0 0 0 0,0 0 0 0 0,0 0 0 0 0,0 0 0 0 0,0 0 0 0 0,0 0 0 0 0,0 0 0 0 0,-1 0 0 0 0,1 0 0 0 0,0-1 0 0 0,0 1 0 0 0,0 0 0 0 0,0 0 0 0 0,0 0 0 0 0,0 0 0 0 0,0 0 0 0 0,0 0 0 0 0,0 0 0 0 0,0 0 0 0 0,0 0 0 0 0,0 0 0 0 0,0 0 0 0 0,0 0 0 0 0,0 0 0 0 0,0 0 0 0 0,-1-1 0 0 0,1 1 0 0 0,0 0 0 0 0,0 0 0 0 0,0 0 0 0 0,0 0 0 0 0,0 0 0 0 0,0 0 0 0 0,0 0 0 0 0,0 0 0 0 0,0 0 0 0 0,0 0 0 0 0,-1 0 0 0 0,1 0 0 0 0,0 0 0 0 0,0 0 0 0 0,0 0 0 0 0,0 0 0 0 0,0 0 0 0 0,0 0 0 0 0,0 0 0 0 0,0 0 0 0 0,0 1 0 0 0,-1-1 0 0 0,1 0 0 0 0,14-18 0 0 0,9-1-3131 0 0,37-21-13326 0 0,-55 37 15406 0 0,7-3-5769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7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1720 0 0,'0'0'16229'0'0,"2"5"-14394"0"0,48 216 11148 0 0,-46-209-12983 0 0,-3 0 0 0 0,-1-4-204 0 0,0-6-951 0 0,-6-12-7365 0 0,-8-2 6485 0 0,12 11 898 0 0,-6-11-6323 0 0,1-2 568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12 260 0 0,'0'0'14523'0'0,"4"3"-13005"0"0,2 1-951 0 0,-1 0-1 0 0,1 0 1 0 0,0-1-1 0 0,0 0 1 0 0,0 0-1 0 0,1 0 1 0 0,-1-1-1 0 0,1 0 1 0 0,-1-1-1 0 0,1 1 0 0 0,0-1 1 0 0,0 0-1 0 0,8-1 1 0 0,-7 0-782 0 0,1 0 0 0 0,-1-1 1 0 0,0-1-1 0 0,0 1 0 0 0,1-1 0 0 0,-1-1 1 0 0,8-3-1 0 0,5-1-1484 0 0,4-2-2541 0 0,-9 0-2491 0 0,-4 2 1195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2.6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63 616 0 0,'0'0'5682'0'0,"-2"5"-3867"0"0,1 1-1032 0 0,0 0-1 0 0,1 0 0 0 0,-1 0 0 0 0,2 1 0 0 0,-1-1 1 0 0,1 0-1 0 0,-1 0 0 0 0,2 0 0 0 0,-1 0 1 0 0,1 0-1 0 0,0 0 0 0 0,0 0 0 0 0,4 8 0 0 0,2 9 1211 0 0,-1 0-1 0 0,-2 0 0 0 0,0 1 1 0 0,2 41-1 0 0,-5-41-1484 0 0,-2-24-538 0 0,0 0 1 0 0,0 0-1 0 0,1 0 1 0 0,-1 0-1 0 0,0 0 0 0 0,0 0 1 0 0,0 0-1 0 0,0 0 1 0 0,0 1-1 0 0,0-1 1 0 0,0 0-1 0 0,0 0 0 0 0,0 0 1 0 0,0 0-1 0 0,0 0 1 0 0,0 0-1 0 0,1 0 1 0 0,-1 0-1 0 0,0 0 0 0 0,0 0 1 0 0,0 0-1 0 0,0 0 1 0 0,0 0-1 0 0,0 0 0 0 0,0 0 1 0 0,1 0-1 0 0,-1 0 1 0 0,0 0-1 0 0,0 0 1 0 0,0 0-1 0 0,0 0 0 0 0,0 0 1 0 0,0 0-1 0 0,0 0 1 0 0,1 0-1 0 0,-1 0 1 0 0,0 0-1 0 0,0 0 0 0 0,0 0 1 0 0,0 0-1 0 0,0 0 1 0 0,0 0-1 0 0,0 0 0 0 0,0 0 1 0 0,0 0-1 0 0,1 0 1 0 0,-1 0-1 0 0,0-1 1 0 0,0 1-1 0 0,0 0 0 0 0,0 0 1 0 0,0 0-1 0 0,0 0 1 0 0,0 0-1 0 0,0 0 1 0 0,0 0-1 0 0,0 0 0 0 0,0-1 1 0 0,0 1-1 0 0,0 0 1 0 0,0 0-1 0 0,0 0 1 0 0,0 0-1 0 0,0 0 0 0 0,0 0 1 0 0,0 0-1 0 0,0-1 1 0 0,0 1-1 0 0,1-2-96 0 0,-1 0-1 0 0,1 0 1 0 0,-1 1-1 0 0,0-1 1 0 0,1 0-1 0 0,-1 0 1 0 0,0 0-1 0 0,0-1 1 0 0,0 1-1 0 0,-1 0 1 0 0,1 1-1 0 0,0-1 1 0 0,-1 0-1 0 0,1 0 1 0 0,-2-3-1 0 0,-2-21-639 0 0,1 5 509 0 0,1 15 199 0 0,-3-10 425 0 0,-2 0-1 0 0,0 1 1 0 0,0 0-1 0 0,-15-22 0 0 0,20 35-198 0 0,1 0-1 0 0,-1-1 0 0 0,1 1 1 0 0,0-1-1 0 0,0 1 0 0 0,0-1 0 0 0,0 0 1 0 0,0 1-1 0 0,1-1 0 0 0,-1 0 1 0 0,1 0-1 0 0,-1 0 0 0 0,1 1 0 0 0,0-1 1 0 0,0 0-1 0 0,1 0 0 0 0,-1 0 1 0 0,1 1-1 0 0,-1-1 0 0 0,1 0 0 0 0,0 1 1 0 0,0-1-1 0 0,0 0 0 0 0,0 1 1 0 0,0-1-1 0 0,1 1 0 0 0,-1-1 0 0 0,1 1 1 0 0,-1 0-1 0 0,4-3 0 0 0,8-6 52 0 0,1 1 0 0 0,0 0 0 0 0,0 2 0 0 0,1-1-1 0 0,22-8 1 0 0,-33 15-181 0 0,5-1-28 0 0,8 2-10 0 0,-14 1 0 0 0,1 0 0 0 0,-1-1 0 0 0,0 2 0 0 0,0-1 0 0 0,1 0 0 0 0,-1 1 0 0 0,0-1 0 0 0,0 1 0 0 0,0 0 0 0 0,0 0 0 0 0,0 0 0 0 0,0 0 0 0 0,0 1 0 0 0,0-1 0 0 0,0 1 0 0 0,0 0 0 0 0,-1 0 0 0 0,1 0 0 0 0,-1 0 0 0 0,0 0 0 0 0,1 1 0 0 0,-1-1 0 0 0,0 1 0 0 0,0-1 0 0 0,0 1 0 0 0,-1 0 0 0 0,1 0 0 0 0,-1-1 0 0 0,1 1 0 0 0,-1 0 0 0 0,0 1 0 0 0,0-1 0 0 0,0 0 0 0 0,-1 0 0 0 0,1 0 0 0 0,-1 6 0 0 0,-1-1 0 0 0,0 0 0 0 0,0 1 0 0 0,-1-1 0 0 0,-1 0 0 0 0,1 0 0 0 0,-1 0 0 0 0,-1 0 0 0 0,1-1 0 0 0,-1 1 0 0 0,-1-1 0 0 0,-7 11 0 0 0,-11 11 0 0 0,-32 33 0 0 0,47-53 0 0 0,-4 3 0 0 0,-20 26 0 0 0,28-27 0 0 0,3-11 0 0 0,1 1 0 0 0,0 0 0 0 0,0 0 0 0 0,-1-1 0 0 0,1 1 0 0 0,0 0 0 0 0,0 0 0 0 0,0-1 0 0 0,0 1 0 0 0,0 0 0 0 0,0 0 0 0 0,0-1 0 0 0,1 1 0 0 0,-1 0 0 0 0,0-1 0 0 0,0 1 0 0 0,1 0 0 0 0,-1 0 0 0 0,0-1 0 0 0,0 1 0 0 0,1 0 0 0 0,-1-1 0 0 0,1 1 0 0 0,-1-1 0 0 0,1 1 0 0 0,0 0 0 0 0,6 0 0 0 0,3 3 0 0 0,0-2 0 0 0,0 1 0 0 0,1-1 0 0 0,-1-1 0 0 0,1 0 0 0 0,-1-1 0 0 0,1 1 0 0 0,11-3 0 0 0,9 1 0 0 0,223 18 0 0 0,-205-9 0 0 0,-44-7 0 0 0,-7 0 0 0 0,-28-3-95 0 0,14-2 607 0 0,-5-4-9455 0 0,6 3-609 0 0,2 0 1292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6.1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69 1128 0 0,'0'-2'8340'0'0,"-1"-14"3880"0"0,1 13-13553 0 0,3-17 9385 0 0,1 12-7450 0 0,-3 6-1532 0 0,18-13-1622 0 0,-15 12-2289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6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4 1164 0 0,'5'-4'31588'0'0,"-15"43"-31571"0"0,12-28-16 0 0,0 1-4 0 0,-10 45 3 0 0,2 0 0 0 0,2 100 0 0 0,5-145 0 0 0,4-2 0 0 0,-4 0 0 0 0,-1-10 1 0 0,0 0 0 0 0,0 0 0 0 0,0 0 0 0 0,0 0 0 0 0,0 0-1 0 0,0 0 1 0 0,1 0 0 0 0,-1 0 0 0 0,0 0 0 0 0,0 0 0 0 0,0 0 0 0 0,0 0 0 0 0,0 0 0 0 0,0 0 0 0 0,0 0-1 0 0,0 0 1 0 0,0 0 0 0 0,0 0 0 0 0,1 0 0 0 0,-1 0 0 0 0,0 0 0 0 0,0 0 0 0 0,0 0 0 0 0,0 0 0 0 0,0 0-1 0 0,0 0 1 0 0,0 0 0 0 0,0 0 0 0 0,0 0 0 0 0,1 0 0 0 0,-1 0 0 0 0,0 0 0 0 0,0 0 0 0 0,0 0 0 0 0,0 0-1 0 0,0 0 1 0 0,0 0 0 0 0,0 0 0 0 0,0 0 0 0 0,0 0 0 0 0,0 0 0 0 0,0 0 0 0 0,0 1 0 0 0,0-1 0 0 0,1 0 0 0 0,-1 0-1 0 0,0 0 1 0 0,0 0 0 0 0,0 0 0 0 0,0 0 0 0 0,0 0 0 0 0,0 0 0 0 0,0 0 0 0 0,0 0 0 0 0,0 1 0 0 0,0-1-1 0 0,0 0 1 0 0,0 0 0 0 0,8-13 53 0 0,6-15-588 0 0,-14 27 381 0 0,5-19-7537 0 0,-4 7-3223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7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77 952 0 0,'-3'-2'-2457'0'0,"-18"-3"36223"0"0,26 5-33332 0 0,146-31-344 0 0,21-5-108 0 0,-171 35 18 0 0,-1 1 0 0 0,0 0 0 0 0,0 0 0 0 0,0 0 0 0 0,0 0 0 0 0,0 0 0 0 0,0-1 0 0 0,0 1 0 0 0,0 0 0 0 0,1 0 0 0 0,-1 0 0 0 0,0 0 0 0 0,0 0 0 0 0,0 0 0 0 0,0 0 0 0 0,1 0 0 0 0,-1 0 0 0 0,0 0 0 0 0,0-1 0 0 0,0 1 0 0 0,0 0 0 0 0,1 0 0 0 0,-1 0 0 0 0,0 0 0 0 0,0 0 0 0 0,0 0 0 0 0,0 0 0 0 0,1 0 0 0 0,-1 0 0 0 0,0 1 0 0 0,0-1 0 0 0,0 0 0 0 0,0 0 0 0 0,0 0 0 0 0,1 0 0 0 0,-1 0 0 0 0,0 0 0 0 0,0 0 0 0 0,0 0 0 0 0,0 0 0 0 0,0 0 0 0 0,1 1 0 0 0,-1-1 0 0 0,0 0 0 0 0,0 0 0 0 0,0 0 0 0 0,0 0 0 0 0,0 0 0 0 0,0 0 0 0 0,0 1 0 0 0,0-1 0 0 0,1 0 0 0 0,-1 0 0 0 0,0 0 0 0 0,0 0 0 0 0,0 1 0 0 0,0-1 0 0 0,-14 14-94 0 0,9-11-725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13.7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95 28 512 0 0,'0'0'4456'0'0,"-1"-5"-2170"0"0,1 4-1610 0 0,0 0 0 0 0,0 0 0 0 0,0 0-1 0 0,-1 0 1 0 0,1 0 0 0 0,0 0 0 0 0,0 0 0 0 0,1 0 0 0 0,-1 1 0 0 0,0-1-1 0 0,0 0 1 0 0,0 0 0 0 0,1 0 0 0 0,-1 0 0 0 0,0 0 0 0 0,1 0 0 0 0,-1 0-1 0 0,1 0 1 0 0,0 0 0 0 0,6-1-216 0 0,1 2 0 0 0,-1-1 0 0 0,1 1-1 0 0,-1 0 1 0 0,1 1 0 0 0,-1-1 0 0 0,1 2 0 0 0,-1-1-1 0 0,0 1 1 0 0,1 0 0 0 0,12 6 0 0 0,-17-7-337 0 0,1 0 1 0 0,-1 0 0 0 0,0 1-1 0 0,0-1 1 0 0,0 1 0 0 0,-1 0-1 0 0,1 0 1 0 0,0 0 0 0 0,0 0-1 0 0,-1 1 1 0 0,0-1-1 0 0,1 1 1 0 0,-1-1 0 0 0,0 1-1 0 0,0 0 1 0 0,0 0 0 0 0,-1 0-1 0 0,1 0 1 0 0,-1 0 0 0 0,0 0-1 0 0,1 0 1 0 0,-1 0 0 0 0,-1 1-1 0 0,1-1 1 0 0,0 0-1 0 0,-1 1 1 0 0,0-1 0 0 0,0 0-1 0 0,0 6 1 0 0,-4 2 153 0 0,0 0 0 0 0,-1 0 0 0 0,0 0 0 0 0,-1-1 0 0 0,0 0-1 0 0,-1 0 1 0 0,0-1 0 0 0,-1 0 0 0 0,-13 14 0 0 0,-115 90-277 0 0,122-102 0 0 0,-16 18 0 0 0,29-20 0 0 0,15 1 0 0 0,-5-9 0 0 0,0-1 0 0 0,1 1 0 0 0,-1-2 0 0 0,1 1 0 0 0,-1-1 0 0 0,0-1 0 0 0,1 0 0 0 0,13-4 0 0 0,15-3 0 0 0,-15 4 0 0 0,-13 2 0 0 0,-1 1 0 0 0,1 0 0 0 0,0 0 0 0 0,0 1 0 0 0,17 0 0 0 0,-16 1-249 0 0,4 6-2768 0 0,-15-4 1958 0 0,1-1 1 0 0,-1 1-1 0 0,1 0 1 0 0,-1 0-1 0 0,1-1 0 0 0,-1 1 1 0 0,0 0-1 0 0,0 0 1 0 0,0-1-1 0 0,0 1 1 0 0,0 0-1 0 0,0 0 1 0 0,-1 0-1 0 0,1-1 0 0 0,-1 3 1 0 0,-1 10-6005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0.6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61 158 1608 0 0,'-18'-27'31061'0'0,"11"56"-31022"0"0,1 1-1 0 0,-2 37 1 0 0,3-17-57 0 0,-6 23 18 0 0,11-62 0 0 0,5 2 0 0 0,-3-1 0 0 0,-2-8 0 0 0,4-28 0 0 0,-4 7 0 0 0,0 14 0 0 0,-3-38 0 0 0,-5 9 0 0 0,2-49 0 0 0,6 64 0 0 0,0-1 0 0 0,2 1 0 0 0,-1 0 0 0 0,6-21 0 0 0,-4 30 0 0 0,0 0 0 0 0,1 0 0 0 0,-1 0 0 0 0,1 1 0 0 0,1 0 0 0 0,0-1 0 0 0,8-8 0 0 0,-9 11 0 0 0,0 1 0 0 0,0 0 0 0 0,1 1 0 0 0,-1-1 0 0 0,1 1 0 0 0,0 0 0 0 0,0 0 0 0 0,1 0 0 0 0,-1 1 0 0 0,0 0 0 0 0,1 0 0 0 0,0 0 0 0 0,-1 1 0 0 0,1-1 0 0 0,8 1 0 0 0,-10 1 0 0 0,0 0 0 0 0,-1 0 0 0 0,1 1 0 0 0,0-1 0 0 0,0 1 0 0 0,0 0 0 0 0,0 0 0 0 0,-1 1 0 0 0,1-1 0 0 0,-1 1 0 0 0,1 0 0 0 0,-1 0 0 0 0,1 0 0 0 0,-1 0 0 0 0,0 1 0 0 0,0-1 0 0 0,0 1 0 0 0,0 0 0 0 0,-1-1 0 0 0,1 1 0 0 0,-1 1 0 0 0,0-1 0 0 0,0 0 0 0 0,3 5 0 0 0,8 11 0 0 0,-6-11 0 0 0,-2 1 0 0 0,2-3 0 0 0,0 2 0 0 0,-2-3-228 0 0,-4-4-1157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1.0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1 172 0 0,'0'0'1120'0'0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1.5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88 1 2376 0 0,'0'0'30094'0'0,"-2"4"-29843"0"0,-6 11-243 0 0,1 1 0 0 0,1 0 0 0 0,0 1 0 0 0,1 0-1 0 0,0 0 1 0 0,-3 33 0 0 0,-6 22-17 0 0,4-15 9 0 0,-5 23 0 0 0,13-67 0 0 0,2-13 0 0 0,1 0 0 0 0,-1 0 0 0 0,0 1 0 0 0,0-1 0 0 0,0 0 0 0 0,0 0 0 0 0,0 0 0 0 0,0 0 0 0 0,1 1 0 0 0,-1-1 0 0 0,0 0 0 0 0,0 0 0 0 0,0 0 0 0 0,1 0 0 0 0,-1 0 0 0 0,0 0 0 0 0,0 0 0 0 0,0 0 0 0 0,1 0 0 0 0,-1 0 0 0 0,0 1 0 0 0,0-1 0 0 0,0 0 0 0 0,1 0 0 0 0,-1 0 0 0 0,0 0 0 0 0,0 0 0 0 0,0 0 0 0 0,1-1 0 0 0,-1 1 0 0 0,0 0 0 0 0,0 0 0 0 0,0 0 0 0 0,1 0 0 0 0,-1 0 0 0 0,0 0 0 0 0,0 0 0 0 0,0 0 0 0 0,1 0 0 0 0,-1-1 0 0 0,0 1 0 0 0,0 0 0 0 0,0 0 0 0 0,0 0 0 0 0,0 0 0 0 0,1 0 0 0 0,-1-1 0 0 0,0 1 0 0 0,0 0 0 0 0,0 0 0 0 0,0 0 0 0 0,0-1 0 0 0,0 1 0 0 0,0 0 0 0 0,0 0 0 0 0,0-1 0 0 0,13-10 0 0 0,-12 10 0 0 0,1-2 0 0 0,0 0 0 0 0,-1 1 0 0 0,1-1 0 0 0,0 0 0 0 0,-1 0 0 0 0,0 0 0 0 0,0-1 0 0 0,0 1 0 0 0,0 0 0 0 0,0 0 0 0 0,0 0 0 0 0,-1-1 0 0 0,0 1 0 0 0,0-6 0 0 0,0-7 0 0 0,0 2 0 0 0,0 2 0 0 0,1 0 0 0 0,6-3-2700 0 0,7 3-7079 0 0,-7 7 3523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0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26 32 0 0,'0'0'19878'0'0,"0"-9"-18464"0"0,3 6 1739 0 0,8 4-2327 0 0,0-1-1 0 0,0 0 1 0 0,0-1 0 0 0,16-3 0 0 0,1 0 561 0 0,0 1 0 0 0,33 1 0 0 0,-47 2-1387 0 0,-2 2 0 0 0,-2 2-68 0 0,-12 1-330 0 0,-7 6-949 0 0,-1-1 0 0 0,-1 0 1 0 0,-23 17-1 0 0,-16 8-4491 0 0,13-8-5247 0 0,19-16 5466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1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51 2888 0 0,'-19'14'1978'0'0,"4"-4"1613"0"0,6 2 8173 0 0,15-12-10721 0 0,22-3 265 0 0,-1-1 0 0 0,1-2 0 0 0,47-15 0 0 0,-49 13-1092 0 0,19-7-366 0 0,28-5-3756 0 0,-71 19 2640 0 0,6-1-1920 0 0,13-4-5985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6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143 86 640 0 0,'1'-1'2736'0'0,"2"-7"-2421"0"0,-3 3 8968 0 0,-1-1-9075 0 0,-9-13 13486 0 0,10 19-13576 0 0,-1 0-1 0 0,0-1 0 0 0,1 1 0 0 0,-1 0 1 0 0,0 0-1 0 0,1 0 0 0 0,-1 0 0 0 0,1 0 1 0 0,-1 0-1 0 0,0 0 0 0 0,1 0 0 0 0,-1 0 0 0 0,0 0 1 0 0,1 0-1 0 0,-1 0 0 0 0,1 0 0 0 0,-1 0 1 0 0,0 0-1 0 0,1 1 0 0 0,-1-1 0 0 0,1 0 0 0 0,-2 1 1 0 0,-16 16 193 0 0,-43 45 1447 0 0,56-56-1646 0 0,0-1 1 0 0,1 1-1 0 0,0 0 1 0 0,0 0-1 0 0,1 1 1 0 0,-1-1-1 0 0,1 1 1 0 0,1 0-1 0 0,-3 9 1 0 0,4-14-113 0 0,1-1 0 0 0,-1 1 0 0 0,1 0 0 0 0,-1 0 0 0 0,1 0 0 0 0,0 0 0 0 0,0 0 0 0 0,0 0 0 0 0,0 0 0 0 0,1-1 0 0 0,-1 1 0 0 0,0 0 0 0 0,1 0 0 0 0,-1 0 0 0 0,1 0 0 0 0,0-1 0 0 0,-1 1 0 0 0,1 0 0 0 0,0-1 0 0 0,0 1 0 0 0,0 0 0 0 0,0-1 0 0 0,1 1 0 0 0,-1-1 0 0 0,0 0 0 0 0,1 1 0 0 0,-1-1 0 0 0,1 0 0 0 0,-1 0 0 0 0,1 0 0 0 0,2 2 0 0 0,2-1 0 0 0,0 0 0 0 0,-1-1 0 0 0,1 0 0 0 0,0 0 0 0 0,0 0 0 0 0,0 0 0 0 0,7-1 0 0 0,-8 0 0 0 0,12 0 0 0 0,-1-1 0 0 0,1 0 0 0 0,-1-2 0 0 0,0 1 0 0 0,17-7 0 0 0,-26 7 0 0 0,0 0 0 0 0,0 0 0 0 0,0-1 0 0 0,0 0 0 0 0,-1 0 0 0 0,1 0 0 0 0,-1-1 0 0 0,0 0 0 0 0,0-1 0 0 0,-1 1 0 0 0,1-1 0 0 0,-1 0 0 0 0,9-11 0 0 0,-12 13 0 0 0,4-17 0 0 0,-6-2 0 0 0,-3 16 0 0 0,1 0 0 0 0,-1 0 0 0 0,0 0 0 0 0,0 0 0 0 0,0 1 0 0 0,-1-1 0 0 0,0 1 0 0 0,0 0 0 0 0,0 0 0 0 0,-1 0 0 0 0,-9-7 0 0 0,-62-40 0 0 0,68 47 0 0 0,-3 0 0 0 0,-3 1 0 0 0,-4 3 0 0 0,-5 5 0 0 0,19 1 0 0 0,2-3 0 0 0,-11 12-3010 0 0,6 11-12892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3.6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192 44 460 0 0,'4'-13'7119'0'0,"-8"-8"-332"0"0,-6 12 2820 0 0,8 9-7634 0 0,-28 25 475 0 0,19-8-1712 0 0,-1 0 0 0 0,-22 23 1 0 0,21-25-196 0 0,0 1 0 0 0,1 1 0 0 0,-12 20 0 0 0,20-31-541 0 0,0-1 0 0 0,1 1 0 0 0,-1 1 0 0 0,2-1 0 0 0,-1 0 0 0 0,1 1 0 0 0,0 0 0 0 0,0-1 0 0 0,0 1 0 0 0,1 0 0 0 0,0 0 0 0 0,1 0 0 0 0,0 0 0 0 0,0 0 0 0 0,0 0 0 0 0,1 0 0 0 0,2 12 0 0 0,-2-15 0 0 0,0 1 0 0 0,0 0 0 0 0,1 0 0 0 0,0-1 0 0 0,0 1 0 0 0,0-1 0 0 0,0 0 0 0 0,1 0 0 0 0,-1 1 0 0 0,1-1 0 0 0,0-1 0 0 0,0 1 0 0 0,1 0 0 0 0,-1-1 0 0 0,1 0 0 0 0,0 0 0 0 0,4 3 0 0 0,0-1 0 0 0,-1-2 0 0 0,1 1 0 0 0,0-1 0 0 0,0 0 0 0 0,0-1 0 0 0,0 1 0 0 0,0-2 0 0 0,1 1 0 0 0,10-1 0 0 0,3 0 0 0 0,-1-1 0 0 0,0-2 0 0 0,0 0 0 0 0,0-1 0 0 0,0-1 0 0 0,0-1 0 0 0,25-10 0 0 0,-31 12 0 0 0,-13 2 0 0 0,1 1 0 0 0,-1-1 0 0 0,0 0 0 0 0,1 1 0 0 0,-1-1 0 0 0,1 0 0 0 0,-1-1 0 0 0,0 1 0 0 0,0 0 0 0 0,0-1 0 0 0,0 1 0 0 0,0-1 0 0 0,3-2 0 0 0,2-7 0 0 0,-8-1 0 0 0,-11 2 0 0 0,-5 7 0 0 0,3 3 0 0 0,-2 5 0 0 0,15-4-112 0 0,0-1-1 0 0,1 1 1 0 0,-1 0 0 0 0,0-1-1 0 0,1 1 1 0 0,-1 0 0 0 0,1-1-1 0 0,-1 1 1 0 0,1 0 0 0 0,-1-1-1 0 0,1 1 1 0 0,-1 0 0 0 0,1 0-1 0 0,0 0 1 0 0,-1-1 0 0 0,1 1-1 0 0,0 0 1 0 0,0 0 0 0 0,0 0-1 0 0,-1 0 1 0 0,1 1 0 0 0,5 20-8263 0 0,4-11 83 0 0,-3-3 632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3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46 9 516 0 0,'7'-8'22958'0'0,"-12"12"-21554"0"0,0 1-977 0 0,1-1-1 0 0,0 1 1 0 0,0 1-1 0 0,0-1 1 0 0,1 0-1 0 0,-1 1 1 0 0,1 0-1 0 0,1 0 1 0 0,-1 0-1 0 0,1 0 1 0 0,0 0 0 0 0,0 0-1 0 0,1 1 1 0 0,0-1-1 0 0,0 1 1 0 0,0-1-1 0 0,1 7 1 0 0,0-5-351 0 0,-1-3-68 0 0,1-1 0 0 0,0 1 0 0 0,0-1 0 0 0,0 1-1 0 0,0-1 1 0 0,1 1 0 0 0,0-1 0 0 0,0 1 0 0 0,0-1 0 0 0,0 1 0 0 0,1-1 0 0 0,-1 0 0 0 0,1 0 0 0 0,0 0 0 0 0,1 0 0 0 0,2 5 0 0 0,4-4-8 0 0,8-4-237 0 0,-13-3-213 0 0,0 1-1 0 0,0 0 0 0 0,-1-1 1 0 0,1 1-1 0 0,-1-1 0 0 0,1 0 1 0 0,-1-1-1 0 0,0 1 1 0 0,1 0-1 0 0,2-4 0 0 0,6-7-4855 0 0,-4-1-3426 0 0,-3-1 1122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2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57 1812 0 0,'0'0'8588'0'0,"-4"-9"-5612"0"0,5 5 1976 0 0,5 0-4190 0 0,0 1-1 0 0,0-1 1 0 0,0 1-1 0 0,0 0 1 0 0,1 1-1 0 0,-1-1 1 0 0,1 1-1 0 0,12-2 1 0 0,66-7 1099 0 0,-45 7-1043 0 0,-2 3-2065 0 0,-19 11-3122 0 0,-18-8 3029 0 0,-5 2-275 0 0,-24 19-2032 0 0,9-8-3295 0 0,6-5 2049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3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60 612 0 0,'-4'15'19338'0'0,"22"-14"-18083"0"0,0-1 0 0 0,0-1 0 0 0,0-1-1 0 0,0-1 1 0 0,33-8 0 0 0,27-13-1666 0 0,-28 7-3760 0 0,-36 5-1904 0 0,-8 7-147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8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132 13 1976 0 0,'0'0'5981'0'0,"-8"-1"-4152"0"0,-24-3-77 0 0,23 3 1451 0 0,-29 28 8186 0 0,33-23-11088 0 0,1 1 1 0 0,0-1 0 0 0,1 1 0 0 0,-1 0-1 0 0,1 0 1 0 0,0 0 0 0 0,0 0-1 0 0,0 0 1 0 0,1 1 0 0 0,0-1-1 0 0,0 1 1 0 0,0 0 0 0 0,1 0-1 0 0,0-1 1 0 0,0 1 0 0 0,0 0 0 0 0,1 0-1 0 0,0 0 1 0 0,0 0 0 0 0,0 0-1 0 0,3 11 1 0 0,-3-15-321 0 0,1 1-1 0 0,0-1 1 0 0,0 0-1 0 0,0 1 1 0 0,1-1-1 0 0,-1 0 1 0 0,0 0 0 0 0,1 0-1 0 0,0 0 1 0 0,-1 0-1 0 0,1 0 1 0 0,0 0-1 0 0,0 0 1 0 0,0-1 0 0 0,0 1-1 0 0,0-1 1 0 0,0 0-1 0 0,1 1 1 0 0,-1-1-1 0 0,0 0 1 0 0,1 0 0 0 0,-1-1-1 0 0,1 1 1 0 0,-1 0-1 0 0,1-1 1 0 0,-1 1-1 0 0,1-1 1 0 0,-1 0 0 0 0,4 0-1 0 0,10 1-193 0 0,-1-1-1 0 0,0 0 1 0 0,21-4-1 0 0,-26 3-29 0 0,0-1-1 0 0,-1 0 0 0 0,1-1 1 0 0,0 0-1 0 0,-1-1 1 0 0,16-8-1 0 0,-22 10 276 0 0,1 1 1 0 0,-1-1-1 0 0,0 0 0 0 0,-1 0 1 0 0,1 0-1 0 0,0-1 0 0 0,-1 1 1 0 0,1 0-1 0 0,-1-1 0 0 0,0 0 0 0 0,0 0 1 0 0,0 0-1 0 0,0 1 0 0 0,0-2 1 0 0,0 1-1 0 0,-1 0 0 0 0,0 0 1 0 0,1 0-1 0 0,-1-1 0 0 0,-1 1 1 0 0,1-1-1 0 0,0-4 0 0 0,-1 4 139 0 0,-1-1 0 0 0,0 1-1 0 0,0-1 1 0 0,0 1 0 0 0,-1 0 0 0 0,0-1-1 0 0,1 1 1 0 0,-2 0 0 0 0,1 0 0 0 0,0 0 0 0 0,-1 0-1 0 0,1 1 1 0 0,-1-1 0 0 0,0 1 0 0 0,-1 0-1 0 0,1 0 1 0 0,0 0 0 0 0,-1 0 0 0 0,0 0-1 0 0,1 1 1 0 0,-1-1 0 0 0,0 1 0 0 0,0 0 0 0 0,-9-3-1 0 0,3 1-797 0 0,0 1-1 0 0,0 0 0 0 0,0 0 0 0 0,-16-2 0 0 0,-7 4-6034 0 0,2 4-4833 0 0,17 0 3995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6.0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94 143 368 0 0,'7'6'10613'0'0,"-2"7"-3950"0"0,-3 22-844 0 0,-10 31-1992 0 0,6-32-1499 0 0,3-29-2006 0 0,-1-1 1 0 0,0 0-1 0 0,0 0 1 0 0,-1 0 0 0 0,1 1-1 0 0,-1-1 1 0 0,-2 6-1 0 0,2 0 89 0 0,2-8-400 0 0,0 0 0 0 0,0 0 1 0 0,0 0-1 0 0,-1 0 0 0 0,1 0 0 0 0,-1 0 1 0 0,1 1-1 0 0,-1-1 0 0 0,0 0 1 0 0,0 0-1 0 0,0 1 0 0 0,0-1 1 0 0,-1 4-1 0 0,1 6-11 0 0,-6 0 0 0 0,-8-10 0 0 0,10-3 0 0 0,0-1 0 0 0,0 1 0 0 0,0-1 0 0 0,0 1 0 0 0,0-1 0 0 0,0 0 0 0 0,0-1 0 0 0,1 1 0 0 0,-1 0 0 0 0,1-1 0 0 0,0 0 0 0 0,0 0 0 0 0,0 0 0 0 0,0 0 0 0 0,0-1 0 0 0,0 1 0 0 0,1-1 0 0 0,0 1 0 0 0,0-1 0 0 0,0 0 0 0 0,0 0 0 0 0,1 0 0 0 0,-1 0 0 0 0,1 0 0 0 0,0-1 0 0 0,0 1 0 0 0,0 0 0 0 0,1 0 0 0 0,0-1 0 0 0,0 1 0 0 0,0 0 0 0 0,0-1 0 0 0,0 1 0 0 0,2-6 0 0 0,0 0 0 0 0,1-1 0 0 0,0 1 0 0 0,0 0 0 0 0,1 0 0 0 0,0 0 0 0 0,1 1 0 0 0,0-1 0 0 0,0 1 0 0 0,1 0 0 0 0,0 1 0 0 0,1-1 0 0 0,0 1 0 0 0,12-11 0 0 0,7-2 0 0 0,0 2 0 0 0,1 0 0 0 0,1 2 0 0 0,1 1 0 0 0,58-24 0 0 0,-76 38 0 0 0,0 8 0 0 0,-3 4 0 0 0,-1-2 0 0 0,-8-10-474 0 0,-28-30-18268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6.7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6 272 0 0,'0'0'23277'0'0,"5"-1"-22582"0"0,40-4 1127 0 0,-42 5-1631 0 0,0 1-1 0 0,-1-1 0 0 0,1 0 1 0 0,-1 1-1 0 0,1 0 0 0 0,-1-1 1 0 0,1 1-1 0 0,-1 0 0 0 0,1 0 1 0 0,-1 1-1 0 0,0-1 0 0 0,0 0 1 0 0,1 1-1 0 0,-1-1 0 0 0,0 1 0 0 0,0 0 1 0 0,0 0-1 0 0,-1 0 0 0 0,4 4 1 0 0,-5-4-119 0 0,1 0 0 0 0,-1 0 0 0 0,0 0-1 0 0,0 0 1 0 0,0 0 0 0 0,0 1 0 0 0,0-1 0 0 0,0 0 0 0 0,0 0 0 0 0,-1 0 0 0 0,1 0 0 0 0,-1 0 0 0 0,0 0 0 0 0,1 0 0 0 0,-1 0 0 0 0,0 0 0 0 0,0 0 0 0 0,-1 0 0 0 0,1 0 0 0 0,0-1-1 0 0,-2 3 1 0 0,-34 41 1240 0 0,-1-5-1312 0 0,36-34 0 0 0,19 1 0 0 0,-4-3 0 0 0,-1-1 0 0 0,1-1 0 0 0,0 0 0 0 0,0-1 0 0 0,0 0 0 0 0,24-2 0 0 0,6 0 0 0 0,-40 2-156 0 0,-1-1 1 0 0,0 0-1 0 0,0 0 0 0 0,0 0 1 0 0,1 0-1 0 0,-1 0 0 0 0,0 0 0 0 0,0-1 1 0 0,0 1-1 0 0,0-1 0 0 0,0 1 1 0 0,1-1-1 0 0,1-1 0 0 0,-1 0-747 0 0,-1 1-1239 0 0,-2-9-3332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7.2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 2328 0 0,'0'0'8090'0'0,"0"5"-5633"0"0,-5 24 9766 0 0,10-31-11116 0 0,103-22 3002 0 0,-76 19-4647 0 0,51 0 0 0 0,-81 5 168 0 0,5-2 56 0 0,-4 3-832 0 0,-4 2-2473 0 0,-24 30-51 0 0,-55 52 0 0 0,-1-13 2404 0 0,76-68 1495 0 0,3-3-5 0 0,1-1-1 0 0,-1 1 1 0 0,1 0 0 0 0,-1 0-1 0 0,1 0 1 0 0,-1 0 0 0 0,1 1-1 0 0,0-1 1 0 0,0 0 0 0 0,-1 0-1 0 0,1 1 1 0 0,0-1 0 0 0,0 1-1 0 0,0-1 1 0 0,1 1 0 0 0,-1-1-1 0 0,0 1 1 0 0,0 1 0 0 0,1-2-125 0 0,1 0 1 0 0,-1 0-1 0 0,1 0 0 0 0,0 0 1 0 0,-1 0-1 0 0,1 0 0 0 0,0-1 1 0 0,0 1-1 0 0,0 0 0 0 0,-1-1 1 0 0,1 1-1 0 0,0 0 0 0 0,0-1 1 0 0,0 1-1 0 0,0-1 1 0 0,0 1-1 0 0,0-1 0 0 0,0 0 1 0 0,0 1-1 0 0,0-1 0 0 0,0 0 1 0 0,0 0-1 0 0,0 0 0 0 0,1 0 1 0 0,-1 0-1 0 0,0 0 1 0 0,0 0-1 0 0,0 0 0 0 0,2-1 1 0 0,36-1 1591 0 0,-38 2-1659 0 0,25-4 438 0 0,1-1 0 0 0,-1-1 0 0 0,-1-1 0 0 0,35-15 0 0 0,-36 11-2296 0 0,-1-1-1 0 0,31-20 1 0 0,-41 20-353 0 0,-7 5-803 0 0,0 1-3312 0 0,1 1 796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7.5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33 6 60 0 0,'4'-6'26380'0'0,"-10"17"-25976"0"0,1 1 0 0 0,0 0 1 0 0,1 0-1 0 0,1 0 0 0 0,0 0 0 0 0,0 1 0 0 0,0 14 0 0 0,-1 98 2600 0 0,4-104-2914 0 0,4 3-90 0 0,4 34 0 0 0,-7-47 0 0 0,4-3-49 0 0,-4-6-573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1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303 0 596 0 0,'0'0'7699'0'0,"0"21"5516"0"0,-3-13-10889 0 0,-32 13-838 0 0,1 1 1 0 0,1 2-1 0 0,1 1 1 0 0,2 2-1 0 0,-49 54 1 0 0,72-72-1489 0 0,0-1 0 0 0,1 1 0 0 0,0 0 0 0 0,1 1 0 0 0,-1 0 0 0 0,2 0 0 0 0,-7 19 0 0 0,10-25 0 0 0,0 1 0 0 0,0-1 0 0 0,0 0 0 0 0,1 0 0 0 0,-1 0 0 0 0,1 0 0 0 0,0 0 0 0 0,1 1 0 0 0,-1-1 0 0 0,2 7 0 0 0,-1-9 0 0 0,0 0 0 0 0,0 0 0 0 0,0 0 0 0 0,0 0 0 0 0,0 0 0 0 0,0 0 0 0 0,1 0 0 0 0,-1 0 0 0 0,1 0 0 0 0,-1-1 0 0 0,1 1 0 0 0,0 0 0 0 0,-1-1 0 0 0,1 0 0 0 0,0 1 0 0 0,0-1 0 0 0,0 0 0 0 0,0 0 0 0 0,1 0 0 0 0,2 1 0 0 0,7 2 0 0 0,1-1 0 0 0,1-1 0 0 0,-1 0 0 0 0,0 0 0 0 0,1-1 0 0 0,-1-1 0 0 0,0 0 0 0 0,17-3 0 0 0,5-2 0 0 0,64-18 0 0 0,-87 20 0 0 0,-7 2 0 0 0,1 0 0 0 0,-1-1 0 0 0,1 0 0 0 0,-1 0 0 0 0,0 0 0 0 0,0-1 0 0 0,0 0 0 0 0,0 0 0 0 0,0 0 0 0 0,0 0 0 0 0,7-9 0 0 0,-5 2 0 0 0,-4-2 0 0 0,-13-2 0 0 0,-15 11-7816 0 0,24 2 7342 0 0,0 1 0 0 0,1 0 0 0 0,-1 0 0 0 0,0 0 0 0 0,0 0 0 0 0,0-1 0 0 0,0 1 0 0 0,0 1 1 0 0,0-1-1 0 0,0 0 0 0 0,0 0 0 0 0,0 0 0 0 0,0 0 0 0 0,0 1 0 0 0,1-1 0 0 0,-1 0 0 0 0,0 1 0 0 0,0-1 0 0 0,0 1 0 0 0,0-1 0 0 0,1 1 0 0 0,-1-1 0 0 0,0 1 0 0 0,0 0 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4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 1 948 0 0,'0'0'18581'0'0,"6"18"-13496"0"0,-9-9-4114 0 0,0-1 0 0 0,0 1 0 0 0,1-1 0 0 0,1 1 0 0 0,-2 16-1 0 0,-5 30 1358 0 0,8-40-2328 0 0,5-2 0 0 0,1-7-47 0 0,-5-5-529 0 0,-1-3 96 0 0,1 0 0 0 0,0 0 1 0 0,0-1-1 0 0,0 1 0 0 0,0 0 0 0 0,0 0 0 0 0,0 0 0 0 0,0 1 0 0 0,1-1 0 0 0,-1 0 0 0 0,1 0 0 0 0,2-1 0 0 0,7-11-3651 0 0,-4 1-3998 0 0,-6-3 461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7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35 1224 0 0,'0'0'22185'0'0,"36"3"-17944"0"0,95-22-752 0 0,-72 8-4765 0 0,-2 4-4012 0 0,-54 6 3930 0 0,-40 26-17859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9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90 540 0 0,'0'0'8639'0'0,"3"2"-7046"0"0,2 0-1153 0 0,-1 0 1 0 0,1 0-1 0 0,0-1 1 0 0,0 1-1 0 0,-1-1 1 0 0,1-1-1 0 0,0 1 1 0 0,0-1-1 0 0,0 0 1 0 0,0 0 0 0 0,0 0-1 0 0,0-1 1 0 0,0 1-1 0 0,0-1 1 0 0,0 0-1 0 0,0-1 1 0 0,0 1-1 0 0,7-5 1 0 0,7-1-635 0 0,0-1 0 0 0,-1-1 0 0 0,27-16 0 0 0,-27 7-3082 0 0,-3 1-4437 0 0,-3 10 3564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9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91 50 1148 0 0,'0'0'19502'0'0,"-7"3"-18370"0"0,1 1-478 0 0,0 0 0 0 0,1 0-1 0 0,-1 0 1 0 0,1 1 0 0 0,0 0 0 0 0,0 0-1 0 0,0 0 1 0 0,1 1 0 0 0,0-1 0 0 0,0 1-1 0 0,0 0 1 0 0,1 0 0 0 0,-4 8 0 0 0,5-8-550 0 0,-1 0 0 0 0,1 0 0 0 0,0 0 1 0 0,0 0-1 0 0,1 1 0 0 0,0-1 0 0 0,0 0 0 0 0,1 1 1 0 0,-1-1-1 0 0,2 8 0 0 0,0-12-83 0 0,-1 1 1 0 0,1-1-1 0 0,0 0 1 0 0,0 0-1 0 0,0 0 1 0 0,1 0-1 0 0,-1 0 0 0 0,0 0 1 0 0,1 0-1 0 0,-1 0 1 0 0,1 0-1 0 0,0-1 1 0 0,-1 1-1 0 0,1 0 1 0 0,0-1-1 0 0,0 0 0 0 0,0 1 1 0 0,0-1-1 0 0,0 0 1 0 0,1 0-1 0 0,-1 0 1 0 0,0 0-1 0 0,0-1 1 0 0,1 1-1 0 0,-1-1 0 0 0,0 1 1 0 0,1-1-1 0 0,-1 0 1 0 0,1 0-1 0 0,-1 0 1 0 0,3 0-1 0 0,16 1-46 0 0,0-2 0 0 0,-1 0 0 0 0,1-1 0 0 0,-1-1 0 0 0,0-1 0 0 0,28-9 0 0 0,-36 10 18 0 0,0-1-1 0 0,-1-1 1 0 0,0 0-1 0 0,0 0 0 0 0,0-1 1 0 0,-1 0-1 0 0,0-1 0 0 0,0-1 1 0 0,0 1-1 0 0,-1-1 0 0 0,0-1 1 0 0,8-10-1 0 0,0-18 282 0 0,-16 36-274 0 0,-1 0 0 0 0,0 0 0 0 0,1 0 0 0 0,-1 0 0 0 0,0 0 0 0 0,0-1 0 0 0,0 1 0 0 0,0 0 0 0 0,0 0 0 0 0,0 0 0 0 0,-1 0 0 0 0,1 0 0 0 0,0 0 0 0 0,0 0 0 0 0,-1-1 0 0 0,1 1 0 0 0,-1 0 0 0 0,1 0 0 0 0,-1 0 0 0 0,1 0 0 0 0,-1 1 0 0 0,0-1 0 0 0,1 0 0 0 0,-1 0 0 0 0,0 0 0 0 0,-1-1 0 0 0,0 1 0 0 0,-1-4-17 0 0,0 0 0 0 0,0 0 0 0 0,-1 1-1 0 0,0-1 1 0 0,0 1 0 0 0,0 0 0 0 0,0 0 0 0 0,-1 1 0 0 0,1-1 0 0 0,-1 1-1 0 0,0 0 1 0 0,0 0 0 0 0,0 1 0 0 0,-1-1 0 0 0,1 1 0 0 0,0 0 0 0 0,-1 1-1 0 0,1-1 1 0 0,-1 1 0 0 0,0 0 0 0 0,0 1 0 0 0,-10-1 0 0 0,1 1-165 0 0,0 1 0 0 0,0 0 1 0 0,1 1-1 0 0,-1 0 0 0 0,1 1 1 0 0,-1 1-1 0 0,-23 9 0 0 0,18-4-3397 0 0,-10 4-9516 0 0,17-8 5087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0.2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27 296 312 0 0,'0'0'16981'0'0,"-4"4"-15416"0"0,1 2-807 0 0,0 1 1 0 0,0 0-1 0 0,0-1 0 0 0,1 1 0 0 0,0 0 0 0 0,0 0 0 0 0,1 0 0 0 0,-1 0 0 0 0,1 14 0 0 0,1 83 4212 0 0,1-57-3615 0 0,-1 49-1352 0 0,1-82-3 0 0,3-3 0 0 0,-3-10 0 0 0,-1-1 0 0 0,0 0 0 0 0,0 0 0 0 0,0 0 0 0 0,0 0 0 0 0,1 1 0 0 0,-1-1 0 0 0,0 0 0 0 0,0 0 0 0 0,0 0 0 0 0,0 0 0 0 0,1 0 0 0 0,-1 0 0 0 0,0 1 0 0 0,0-1 0 0 0,1 0 0 0 0,-1 0 0 0 0,0 0 0 0 0,0 0 0 0 0,0 0 0 0 0,1 0 0 0 0,-1 0 0 0 0,0 0 0 0 0,0 0 0 0 0,1 0 0 0 0,-1 0 0 0 0,0 0 0 0 0,0 0 0 0 0,1 0 0 0 0,-1 0 0 0 0,0 0 0 0 0,0-1 0 0 0,0 1 0 0 0,1 0 0 0 0,-1 0 0 0 0,0 0 0 0 0,0 0 0 0 0,0 0 0 0 0,1 0 0 0 0,-1-1 0 0 0,0 1 0 0 0,0 0 0 0 0,0 0 0 0 0,0 0 0 0 0,0 0 0 0 0,1-1 0 0 0,-1 1 0 0 0,0 0 0 0 0,0 0 0 0 0,0 0 0 0 0,0-1 0 0 0,0 1 0 0 0,0 0 0 0 0,0 0 0 0 0,0-1 0 0 0,0 1 0 0 0,0 0 0 0 0,0 0 0 0 0,0-1 0 0 0,4-10 0 0 0,5-27 0 0 0,-3 0 0 0 0,0 0 0 0 0,-3-1 0 0 0,-2-58 0 0 0,-20-78 0 0 0,19 167 0 0 0,1 0 0 0 0,0 1 0 0 0,0-1 0 0 0,1 1 0 0 0,0-1 0 0 0,1 1 0 0 0,0 0 0 0 0,0 0 0 0 0,0 0 0 0 0,1 0 0 0 0,0 1 0 0 0,0-1 0 0 0,0 1 0 0 0,1 0 0 0 0,0 0 0 0 0,1 1 0 0 0,-1-1 0 0 0,1 1 0 0 0,0 0 0 0 0,0 1 0 0 0,1-1 0 0 0,12-5 0 0 0,2-1 0 0 0,0 1 0 0 0,1 1 0 0 0,1 1 0 0 0,-1 1 0 0 0,1 1 0 0 0,30-4 0 0 0,-41 8 0 0 0,1 5 0 0 0,-3 4 0 0 0,-9 5 0 0 0,-7 2-638 0 0,-1-1-1 0 0,0 0 1 0 0,-11 14-1 0 0,12-23-1033 0 0,-2 2-1757 0 0,4 2-7808 0 0,0 2 3439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0.9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7 1112 0 0,'-5'4'24889'0'0,"78"-11"-23978"0"0,-44 4-3168 0 0,-26 3 1027 0 0,10 0-1484 0 0,-10 0-779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1.5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74 24 1624 0 0,'0'0'6743'0'0,"1"-11"-1675"0"0,6-1 4366 0 0,-3 12-9090 0 0,-1 0 0 0 0,1 0 1 0 0,0 0-1 0 0,0 0 0 0 0,-1 1 0 0 0,1 0 1 0 0,0 0-1 0 0,0 0 0 0 0,-1 0 1 0 0,1 0-1 0 0,-1 1 0 0 0,0 0 0 0 0,1 0 1 0 0,4 3-1 0 0,-6-3-147 0 0,0 0 0 0 0,-1 0 1 0 0,0 0-1 0 0,1 0 0 0 0,-1 1 0 0 0,0-1 1 0 0,0 0-1 0 0,0 1 0 0 0,0-1 0 0 0,0 0 1 0 0,-1 1-1 0 0,1-1 0 0 0,-1 1 0 0 0,0 0 1 0 0,1-1-1 0 0,-1 1 0 0 0,0-1 0 0 0,-1 1 1 0 0,1-1-1 0 0,0 1 0 0 0,-1-1 0 0 0,1 1 1 0 0,-2 2-1 0 0,0 2-197 0 0,1 0 0 0 0,-2-1 0 0 0,1 1 0 0 0,-1-1 0 0 0,0 0 0 0 0,0 0 0 0 0,0 0 0 0 0,-1 0 0 0 0,0 0 0 0 0,0-1 0 0 0,-10 10 0 0 0,1-4 0 0 0,0-1 0 0 0,-1 0 0 0 0,0-1 0 0 0,-1-1 0 0 0,-23 10 0 0 0,46-24 0 0 0,-4 1 0 0 0,0 1 0 0 0,1 1 0 0 0,-1-1 0 0 0,1 0 0 0 0,0 1 0 0 0,10-5 0 0 0,24-7 0 0 0,-27 9 0 0 0,0 1 0 0 0,0 1 0 0 0,0 0 0 0 0,1 1 0 0 0,-1 0 0 0 0,1 1 0 0 0,0 0 0 0 0,0 1 0 0 0,0 1 0 0 0,0 0 0 0 0,15 2 0 0 0,-12-1 0 0 0,-3 1 0 0 0,-1-1 0 0 0,-2 0-295 0 0,-8 0-1312 0 0,-2-20-23045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1.8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4 560 0 0,'0'0'2874'0'0,"-25"-4"24848"0"0,171 11-26808 0 0,-143-7-1731 0 0,17 6-6981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2.1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 70 1496 0 0,'-11'18'15839'0'0,"24"-22"-265"0"0,1-1-12612 0 0,2-1-6194 0 0,90-31 2465 0 0,-54 18-7920 0 0,-48 16 2305 0 0,-1-3 3407 0 0,-2 4 847 0 0,6-3-4452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2.8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105 0 20 0 0,'0'0'21580'0'0,"0"4"-19003"0"0,-66 209 6013 0 0,51-157-8590 0 0,9-37 0 0 0,1 1 0 0 0,1-1 0 0 0,0 1 0 0 0,-1 24 0 0 0,7-33 0 0 0,8 12-2148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3.7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255 61 324 0 0,'1'-3'757'0'0,"-1"0"-1"0"0,0 1 1 0 0,0-1-1 0 0,0 1 1 0 0,0-1-1 0 0,-1 0 1 0 0,1 1-1 0 0,-1-1 1 0 0,0 1 0 0 0,1-1-1 0 0,-1 1 1 0 0,0-1-1 0 0,0 1 1 0 0,-1-1-1 0 0,1 1 1 0 0,-1 0-1 0 0,1 0 1 0 0,-1 0 0 0 0,1 0-1 0 0,-1 0 1 0 0,-3-3-1 0 0,3 4-362 0 0,1 1 0 0 0,-1-1 0 0 0,1 0 0 0 0,-1 1 0 0 0,0-1 0 0 0,1 1 0 0 0,-1 0 0 0 0,0 0 0 0 0,1-1 0 0 0,-1 1 0 0 0,0 0 0 0 0,1 0 0 0 0,-3 1 0 0 0,-30 10 1364 0 0,19-1-1210 0 0,1 1 1 0 0,1 0 0 0 0,0 0 0 0 0,0 2 0 0 0,1-1 0 0 0,1 2 0 0 0,0-1 0 0 0,1 1 0 0 0,0 1 0 0 0,1 0 0 0 0,1 0 0 0 0,1 1 0 0 0,0 0 0 0 0,-7 25 0 0 0,11-32-533 0 0,2-1 1 0 0,-1 1 0 0 0,1 0 0 0 0,1 0-1 0 0,-1-1 1 0 0,1 1 0 0 0,1 0 0 0 0,0 0-1 0 0,0-1 1 0 0,1 1 0 0 0,0 0 0 0 0,0-1 0 0 0,1 1-1 0 0,0-1 1 0 0,5 11 0 0 0,-4-13-16 0 0,0 0 0 0 0,0-1 0 0 0,0 1 0 0 0,0-1 1 0 0,1 1-1 0 0,0-1 0 0 0,0-1 0 0 0,1 1 0 0 0,-1-1 0 0 0,1 0 1 0 0,0 0-1 0 0,0 0 0 0 0,0-1 0 0 0,1 0 0 0 0,-1 0 0 0 0,1-1 1 0 0,-1 0-1 0 0,1 0 0 0 0,11 1 0 0 0,-1 0-559 0 0,1-1 1 0 0,0-1-1 0 0,0 0 0 0 0,0-2 1 0 0,0 0-1 0 0,-1-1 0 0 0,1 0 1 0 0,0-2-1 0 0,-1 0 0 0 0,0-1 1 0 0,0-1-1 0 0,0 0 1 0 0,-1-1-1 0 0,19-11 0 0 0,-33 16 149 0 0,0 1-1 0 0,0 0 0 0 0,-1-1 0 0 0,1 0 1 0 0,0 1-1 0 0,-1-1 0 0 0,1 0 1 0 0,-1 0-1 0 0,1 0 0 0 0,-1 0 1 0 0,0 0-1 0 0,0 0 0 0 0,0 0 1 0 0,0 0-1 0 0,0-1 0 0 0,0 1 1 0 0,-1 0-1 0 0,1-3 0 0 0,-1 2-2720 0 0,-3 2-1973 0 0,-13-5 390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4.1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82 31 1168 0 0,'-16'-11'9543'0'0,"15"5"-1198"0"0,11-5-7385 0 0,-8 8-63 0 0,4 4 148 0 0,-1-1 0 0 0,1 1 0 0 0,-1 0 0 0 0,1 0 0 0 0,9 3 0 0 0,-15 0-914 0 0,1-1-1 0 0,-1 0 0 0 0,0 1 1 0 0,0-1-1 0 0,0 0 1 0 0,0 1-1 0 0,-1-1 1 0 0,1 1-1 0 0,-1-1 0 0 0,0 0 1 0 0,0 0-1 0 0,0 1 1 0 0,0-1-1 0 0,-1 0 1 0 0,1 0-1 0 0,-1 0 0 0 0,0 0 1 0 0,0-1-1 0 0,-3 4 1 0 0,-48 60 2711 0 0,44-56-2709 0 0,-22 41-133 0 0,30-50 0 0 0,1 0 0 0 0,-1 0 0 0 0,0 0 0 0 0,1 0 0 0 0,-1 0 0 0 0,0 0 0 0 0,1 0 0 0 0,-1 1 0 0 0,1-1 0 0 0,0 0 0 0 0,-1 0 0 0 0,1 1 0 0 0,0-1 0 0 0,0 0 0 0 0,0 0 0 0 0,0 1 0 0 0,0-1 0 0 0,0 0 0 0 0,0 0 0 0 0,0 1 0 0 0,1-1 0 0 0,-1 0 0 0 0,0 0 0 0 0,1 1 0 0 0,-1-1 0 0 0,1 0 0 0 0,-1 0 0 0 0,1 0 0 0 0,0 0 0 0 0,-1 0 0 0 0,1 0 0 0 0,0 0 0 0 0,0 0 0 0 0,0 0 0 0 0,0 0 0 0 0,0 0 0 0 0,0 0 0 0 0,1 1 0 0 0,1 0 0 0 0,1 0 0 0 0,-1-1 0 0 0,0 1 0 0 0,1-1 0 0 0,-1 1 0 0 0,1-1 0 0 0,-1 0 0 0 0,6 1 0 0 0,6-3-484 0 0,0 1 0 0 0,-1-2 0 0 0,1 0 0 0 0,-1-1 0 0 0,1 0 0 0 0,-1-1 0 0 0,0-1 0 0 0,-1 0 0 0 0,1-1 0 0 0,-1 0 0 0 0,13-9 0 0 0,-17 10 339 0 0,23-15-9067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4.6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41 696 0 0,'0'0'6208'0'0,"-4"2"-3310"0"0,-17 8 13048 0 0,29-11-14823 0 0,75-15 960 0 0,44-8-2860 0 0,-80 13-2936 0 0,-45 11 2959 0 0,-2 2-1277 0 0,0-1 1966 0 0,0 0 0 0 0,1 0 1 0 0,-1 0-1 0 0,0 0 1 0 0,0 0-1 0 0,0 0 0 0 0,-1 0 1 0 0,1 0-1 0 0,0 0 0 0 0,0 0 1 0 0,0 0-1 0 0,-1 0 0 0 0,1 0 1 0 0,-1 0-1 0 0,1-1 0 0 0,-1 1 1 0 0,1 0-1 0 0,-2 1 1 0 0,-64 45-990 0 0,29-21 2251 0 0,0 1-1 0 0,-59 56 1 0 0,95-82-1142 0 0,1 0 1 0 0,-1-1 0 0 0,1 1-1 0 0,-1 0 1 0 0,1-1 0 0 0,0 1-1 0 0,-1 0 1 0 0,1 0 0 0 0,0 0-1 0 0,-1-1 1 0 0,1 1 0 0 0,0 0-1 0 0,0 0 1 0 0,0 0 0 0 0,-1 0-1 0 0,1-1 1 0 0,0 1 0 0 0,0 0 0 0 0,0 0-1 0 0,1 0 1 0 0,-1 0 0 0 0,0-1-1 0 0,0 1 1 0 0,0 0 0 0 0,1 0-1 0 0,-1 0 1 0 0,0 0 0 0 0,1-1-1 0 0,-1 1 1 0 0,0 0 0 0 0,1-1-1 0 0,-1 1 1 0 0,1 0 0 0 0,0-1-1 0 0,0 2 1 0 0,20 13 597 0 0,-11-13-837 0 0,0-1-1 0 0,-1 0 1 0 0,1 0-1 0 0,0-1 1 0 0,-1 0-1 0 0,1 0 1 0 0,0-1-1 0 0,-1-1 1 0 0,1 0-1 0 0,14-4 1 0 0,13-9-4683 0 0,-2-2-4469 0 0,-27 11 4044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5.0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8 540 0 0,'-4'-7'24950'0'0,"-6"32"-17993"0"0,-11 54-9094 0 0,18-67 4477 0 0,-18 68-2281 0 0,-17 138-1 0 0,37-205-1038 0 0,2-1 1 0 0,-1 1-1 0 0,5 21 0 0 0,1 17-4979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38:27.61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0 313 1328,'0'0'14965,"5"44"-6624,4-17-6370,-4-13 2812,5-117-4238,-8 69-361,10-58 0,-10 84-171,0 1 1,0 0 0,0 1-1,1-1 1,0 0-1,1 1 1,-1-1-1,1 1 1,1 0-1,-1 1 1,1-1-1,0 1 1,0-1-1,0 2 1,1-1-1,0 0 1,7-3-1,9-4 32,0 2-1,1 1 1,1 0-1,29-6 1,-39 13-45,2 6 0,-10 3 0,-4 2 0,2 2 0,-8 2-124,3-10-601,-23-9-25757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0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46 1876 0 0,'0'0'14433'0'0,"24"-4"-8664"0"0,-6 0-4874 0 0,11-6 399 0 0,-20 8-1704 0 0,1-1 0 0 0,0-1 0 0 0,-1 0-1 0 0,18-10 1 0 0,-26 13-443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2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0 133 840 0 0,'0'1'3094'0'0,"5"11"10152"0"0,7-13-12702 0 0,0-1 0 0 0,0 0 0 0 0,-1-1 0 0 0,1 0 0 0 0,-1 0 0 0 0,1-2 0 0 0,16-7 0 0 0,-4-1-1360 0 0,-1 0-1 0 0,33-24 0 0 0,-52 34 220 0 0,26-24-2165 0 0,-20 6-5703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6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34 119 972 0 0,'0'0'17171'0'0,"-4"5"-16332"0"0,0-1-487 0 0,1 1 0 0 0,-1 1-1 0 0,1-1 1 0 0,1 0-1 0 0,-1 1 1 0 0,1-1 0 0 0,-4 12-1 0 0,6-15-283 0 0,-1 0-1 0 0,0 0 0 0 0,1 0 1 0 0,0 0-1 0 0,-1 0 0 0 0,1 1 1 0 0,0-1-1 0 0,0 0 0 0 0,0 0 1 0 0,1 0-1 0 0,-1 0 0 0 0,0 0 0 0 0,1 0 1 0 0,-1 0-1 0 0,1 0 0 0 0,0 0 1 0 0,0 0-1 0 0,0 0 0 0 0,0 0 1 0 0,0 0-1 0 0,0 0 0 0 0,0-1 1 0 0,1 1-1 0 0,-1 0 0 0 0,0-1 1 0 0,1 1-1 0 0,0-1 0 0 0,-1 0 1 0 0,1 1-1 0 0,0-1 0 0 0,-1 0 1 0 0,4 1-1 0 0,4 2-259 0 0,1-2-1 0 0,-1 1 1 0 0,1-1 0 0 0,-1-1 0 0 0,1 0-1 0 0,0 0 1 0 0,-1-1 0 0 0,1 0-1 0 0,0 0 1 0 0,0-1 0 0 0,-1-1 0 0 0,1 0-1 0 0,18-6 1 0 0,-10 2-234 0 0,0 0 0 0 0,0-2-1 0 0,-1 0 1 0 0,0-1 0 0 0,0 0-1 0 0,18-15 1 0 0,-31 20 427 0 0,0-1 1 0 0,0 1-1 0 0,-1-1 1 0 0,0 1-1 0 0,0-1 0 0 0,0 0 1 0 0,0 0-1 0 0,-1-1 1 0 0,0 1-1 0 0,0 0 1 0 0,0-1-1 0 0,-1 1 0 0 0,0-1 1 0 0,0 1-1 0 0,0-1 1 0 0,-1-10-1 0 0,0 13 112 0 0,-1 1 1 0 0,1 0-1 0 0,-1 0 1 0 0,0-1-1 0 0,0 1 1 0 0,1 0-1 0 0,-2 0 1 0 0,1 0-1 0 0,0 0 1 0 0,0 0-1 0 0,-1 0 0 0 0,1 1 1 0 0,-1-1-1 0 0,1 0 1 0 0,-1 1-1 0 0,0-1 1 0 0,1 1-1 0 0,-1-1 1 0 0,0 1-1 0 0,0 0 0 0 0,0 0 1 0 0,0 0-1 0 0,-3-1 1 0 0,-50-17 2145 0 0,53 18-2081 0 0,-5-1 56 0 0,-1 0-1 0 0,1 1 0 0 0,0 0 0 0 0,-1 0 1 0 0,1 0-1 0 0,0 1 0 0 0,-1 0 0 0 0,1 0 0 0 0,-1 1 1 0 0,1 0-1 0 0,0 1 0 0 0,-1-1 0 0 0,1 1 1 0 0,-10 5-1 0 0,17-7-414 0 0,-14 11-355 0 0,10-3-2607 0 0,7 0-9692 0 0,9 1 7026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1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175 23 1860 0 0,'-1'-2'729'0'0,"-11"-16"16052"0"0,12 18-16458 0 0,-1-1 0 0 0,0 1 0 0 0,0-1-1 0 0,0 1 1 0 0,0 0 0 0 0,0 0 0 0 0,0 0-1 0 0,-1-1 1 0 0,1 1 0 0 0,0 0 0 0 0,0 0-1 0 0,0 0 1 0 0,0 1 0 0 0,0-1-1 0 0,0 0 1 0 0,-1 1 0 0 0,-9 4 285 0 0,1 0 1 0 0,0 2-1 0 0,1-1 1 0 0,-1 1-1 0 0,1 0 1 0 0,1 1-1 0 0,-1 0 1 0 0,1 1-1 0 0,1 0 1 0 0,0 0-1 0 0,0 0 1 0 0,-7 13-1 0 0,7-9-608 0 0,4-7 0 0 0,1-1 0 0 0,-1 1 0 0 0,1-1 0 0 0,0 1 0 0 0,0 0 0 0 0,-1 6 0 0 0,3-10 0 0 0,0 0 0 0 0,0 1 0 0 0,0-1 0 0 0,0 0 0 0 0,0 1 0 0 0,1-1 0 0 0,-1 0 0 0 0,1 1 0 0 0,-1-1 0 0 0,1 0 0 0 0,0 0 0 0 0,0 0 0 0 0,0 0 0 0 0,0 0 0 0 0,0 0 0 0 0,1 0 0 0 0,-1 0 0 0 0,1 0 0 0 0,-1 0 0 0 0,4 2 0 0 0,-1-1-254 0 0,1 0 0 0 0,-1 0 0 0 0,1-1 0 0 0,0 1 0 0 0,0-1 0 0 0,0 0 0 0 0,1 0 0 0 0,-1-1 0 0 0,0 0 0 0 0,1 1 0 0 0,-1-2 0 0 0,1 1 0 0 0,-1-1 0 0 0,1 0 0 0 0,-1 0 0 0 0,0 0 0 0 0,1-1 0 0 0,-1 0 0 0 0,7-2 0 0 0,7-1-1047 0 0,-1 0 1 0 0,0-2-1 0 0,0-1 1 0 0,21-10-1 0 0,-15 0-9188 0 0,-18 9 4474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5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2036 0 0,'0'0'20578'0'0,"21"-17"-17226"0"0,71-11-869 0 0,-33 10-5444 0 0,-56 17 1869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7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5 792 0 0,'-29'33'12989'0'0,"28"-33"-12841"0"0,1 0 0 0 0,0 0 1 0 0,-1 0-1 0 0,1 1 1 0 0,0-1-1 0 0,-1 0 0 0 0,1 0 1 0 0,0 1-1 0 0,-1-1 1 0 0,1 0-1 0 0,0 1 1 0 0,0-1-1 0 0,-1 0 0 0 0,1 1 1 0 0,0-1-1 0 0,0 1 1 0 0,0-1-1 0 0,0 0 0 0 0,-1 1 1 0 0,1-1-1 0 0,0 1 1 0 0,0-1-1 0 0,0 0 1 0 0,0 1-1 0 0,0-1 0 0 0,0 1 1 0 0,0-1-1 0 0,0 0 1 0 0,0 1-1 0 0,3 1-117 0 0,-1-1-1 0 0,1 0 1 0 0,-1 1 0 0 0,1-1-1 0 0,0 0 1 0 0,-1-1 0 0 0,1 1-1 0 0,0 0 1 0 0,0-1 0 0 0,0 0 0 0 0,-1 0-1 0 0,1 1 1 0 0,0-2 0 0 0,0 1-1 0 0,0 0 1 0 0,0 0 0 0 0,-1-1-1 0 0,6-1 1 0 0,59-18-2840 0 0,-33 3-778 0 0,-14 6-1468 0 0,-7 4 914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0.1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222 40 920 0 0,'0'0'5354'0'0,"7"-1"-3891"0"0,-6 6 6504 0 0,-1-5-7940 0 0,-49 53 3956 0 0,45-49-3669 0 0,1 0 0 0 0,0 0 0 0 0,0 1 0 0 0,0-1 0 0 0,0 1 0 0 0,1 0 0 0 0,0 0 1 0 0,0 0-1 0 0,0 0 0 0 0,0 0 0 0 0,1 0 0 0 0,-1 7 0 0 0,2 0 171 0 0,-1-10-466 0 0,1 0-1 0 0,-1 0 0 0 0,1 0 1 0 0,0 0-1 0 0,0 0 1 0 0,0 0-1 0 0,0 0 1 0 0,0 0-1 0 0,1 0 1 0 0,-1 0-1 0 0,0-1 1 0 0,1 1-1 0 0,0 0 1 0 0,-1 0-1 0 0,1 0 1 0 0,0 0-1 0 0,0-1 1 0 0,0 1-1 0 0,0 0 1 0 0,0-1-1 0 0,0 1 1 0 0,0-1-1 0 0,1 1 0 0 0,-1-1 1 0 0,1 0-1 0 0,-1 1 1 0 0,1-1-1 0 0,-1 0 1 0 0,1 0-1 0 0,0 0 1 0 0,0 0-1 0 0,-1 0 1 0 0,3 0-1 0 0,3 1-226 0 0,-1-1-1 0 0,0 0 1 0 0,1 0-1 0 0,-1-1 1 0 0,1 1-1 0 0,-1-1 1 0 0,0-1-1 0 0,1 1 1 0 0,-1-1-1 0 0,1 0 1 0 0,-1-1 0 0 0,11-3-1 0 0,0-1-278 0 0,-1-1 1 0 0,1 0-1 0 0,19-12 0 0 0,-33 17 487 0 0,0 0-1 0 0,0 0 0 0 0,-1 0 1 0 0,1 0-1 0 0,0 0 1 0 0,-1-1-1 0 0,0 1 1 0 0,1-1-1 0 0,-1 0 1 0 0,0 1-1 0 0,0-1 0 0 0,-1 0 1 0 0,1 0-1 0 0,0 0 1 0 0,-1-1-1 0 0,0 1 1 0 0,0 0-1 0 0,0 0 0 0 0,0-1 1 0 0,0 1-1 0 0,-1-1 1 0 0,0 1-1 0 0,1 0 1 0 0,-1-1-1 0 0,0 1 0 0 0,-1-1 1 0 0,1 1-1 0 0,-1-1 1 0 0,1 1-1 0 0,-1 0 1 0 0,0-1-1 0 0,0 1 0 0 0,-3-4 1 0 0,2 1 122 0 0,-1 1 1 0 0,0 0-1 0 0,0 0 1 0 0,0 0-1 0 0,0 0 1 0 0,-1 1-1 0 0,0-1 1 0 0,0 1-1 0 0,0 0 1 0 0,-1 0-1 0 0,0 1 1 0 0,1-1-1 0 0,-1 1 1 0 0,0 0-1 0 0,0 0 1 0 0,-1 1-1 0 0,1-1 1 0 0,-11-2-1 0 0,4 3-167 0 0,0 0-1 0 0,0 1 0 0 0,-1 0 0 0 0,1 1 0 0 0,0 1 1 0 0,-1 0-1 0 0,1 0 0 0 0,0 1 0 0 0,-16 5 0 0 0,-38 18-3480 0 0,3 9-5327 0 0,28-15 3385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2.5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32 387 28 0 0,'0'0'4663'0'0,"0"10"-2349"0"0,1-4 1112 0 0,6 9-1310 0 0,-2 1 1 0 0,0 0-1 0 0,-1 0 0 0 0,0 0 0 0 0,-2 1 1 0 0,2 26-1 0 0,-4-41-1680 0 0,4 17 987 0 0,-2-8-678 0 0,-4-13 37 0 0,-13-44-750 0 0,2 0 0 0 0,2-1 0 0 0,-7-68 0 0 0,12 77-22 0 0,3 9 193 0 0,2 1 1 0 0,2-35-1 0 0,0 16 428 0 0,-2 42-529 0 0,1 1 0 0 0,0-1 0 0 0,0 0 1 0 0,1 1-1 0 0,-1-1 0 0 0,1 1 0 0 0,0-1 0 0 0,0 1 0 0 0,0-1 0 0 0,1 1 0 0 0,0 0 0 0 0,-1-1 0 0 0,2 1 1 0 0,-1 0-1 0 0,0 0 0 0 0,1 0 0 0 0,0 1 0 0 0,0-1 0 0 0,0 1 0 0 0,0-1 0 0 0,0 1 0 0 0,1 0 1 0 0,-1 0-1 0 0,1 1 0 0 0,0-1 0 0 0,8-3 0 0 0,-7 5-102 0 0,0 0 0 0 0,0 0 0 0 0,0 0 0 0 0,0 1 0 0 0,0 0 0 0 0,0 0 0 0 0,0 1 0 0 0,0-1 0 0 0,7 2 0 0 0,-3 2-7 0 0,-1 0 1 0 0,1 0-1 0 0,-1 1 1 0 0,0 0-1 0 0,0 0 1 0 0,14 13-1 0 0,-17-13-1793 0 0,0 0 2435 0 0,-2-1-3321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2.9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55 1164 0 0,'34'-2'10484'0'0,"-22"1"-8486"0"0,20-3-564 0 0,-1-1 0 0 0,0-2 0 0 0,-1-1 0 0 0,51-20 0 0 0,-159 76-8219 0 0,44-25 6418 0 0,1 2 1 0 0,-42 42-1 0 0,37-21 4972 0 0,37-45-3794 0 0,13 22 2379 0 0,-8-21-3039 0 0,1 0 0 0 0,0 0-1 0 0,0 0 1 0 0,1-1 0 0 0,-1 0 0 0 0,0 0-1 0 0,0 0 1 0 0,0-1 0 0 0,1 1 0 0 0,-1-1-1 0 0,0-1 1 0 0,1 1 0 0 0,-1-1 0 0 0,0 0-1 0 0,0 0 1 0 0,1 0 0 0 0,-1-1-1 0 0,0 1 1 0 0,0-1 0 0 0,-1-1 0 0 0,7-3-1 0 0,11-6-1356 0 0,-1-2-1 0 0,0 0 0 0 0,22-21 1 0 0,-21 17-1501 0 0,12-11-5863 0 0,-17 13 3648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3.3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88 0 0,'0'0'1571'0'0,"11"-1"827"0"0,-5 4 4231 0 0,-1 7-5256 0 0,1-1 1 0 0,-1 1-1 0 0,-1 0 0 0 0,0 0 0 0 0,0 1 0 0 0,-1-1 0 0 0,-1 1 0 0 0,3 13 0 0 0,-1 6 2400 0 0,1 56 0 0 0,-6-73-3251 0 0,4 3 734 0 0,11 34-857 0 0,-13-44-545 0 0,-1-5-784 0 0,4-4-1033 0 0,8-10 396 0 0,-5 3-2011 0 0,3 0-7414 0 0,1 1 3350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7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2 1904 0 0,'0'0'15272'0'0,"-2"-1"-14902"0"0,0 1 0 0 0,1 0 0 0 0,-1 0 0 0 0,0 0 0 0 0,1 0 0 0 0,-1 0 0 0 0,0 0 0 0 0,1 1 0 0 0,-1-1 0 0 0,0 0 0 0 0,1 1 0 0 0,-3 1 0 0 0,-5 5 432 0 0,0 0-1 0 0,1 1 1 0 0,-1 0-1 0 0,2 0 1 0 0,-1 1-1 0 0,1 0 1 0 0,-7 12-1 0 0,11-15-528 0 0,-1-1 0 0 0,2 1-1 0 0,-1-1 1 0 0,1 1 0 0 0,-1 0 0 0 0,2 0 0 0 0,-1 0-1 0 0,1 0 1 0 0,-1 0 0 0 0,2 1 0 0 0,-1-1 0 0 0,1 0 0 0 0,0 0-1 0 0,0 1 1 0 0,2 9 0 0 0,-1-13-270 0 0,0 0 0 0 0,0-1 0 0 0,0 1 0 0 0,1-1 0 0 0,-1 1 0 0 0,1-1 0 0 0,0 1 0 0 0,-1-1 0 0 0,1 0 0 0 0,0 0 0 0 0,0 0 0 0 0,1 0 0 0 0,-1 0 0 0 0,0 0 0 0 0,1 0 0 0 0,-1-1 0 0 0,1 1 0 0 0,-1-1 0 0 0,1 0 0 0 0,0 0 0 0 0,-1 0 0 0 0,1 0 0 0 0,0 0 0 0 0,0-1 0 0 0,0 1 0 0 0,0-1 0 0 0,-1 0 0 0 0,1 0 0 0 0,0 0 0 0 0,4 0 0 0 0,5-1-178 0 0,-1 0 0 0 0,0 0 1 0 0,0-1-1 0 0,0 0 0 0 0,0-1 0 0 0,16-6 0 0 0,-20 6-358 0 0,1 0 1 0 0,0-1-1 0 0,-1 0 0 0 0,0 0 0 0 0,0 0 1 0 0,0-1-1 0 0,0 0 0 0 0,-1 0 0 0 0,1-1 1 0 0,-1 0-1 0 0,-1 0 0 0 0,10-13 0 0 0,-14 18 262 0 0,0-1 0 0 0,-1 1 0 0 0,1 0-1 0 0,-1-1 1 0 0,1 1 0 0 0,-1 0 0 0 0,0-1-1 0 0,1 1 1 0 0,-1-1 0 0 0,0 1 0 0 0,0-1-1 0 0,0 1 1 0 0,0-1 0 0 0,0 1 0 0 0,0 0-1 0 0,-1-1 1 0 0,0-1 0 0 0,-10-11-10774 0 0,1 9 6110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1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73 2140 0 0,'-2'-10'20322'0'0,"10"5"-19905"0"0,1 1 0 0 0,-1 0-1 0 0,1 0 1 0 0,10-3 0 0 0,20-8-1135 0 0,-5-9-4078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2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0 178 1884 0 0,'0'0'4197'0'0,"24"-8"1180"0"0,74-39 1561 0 0,5-1-5008 0 0,-18 7-3357 0 0,-58 25-2045 0 0,-4-2-4376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6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299 61 1312 0 0,'0'0'12901'0'0,"-6"2"-11641"0"0,-5 2-485 0 0,1 1 1 0 0,-1 0 0 0 0,1 0 0 0 0,1 1-1 0 0,-1 0 1 0 0,1 1 0 0 0,0 0-1 0 0,0 1 1 0 0,1 0 0 0 0,0 0 0 0 0,1 0-1 0 0,-12 18 1 0 0,18-25-734 0 0,1-1-1 0 0,0 1 1 0 0,-1 0-1 0 0,1 0 1 0 0,0 0-1 0 0,0 0 1 0 0,-1 0-1 0 0,1 0 1 0 0,0 0-1 0 0,0 0 1 0 0,0-1-1 0 0,0 1 1 0 0,0 0-1 0 0,0 0 1 0 0,1 0-1 0 0,-1 0 1 0 0,0 0-1 0 0,0 0 1 0 0,1 0 0 0 0,-1 0-1 0 0,0-1 1 0 0,1 1-1 0 0,-1 0 1 0 0,1 0-1 0 0,-1 0 1 0 0,1-1-1 0 0,0 1 1 0 0,-1 0-1 0 0,1-1 1 0 0,0 1-1 0 0,-1 0 1 0 0,1-1-1 0 0,0 1 1 0 0,0-1-1 0 0,-1 1 1 0 0,1-1-1 0 0,0 1 1 0 0,0-1 0 0 0,0 0-1 0 0,0 1 1 0 0,0-1-1 0 0,-1 0 1 0 0,1 0-1 0 0,0 0 1 0 0,0 0-1 0 0,0 0 1 0 0,0 0-1 0 0,0 0 1 0 0,1 0-1 0 0,51 0-348 0 0,-25-5-419 0 0,0-2 0 0 0,0-1 0 0 0,0-1 0 0 0,43-21 0 0 0,-67 28 600 0 0,0-1 0 0 0,0 0 0 0 0,-1 0 1 0 0,1 0-1 0 0,-1 0 0 0 0,0-1 0 0 0,1 1 1 0 0,-1-1-1 0 0,-1 0 0 0 0,1 0 0 0 0,2-5 1 0 0,3-3 29 0 0,-8 9 137 0 0,-1 0 0 0 0,1 0-1 0 0,-1 0 1 0 0,0 0-1 0 0,0 0 1 0 0,0 0-1 0 0,0 0 1 0 0,-1 0 0 0 0,1 0-1 0 0,-1 1 1 0 0,1-1-1 0 0,-5-4 1 0 0,6 7-36 0 0,-4-4 28 0 0,0 0 0 0 0,0 1 1 0 0,-1-1-1 0 0,1 1 0 0 0,-1 0 0 0 0,0 0 0 0 0,1 1 0 0 0,-1 0 1 0 0,-1-1-1 0 0,1 2 0 0 0,0-1 0 0 0,0 1 0 0 0,-1-1 0 0 0,1 1 1 0 0,-1 1-1 0 0,1-1 0 0 0,-1 1 0 0 0,-9 1 0 0 0,-10 0-475 0 0,1 0-1 0 0,-46 11 0 0 0,40-5-1096 0 0,0 2-1 0 0,-28 13 1 0 0,-15 12-6707 0 0,35-13 3152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0.7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1 356 976 0 0,'0'0'1118'0'0,"0"11"558"0"0,0-5 2762 0 0,12 36 462 0 0,-12-41-3623 0 0,5 13 1355 0 0,4-8 9838 0 0,-7-16-12492 0 0,0 0 0 0 0,0 0 0 0 0,-1 0 0 0 0,-1 0-1 0 0,0-1 1 0 0,0 1 0 0 0,-1 0 0 0 0,0 0 0 0 0,0 0 0 0 0,-6-17-1 0 0,-4-55-793 0 0,7 51 535 0 0,3 28 245 0 0,0 0 0 0 0,0 0 0 0 0,1-1 0 0 0,-1 1 0 0 0,1 0 0 0 0,0 0-1 0 0,0 0 1 0 0,0-1 0 0 0,0 1 0 0 0,1 0 0 0 0,-1 0 0 0 0,1 0 0 0 0,0 0 0 0 0,0 0 0 0 0,2-4 0 0 0,-2 4 1 0 0,0 0 1 0 0,0 0-1 0 0,0 0 0 0 0,0 0 0 0 0,-1-1 0 0 0,1 1 1 0 0,-1 0-1 0 0,0 0 0 0 0,0-5 0 0 0,0 6 25 0 0,0-1-1 0 0,0 0 0 0 0,0 1 0 0 0,1-1 0 0 0,-1 0 1 0 0,0 1-1 0 0,1-1 0 0 0,0 0 0 0 0,0 1 1 0 0,0-1-1 0 0,0 1 0 0 0,0-1 0 0 0,0 1 1 0 0,2-3-1 0 0,4-1 242 0 0,0 1 1 0 0,0 0-1 0 0,0 0 0 0 0,0 0 1 0 0,1 1-1 0 0,0 0 0 0 0,0 1 1 0 0,0 0-1 0 0,0 0 1 0 0,1 1-1 0 0,10-2 0 0 0,-10 1 26 0 0,23-6 1458 0 0,-31 8-915 0 0,2 1-664 0 0,8-1-151 0 0,-8 0-248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3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1 105 704 0 0,'0'0'21248'0'0,"7"-11"-17559"0"0,37-16 413 0 0,-37 22-3748 0 0,1-1 0 0 0,0 1 0 0 0,0 0-1 0 0,15-6 1 0 0,38-23-1437 0 0,-59 33 351 0 0,-5 15-14128 0 0,-9 2 12182 0 0,9-11 963 0 0,-11 10-4157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5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0 145 32 0 0,'10'-2'13927'0'0,"1"-4"-5849"0"0,3-5-3726 0 0,9-10-4230 0 0,6-4 171 0 0,45-22-3741 0 0,-43 27-6459 0 0,-25 16 6856 0 0,6-5-2795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8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59 188 0 0,'0'0'2524'0'0,"-18"-6"2202"0"0,13 5-681 0 0,0 2-3252 0 0,1 0 0 0 0,-1 0-1 0 0,1 0 1 0 0,-1 0 0 0 0,1 1 0 0 0,0 0 0 0 0,0 0-1 0 0,0 0 1 0 0,0 0 0 0 0,-4 4 0 0 0,1-2-54 0 0,1 1 0 0 0,1 0 0 0 0,-1 1 0 0 0,1 0 0 0 0,-9 12 0 0 0,10-13-339 0 0,0 1 0 0 0,0 0-1 0 0,1 1 1 0 0,0-1 0 0 0,0 1 0 0 0,1-1-1 0 0,0 1 1 0 0,0 0 0 0 0,0 0 0 0 0,1 0-1 0 0,0 0 1 0 0,0 0 0 0 0,1 0-1 0 0,1 14 1 0 0,-1-20-382 0 0,1 1 1 0 0,-1-1-1 0 0,1 1 0 0 0,-1-1 0 0 0,1 0 1 0 0,0 1-1 0 0,0-1 0 0 0,0 0 0 0 0,0 0 1 0 0,0 1-1 0 0,0-1 0 0 0,0 0 0 0 0,0 0 1 0 0,0 0-1 0 0,1 0 0 0 0,-1 0 0 0 0,0 0 0 0 0,1-1 1 0 0,-1 1-1 0 0,1 0 0 0 0,-1-1 0 0 0,1 1 1 0 0,-1-1-1 0 0,1 1 0 0 0,-1-1 0 0 0,1 0 1 0 0,-1 0-1 0 0,1 0 0 0 0,-1 0 0 0 0,1 0 1 0 0,0 0-1 0 0,-1 0 0 0 0,1 0 0 0 0,-1 0 1 0 0,3-1-1 0 0,6-1-246 0 0,0 0 1 0 0,1-1 0 0 0,17-6-1 0 0,-5 0-509 0 0,-1 0 0 0 0,0-2 0 0 0,0-1 0 0 0,-1 0 0 0 0,0-2 0 0 0,-2 0 0 0 0,35-31 0 0 0,-52 42 789 0 0,-1 1-1 0 0,1 0 1 0 0,-1 0 0 0 0,1-1 0 0 0,-1 1-1 0 0,0-1 1 0 0,0 1 0 0 0,0-1 0 0 0,0 0-1 0 0,0 1 1 0 0,0-1 0 0 0,-1 0 0 0 0,1 0-1 0 0,-1 1 1 0 0,0-1 0 0 0,0 0 0 0 0,0 0-1 0 0,0 0 1 0 0,-1 1 0 0 0,1-1 0 0 0,-1 0-1 0 0,0 0 1 0 0,1 1 0 0 0,-1-1 0 0 0,0 0-1 0 0,-1 1 1 0 0,1-1 0 0 0,0 1 0 0 0,-1 0-1 0 0,1-1 1 0 0,-1 1 0 0 0,0 0 0 0 0,0 0-1 0 0,0 0 1 0 0,0 0 0 0 0,0 0 0 0 0,0 0-1 0 0,0 1 1 0 0,-1-1 0 0 0,1 1 0 0 0,-1 0 0 0 0,1-1-1 0 0,-1 1 1 0 0,-4-1 0 0 0,-47-6 781 0 0,17 12-5291 0 0,35-3 2392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3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96 0 472 0 0,'0'0'21136'0'0,"-2"5"-19809"0"0,-3 5-302 0 0,-1-1-1 0 0,1 1 1 0 0,-1-1-1 0 0,-9 10 1 0 0,7-9-43 0 0,0 1 0 0 0,1-1 0 0 0,-12 23 0 0 0,18-29-853 0 0,-12 33 340 0 0,13-35-463 0 0,-1-1 0 0 0,1 0 0 0 0,0 1-1 0 0,0-1 1 0 0,0 1 0 0 0,0-1 0 0 0,1 1 0 0 0,-1-1 0 0 0,0 1 0 0 0,0-1 0 0 0,1 1 0 0 0,-1-1 0 0 0,1 0 0 0 0,0 1-1 0 0,-1-1 1 0 0,1 0 0 0 0,0 0 0 0 0,0 1 0 0 0,-1-1 0 0 0,1 0 0 0 0,0 0 0 0 0,0 0 0 0 0,1 0 0 0 0,-1 0 0 0 0,0 0-1 0 0,0 0 1 0 0,0 0 0 0 0,1-1 0 0 0,-1 1 0 0 0,2 1 0 0 0,3-1-110 0 0,-1 1 0 0 0,1-1 0 0 0,0 0 0 0 0,-1 0 0 0 0,1-1 0 0 0,0 0 0 0 0,0 0 0 0 0,0 0 0 0 0,9-2 0 0 0,54-13-1375 0 0,-66 14 1440 0 0,22-5-561 0 0,89-28-3341 0 0,-101 29 2447 0 0,-1 0 0 0 0,0-1 0 0 0,19-12 0 0 0,-20 4-1572 0 0,-9 8-5788 0 0,-2-7 4482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7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86 388 0 0,'-8'-4'23190'0'0,"40"-9"-22246"0"0,0-3-1 0 0,41-25 1 0 0,-53 31-1399 0 0,-16 8-4292 0 0,-28 23-12280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8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1180 0 0,'0'1'585'0'0,"1"0"-1"0"0,-1 0 1 0 0,0 0 0 0 0,0 0-1 0 0,0 0 1 0 0,1 0-1 0 0,-1 0 1 0 0,0 0-1 0 0,1 0 1 0 0,-1 0 0 0 0,1 0-1 0 0,-1 0 1 0 0,1 0-1 0 0,-1 0 1 0 0,1-1 0 0 0,0 1-1 0 0,-1 0 1 0 0,1 0-1 0 0,0-1 1 0 0,0 1 0 0 0,1 0-1 0 0,20-7 1441 0 0,0-1 1 0 0,21-11-1 0 0,89-52 1447 0 0,-83 44-2954 0 0,-32 16-1333 0 0,0 0 0 0 0,28-21 1 0 0,-23 9-3329 0 0,-5-2-4426 0 0,-12 12 3534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3.1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0 1188 0 0,'0'0'10614'0'0,"-4"6"-8838"0"0,1 2-1139 0 0,-1 0 0 0 0,1 1 0 0 0,1-1 0 0 0,-1 1 0 0 0,1-1 1 0 0,1 1-1 0 0,0 0 0 0 0,-1 8 0 0 0,5 80 3543 0 0,-1-32-4125 0 0,3-26-3130 0 0,2-19-2694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3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2 241 608 0 0,'0'0'30079'0'0,"0"7"-29490"0"0,0 16-373 0 0,-1-9-56 0 0,1 1-1 0 0,0-1 0 0 0,1 1 1 0 0,1-1-1 0 0,0 0 0 0 0,1 1 1 0 0,7 21-1 0 0,-8-24-159 0 0,1 0 0 0 0,24 26 0 0 0,-27-38 0 0 0,1 0 0 0 0,-1 1 0 0 0,0-1 0 0 0,1 0 0 0 0,-1 0 0 0 0,1 0 0 0 0,-1 1 0 0 0,0-1 0 0 0,1 0 0 0 0,-1 0 0 0 0,1 0 0 0 0,-1 0 0 0 0,1 0 0 0 0,-1 0 0 0 0,1 0 0 0 0,-1 0 0 0 0,0 0 0 0 0,1 0 0 0 0,-1 0 0 0 0,1 0 0 0 0,-1 0 0 0 0,1 0 0 0 0,-1 0 0 0 0,1 0 0 0 0,-1 0 0 0 0,0 0 0 0 0,1-1 0 0 0,-1 1 0 0 0,1 0 0 0 0,-1 0 0 0 0,0-1 0 0 0,1 1 0 0 0,-1 0 0 0 0,0 0 0 0 0,1-1 0 0 0,-1 0 0 0 0,7-6 0 0 0,-4 4 0 0 0,-2 1 0 0 0,1-1 0 0 0,0 0 0 0 0,0 1 0 0 0,-1-1 0 0 0,0 0 0 0 0,1 0 0 0 0,-1 0 0 0 0,0 0 0 0 0,0 0 0 0 0,-1 0 0 0 0,1 0 0 0 0,-1 0 0 0 0,1-1 0 0 0,-1 1 0 0 0,0 0 0 0 0,0 0 0 0 0,-1 0 0 0 0,1 0 0 0 0,-1-1 0 0 0,0-2 0 0 0,-1-11 0 0 0,0-52 0 0 0,0 37 0 0 0,4-57 0 0 0,-1 79 0 0 0,0 0 0 0 0,1 0 0 0 0,1 1 0 0 0,0-1 0 0 0,0 1 0 0 0,0-1 0 0 0,1 1 0 0 0,1 0 0 0 0,10-16 0 0 0,-6 9 0 0 0,-7 13 0 0 0,0-1 0 0 0,-1 1 0 0 0,1 0 0 0 0,1 0 0 0 0,-1 0 0 0 0,0 0 0 0 0,1 1 0 0 0,-1-1 0 0 0,1 1 0 0 0,0-1 0 0 0,-1 1 0 0 0,1 0 0 0 0,1 0 0 0 0,-1 0 0 0 0,3-1 0 0 0,11-3 0 0 0,-4 1 0 0 0,16 2-3426 0 0,-26 3 2370 0 0,-1 1 0 0 0,1 0 0 0 0,-1 0-1 0 0,1-1 1 0 0,-1 2 0 0 0,1-1-1 0 0,-1 0 1 0 0,0 0 0 0 0,0 1-1 0 0,0-1 1 0 0,0 1 0 0 0,0 0-1 0 0,0 0 1 0 0,0-1 0 0 0,2 4-1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5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93 612 0 0,'0'0'12355'0'0,"10"-20"-6165"0"0,75-9-1785 0 0,-62 22-4313 0 0,0 0 1 0 0,27-14-1 0 0,-24 13-2322 0 0,-26 8 2113 0 0,1 0 0 0 0,-1 0 0 0 0,0 0 0 0 0,0 0 0 0 0,1 0 0 0 0,-1 1 0 0 0,0-1 0 0 0,0 0 0 0 0,0 0 0 0 0,0 0 0 0 0,1 0-1 0 0,-1 1 1 0 0,0-1 0 0 0,0 0 0 0 0,0 0 0 0 0,0 1 0 0 0,0-1 0 0 0,1 0 0 0 0,-1 0 0 0 0,0 0 0 0 0,0 1 0 0 0,0-1 0 0 0,0 0 0 0 0,0 1 0 0 0,0-1-1 0 0,0 0 1 0 0,0 0 0 0 0,0 1 0 0 0,0-1 0 0 0,0 0 0 0 0,0 0 0 0 0,0 1 0 0 0,0-1 0 0 0,0 0 0 0 0,0 0 0 0 0,-1 1 0 0 0,1-1 0 0 0,0 0-1 0 0,0 0 1 0 0,0 0 0 0 0,0 1 0 0 0,0-1 0 0 0,-1 0 0 0 0,1 0 0 0 0,-24 33-8559 0 0,10-17 4367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8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54 113 2948 0 0,'-28'26'2190'0'0,"8"2"5077"0"0,19-26-4960 0 0,-3 2-1331 0 0,3-2 480 0 0,4-3 2425 0 0,55-23-1804 0 0,63-37 0 0 0,-85 41-5038 0 0,42-34-1 0 0,-67 48 1486 0 0,-4 2-1111 0 0,-2 0-4500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0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4 212 0 0,'0'0'2836'0'0,"8"-4"7965"0"0,-7 4-10652 0 0,0 1 1 0 0,-1-1 0 0 0,1 0 0 0 0,0 0-1 0 0,-1 1 1 0 0,1-1 0 0 0,0 0-1 0 0,0 1 1 0 0,-1-1 0 0 0,1 0 0 0 0,-1 1-1 0 0,1-1 1 0 0,0 1 0 0 0,-1-1 0 0 0,1 1-1 0 0,-1-1 1 0 0,1 1 0 0 0,-1 0-1 0 0,0-1 1 0 0,1 1 0 0 0,-1 0 0 0 0,1-1-1 0 0,-1 1 1 0 0,0 0 0 0 0,0-1 0 0 0,1 2-1 0 0,7 30 7067 0 0,-7-26-6258 0 0,0 0-1 0 0,0 0 1 0 0,1 0-1 0 0,-1-1 1 0 0,1 1-1 0 0,1-1 1 0 0,4 10-1 0 0,-5-9-957 0 0,0 1 0 0 0,17 13 0 0 0,-10-12 0 0 0,1-3-105 0 0,9-7-3707 0 0,10-7-11677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6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217 33 20 0 0,'1'-1'-654'0'0,"3"-6"1611"0"0,1-5 6307 0 0,-7 2 524 0 0,-6 8-4620 0 0,4 4-1927 0 0,-20 12 459 0 0,1 1 0 0 0,1 1 0 0 0,-37 36 0 0 0,50-44-1225 0 0,1 1 1 0 0,0 0 0 0 0,0 0-1 0 0,1 0 1 0 0,1 1 0 0 0,0 0-1 0 0,0 1 1 0 0,1-1-1 0 0,0 1 1 0 0,1 0 0 0 0,0 0-1 0 0,-2 12 1 0 0,5-20-474 0 0,0 0 0 0 0,1 0 0 0 0,0-1 0 0 0,-1 1 0 0 0,1 0 1 0 0,0 0-1 0 0,0 0 0 0 0,1 0 0 0 0,-1-1 0 0 0,1 1 0 0 0,-1 0 0 0 0,1 0 0 0 0,0-1 0 0 0,0 1 0 0 0,0 0 1 0 0,0-1-1 0 0,3 4 0 0 0,-3-5 0 0 0,0 1 0 0 0,1-1 0 0 0,-1 0 0 0 0,1 0 1 0 0,0 1-1 0 0,0-1 0 0 0,-1 0 0 0 0,1-1 0 0 0,0 1 0 0 0,0 0 1 0 0,0 0-1 0 0,0-1 0 0 0,0 1 0 0 0,0-1 0 0 0,0 0 0 0 0,0 1 1 0 0,0-1-1 0 0,2 0 0 0 0,7-1-50 0 0,0 0-1 0 0,-1-1 1 0 0,1 0 0 0 0,0-1 0 0 0,-1 0-1 0 0,11-5 1 0 0,-17 6-10 0 0,1 0-456 0 0,80-31-5203 0 0,-58 20 1007 0 0,0-2-3737 0 0,-3 0 1102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8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36 1456 0 0,'0'0'18613'0'0,"15"-3"-15176"0"0,32-7-794 0 0,-14 0-3943 0 0,-10 3-2465 0 0,-17 1-417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8.0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29 504 0 0,'40'3'22965'0'0,"-26"-10"-24079"0"0,-2-6-8592 0 0,-8 9 5660 0 0,2-3-793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8.3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0 1096 0 0,'0'0'9653'0'0,"-1"7"-7746"0"0,-1 3-1114 0 0,1-1 0 0 0,1 1-1 0 0,0-1 1 0 0,0 1-1 0 0,0 0 1 0 0,4 11-1 0 0,13 127 6627 0 0,-6-73-4453 0 0,-9-55-2037 0 0,0-1 0 0 0,2 1-1 0 0,9 32 1 0 0,-10-45-1017 0 0,-1 0-1 0 0,2 1 1 0 0,-1-1-1 0 0,1 0 0 0 0,0 0 1 0 0,6 7-1 0 0,-9-12-2227 0 0,0 2 4889 0 0,-1-2-4101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2324 0 0,'21'-1'8121'0'0,"67"-4"1831"0"0,-56 0-8429 0 0,-1-1 0 0 0,37-12 0 0 0,-34 8-2175 0 0,42-15-521 0 0,-53 12-3412 0 0,-4-4-4091 0 0,-8 6 3120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32 32 0 0,'0'0'2362'0'0,"-12"-6"3948"0"0,0-2 7088 0 0,12-2-7769 0 0,-1 9-5436 0 0,0 0 1 0 0,0 0 0 0 0,0 1-1 0 0,0-1 1 0 0,0 1 0 0 0,-1-1 0 0 0,1 1-1 0 0,0-1 1 0 0,0 1 0 0 0,0-1-1 0 0,0 1 1 0 0,0 0 0 0 0,-1 0-1 0 0,1 0 1 0 0,0-1 0 0 0,0 1 0 0 0,0 0-1 0 0,-1 1 1 0 0,1-1 0 0 0,0 0-1 0 0,0 0 1 0 0,0 0 0 0 0,-1 1 0 0 0,1-1-1 0 0,-1 1 1 0 0,-11 3-194 0 0,1 1 0 0 0,0 0 0 0 0,0 1 0 0 0,1 0 0 0 0,-16 11 0 0 0,9-5 0 0 0,1-2 0 0 0,-143 93 0 0 0,135-85 0 0 0,1 1 0 0 0,1 1 0 0 0,1 2 0 0 0,-23 27 0 0 0,44-47 0 0 0,-1-1 0 0 0,0 1 0 0 0,1 0 0 0 0,0 0 0 0 0,-1 0 0 0 0,1 0 0 0 0,0 0 0 0 0,0 1 0 0 0,0-1 0 0 0,1 0 0 0 0,-1 0 0 0 0,0 1 0 0 0,1-1 0 0 0,-1 0 0 0 0,1 1 0 0 0,0-1 0 0 0,0 0 0 0 0,0 1 0 0 0,0 2 0 0 0,1-4 0 0 0,0 1 0 0 0,-1 0 0 0 0,1 0 0 0 0,0-1 0 0 0,0 1 0 0 0,0 0 0 0 0,1-1 0 0 0,-1 1 0 0 0,0-1 0 0 0,0 0 0 0 0,1 1 0 0 0,-1-1 0 0 0,1 0 0 0 0,-1 0 0 0 0,1 0 0 0 0,0 0 0 0 0,-1 0 0 0 0,4 1 0 0 0,3 1 0 0 0,0 0 0 0 0,0-1 0 0 0,0 0 0 0 0,1-1 0 0 0,-1 1 0 0 0,0-2 0 0 0,1 1 0 0 0,-1-1 0 0 0,14-2 0 0 0,19-5 0 0 0,0-2 0 0 0,-1-1 0 0 0,-1-3 0 0 0,0-1 0 0 0,55-28 0 0 0,-87 39 0 0 0,-3 1 0 0 0,0 1 0 0 0,1-1 0 0 0,-1 0 0 0 0,0-1 0 0 0,0 1 0 0 0,-1-1 0 0 0,1 0 0 0 0,0 1 0 0 0,-1-2 0 0 0,0 1 0 0 0,0 0 0 0 0,0-1 0 0 0,0 1 0 0 0,0-1 0 0 0,-1 0 0 0 0,1 0 0 0 0,-1 0 0 0 0,0 0 0 0 0,2-8 0 0 0,-5-4 0 0 0,0 12 0 0 0,-1 0 0 0 0,0 1 0 0 0,0-1 0 0 0,0 0 0 0 0,0 1 0 0 0,-1 0 0 0 0,1-1 0 0 0,-1 1 0 0 0,0 0 0 0 0,0 0 0 0 0,0 1 0 0 0,-1-1 0 0 0,1 1 0 0 0,0-1 0 0 0,-6-2 0 0 0,-2 1 0 0 0,1-1 0 0 0,-1 2 0 0 0,0-1 0 0 0,0 1 0 0 0,0 1 0 0 0,0 0 0 0 0,-12 0 0 0 0,8 1-316 0 0,12 1-1439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2112 0 0,'3'12'30503'0'0,"-26"21"-30316"0"0,14-23-196 0 0,1 1 1 0 0,0 0-1 0 0,-10 19 0 0 0,2 1-246 0 0,15-29-1231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 1152 0 0,'7'-1'26777'0'0,"-12"2"-25977"0"0,-6 2-375 0 0,3-1-97 0 0,1 0 1 0 0,-1 1-1 0 0,1-1 1 0 0,0 1-1 0 0,0 1 1 0 0,1-1-1 0 0,-1 1 1 0 0,1 0-1 0 0,-1 1 1 0 0,-7 6-1 0 0,7-2-328 0 0,2 0 0 0 0,4-9 0 0 0,1 1 0 0 0,-1 0 0 0 0,1-1 0 0 0,0 1 0 0 0,-1 0 0 0 0,1-1 0 0 0,0 1 0 0 0,0 0 0 0 0,0-1 0 0 0,-1 1 0 0 0,1 0 0 0 0,0-1 0 0 0,0 1 0 0 0,0 0 0 0 0,0 0 0 0 0,0-1 0 0 0,0 1 0 0 0,0 0 0 0 0,1-1 0 0 0,-1 1 0 0 0,0 0 0 0 0,0 0 0 0 0,0-1 0 0 0,1 1 0 0 0,-1-1 0 0 0,0 1 0 0 0,1 0 0 0 0,-1-1 0 0 0,1 2 0 0 0,22 14 0 0 0,26 0 0 0 0,-47-15 0 0 0,52 12 0 0 0,-29-8 0 0 0,-1 0 0 0 0,0 2 0 0 0,-1 1 0 0 0,0 1 0 0 0,27 14 0 0 0,-46-20 0 0 0,-3-3 0 0 0,0 1 0 0 0,-1-1 0 0 0,1 0 0 0 0,0 1 0 0 0,0-1 0 0 0,-1 0 0 0 0,1 1 0 0 0,-1-1 0 0 0,1 1 0 0 0,0-1 0 0 0,-1 1 0 0 0,1 0 0 0 0,-1-1 0 0 0,1 1 0 0 0,-1-1 0 0 0,0 1 0 0 0,1 0 0 0 0,-1-1 0 0 0,0 1 0 0 0,1 0 0 0 0,-1-1 0 0 0,0 1 0 0 0,1 1 0 0 0,1 6 0 0 0,-1-7 0 0 0,-1 1 0 0 0,1-1 0 0 0,-1 1 0 0 0,1 0 0 0 0,-1 0 0 0 0,0-1 0 0 0,0 1 0 0 0,0 0 0 0 0,0-1 0 0 0,0 1 0 0 0,0 0 0 0 0,0 0 0 0 0,-1-1 0 0 0,1 1 0 0 0,0 0 0 0 0,-1-1 0 0 0,0 1 0 0 0,1 0 0 0 0,-1-1 0 0 0,0 1 0 0 0,0-1 0 0 0,0 1 0 0 0,0-1 0 0 0,0 0 0 0 0,0 1 0 0 0,0-1 0 0 0,0 0 0 0 0,-1 0 0 0 0,1 0 0 0 0,0 0 0 0 0,-2 1 0 0 0,-3 1 0 0 0,1 0 0 0 0,-1 0 0 0 0,1-1 0 0 0,-1 0 0 0 0,-11 3 0 0 0,13-4 0 0 0,-37 7-3207 0 0,34-8 1718 0 0,0-1 1 0 0,0 1-1 0 0,0-1 1 0 0,0 0-1 0 0,0-1 0 0 0,0 0 1 0 0,1 0-1 0 0,-1 0 0 0 0,1-1 1 0 0,-11-6-1 0 0,-8-5-5923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1 101 716 0 0,'75'1'7764'0'0,"60"-2"-2"0"0,52-17-2802 0 0,-4-17-4399 0 0,-149 27-1316 0 0,35-7-2734 0 0,-22 1-4404 0 0,-15 4 2479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1680 0 0,'4'-9'7241'0'0,"0"-2"8128"0"0,-8-3-9326 0 0,-6-8-3609 0 0,5 10-2434 0 0,-4 33 0 0 0,0 17 0 0 0,-30 158 0 0 0,10-38 0 0 0,28-108 0 0 0,1-50 0 0 0,0 0 0 0 0,0 0 0 0 0,0 0 0 0 0,0 0 0 0 0,0 0 0 0 0,1 0 0 0 0,-1 0 0 0 0,0-1 0 0 0,0 1 0 0 0,0 0 0 0 0,0 0 0 0 0,0 0 0 0 0,0 0 0 0 0,1 0 0 0 0,-1 0 0 0 0,0 0 0 0 0,0 0 0 0 0,0 0 0 0 0,0 0 0 0 0,0 0 0 0 0,1 0 0 0 0,-1 0 0 0 0,0 0 0 0 0,0 0 0 0 0,0 0 0 0 0,0 0 0 0 0,0 0 0 0 0,1 0 0 0 0,-1 0 0 0 0,0 1 0 0 0,0-1 0 0 0,0 0 0 0 0,0 0 0 0 0,0 0 0 0 0,0 0 0 0 0,0 0 0 0 0,1 0 0 0 0,-1 0 0 0 0,0 0 0 0 0,0 0 0 0 0,0 1 0 0 0,0-1 0 0 0,0 0 0 0 0,0 0 0 0 0,0 0 0 0 0,0 0 0 0 0,0 0 0 0 0,0 0 0 0 0,0 1 0 0 0,0-1 0 0 0,0 0 0 0 0,0 0 0 0 0,0 0 0 0 0,0 0 0 0 0,0 0 0 0 0,0 0 0 0 0,0 1 0 0 0,0-1 0 0 0,0 0 0 0 0,0 0 0 0 0,0 0 0 0 0,0 0 0 0 0,0 0 0 0 0,0 1 0 0 0,0-1 0 0 0,0 0 0 0 0,0 0 0 0 0,7-6 0 0 0,1 0 0 0 0,-1 0 0 0 0,0-1 0 0 0,-1 0 0 0 0,1-1 0 0 0,-1 1 0 0 0,-1-1 0 0 0,0 0 0 0 0,0-1 0 0 0,0 1 0 0 0,-1-1 0 0 0,0 0 0 0 0,-1 0 0 0 0,4-19 0 0 0,-6 28 0 0 0,-1 0 0 0 0,0-1 0 0 0,0 1 0 0 0,0 0 0 0 0,0-1 0 0 0,0 1 0 0 0,0 0 0 0 0,0 0 0 0 0,0-1 0 0 0,0 1 0 0 0,0 0 0 0 0,0-1 0 0 0,0 1 0 0 0,0 0 0 0 0,0-1 0 0 0,0 1 0 0 0,0 0 0 0 0,0-1 0 0 0,0 1 0 0 0,0 0 0 0 0,0-1 0 0 0,0 1 0 0 0,-1 0 0 0 0,1 0 0 0 0,0-1 0 0 0,0 1 0 0 0,0 0 0 0 0,-1 0 0 0 0,1-1 0 0 0,0 1 0 0 0,0 0 0 0 0,-1 0 0 0 0,1-1 0 0 0,0 1 0 0 0,-2 0-335 0 0,1-1 1 0 0,-1 1-1 0 0,1 0 1 0 0,-1 0-1 0 0,1 0 1 0 0,-1 0-1 0 0,1 0 0 0 0,-1 0 1 0 0,1 1-1 0 0,-1-1 1 0 0,1 0-1 0 0,-1 1 1 0 0,1-1-1 0 0,-1 1 0 0 0,1 0 1 0 0,0-1-1 0 0,-1 1 1 0 0,1 0-1 0 0,0 0 1 0 0,-2 1-1 0 0,-26 25-11095 0 0,18-15 3384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2036 0 0,'5'23'19721'0'0,"-10"9"-13236"0"0,3-16-6087 0 0,-1 0 0 0 0,0 0 1 0 0,-1 0-1 0 0,0-1 0 0 0,-1 1 0 0 0,-1-1 1 0 0,-9 16-1 0 0,5-8 271 0 0,-15 46 1 0 0,23-66-670 0 0,-1-1 0 0 0,-4 28 0 0 0,20-35-2046 0 0,-11 4 1501 0 0,0-1-1 0 0,0 1 1 0 0,-1-1-1 0 0,1 0 1 0 0,0 1-1 0 0,0-1 0 0 0,-1 0 1 0 0,0 0-1 0 0,1 0 1 0 0,1-4-1 0 0,4-8-8807 0 0,-2 3 711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0 168 0 0,'-7'17'8071'0'0,"-26"18"343"0"0,21-24-5805 0 0,0 1 0 0 0,1 1 0 0 0,-14 20-1 0 0,21-26-1832 0 0,-7 15 2601 0 0,11-21-3374 0 0,0-1 1 0 0,0 1-1 0 0,0-1 1 0 0,0 1-1 0 0,0-1 1 0 0,0 1-1 0 0,0-1 1 0 0,0 1-1 0 0,0-1 1 0 0,0 1-1 0 0,0-1 0 0 0,0 1 1 0 0,1-1-1 0 0,-1 1 1 0 0,0-1-1 0 0,0 0 1 0 0,1 1-1 0 0,-1-1 1 0 0,0 1-1 0 0,1-1 1 0 0,-1 0-1 0 0,0 1 1 0 0,1-1-1 0 0,-1 0 1 0 0,1 1-1 0 0,-1-1 0 0 0,1 0 1 0 0,-1 0-1 0 0,0 1 1 0 0,1-1-1 0 0,-1 0 1 0 0,1 0-1 0 0,-1 0 1 0 0,1 0-1 0 0,-1 0 1 0 0,1 0-1 0 0,-1 0 1 0 0,1 0-1 0 0,0 0 1 0 0,2 1-1051 0 0,15-27-2235 0 0,-9 15 1138 0 0,5-21-10149 0 0,-4 11 5200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24 268 0 0,'0'0'12105'0'0,"6"-16"-2917"0"0,0 9 1989 0 0,-5 41-11144 0 0,3-26-31 0 0,10 7-8 0 0,-1-2 6 0 0,-7-9 0 0 0,0 1 0 0 0,0 1 0 0 0,-1-1 0 0 0,0 1 0 0 0,0 0 0 0 0,0 0 0 0 0,6 11 0 0 0,-5-6 0 0 0,-5 1 0 0 0,0 3 0 0 0,-5-2 0 0 0,-7 5 0 0 0,5-7 0 0 0,0-3-162 0 0,5-7-728 0 0,-3-4-5766 0 0,-9-7 3871 0 0,0-6-8051 0 0,6 5 4402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0 159 476 0 0,'4'0'2509'0'0,"62"-7"6435"0"0,40-20-2971 0 0,-28 6-3376 0 0,186-41 3431 0 0,-194 39-6292 0 0,-48 14-2281 0 0,-1-1-3385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265 165 544 0 0,'0'-1'13695'0'0,"-13"-13"4746"0"0,-10 20-18354 0 0,14-5-87 0 0,1 0 0 0 0,-1 1 0 0 0,1 0 0 0 0,0 0 0 0 0,0 1 0 0 0,0 1 0 0 0,0-1 0 0 0,1 1 0 0 0,-1 0 0 0 0,1 1 0 0 0,0 0 0 0 0,0 0 0 0 0,0 0 0 0 0,1 1 0 0 0,0 0 0 0 0,0 0 0 0 0,-8 12 0 0 0,0-1 0 0 0,2-2 0 0 0,0 1 0 0 0,1 0 0 0 0,1 1 0 0 0,-14 30 0 0 0,24-45 0 0 0,-1-1 0 0 0,0 0 0 0 0,1 1 0 0 0,-1-1 0 0 0,1 1 0 0 0,0-1 0 0 0,-1 1 0 0 0,1-1 0 0 0,0 1 0 0 0,0-1 0 0 0,0 1 0 0 0,0-1 0 0 0,0 1 0 0 0,0 0 0 0 0,1-1 0 0 0,-1 1 0 0 0,0-1 0 0 0,1 0 0 0 0,-1 1 0 0 0,1-1 0 0 0,-1 1 0 0 0,1-1 0 0 0,0 0 0 0 0,0 1 0 0 0,0-1 0 0 0,0 0 0 0 0,-1 0 0 0 0,2 1 0 0 0,-1-1 0 0 0,2 2 0 0 0,-1-2 0 0 0,0 0 0 0 0,1 0 0 0 0,-1 0 0 0 0,0 0 0 0 0,1 0 0 0 0,-1 0 0 0 0,1 0 0 0 0,-1-1 0 0 0,1 1 0 0 0,-1-1 0 0 0,1 0 0 0 0,0 0 0 0 0,-1 0 0 0 0,1 0 0 0 0,-1 0 0 0 0,1-1 0 0 0,2 0 0 0 0,17-5 0 0 0,-1-2 0 0 0,-1 0 0 0 0,0-2 0 0 0,0 0 0 0 0,-1-1 0 0 0,0-1 0 0 0,25-20 0 0 0,-20 12 0 0 0,-1 0 0 0 0,-1-2 0 0 0,-1 0 0 0 0,35-48 0 0 0,-54 67 0 0 0,1-1 0 0 0,-1 1 0 0 0,0 0 0 0 0,0-1 0 0 0,0 1 0 0 0,0-1 0 0 0,-1 0 0 0 0,0 1 0 0 0,1-1 0 0 0,-1 0 0 0 0,-1 0 0 0 0,1 0 0 0 0,0 0 0 0 0,-1 0 0 0 0,0 0 0 0 0,0 0 0 0 0,0 0 0 0 0,-1 0 0 0 0,1 0 0 0 0,-1 0 0 0 0,0 1 0 0 0,0-1 0 0 0,0 0 0 0 0,0 0 0 0 0,-1 1 0 0 0,0-1 0 0 0,0 0 0 0 0,0 1 0 0 0,0 0 0 0 0,0-1 0 0 0,-1 1 0 0 0,1 0 0 0 0,-1 0 0 0 0,0 0 0 0 0,0 1 0 0 0,0-1 0 0 0,0 1 0 0 0,0 0 0 0 0,-1-1 0 0 0,1 1 0 0 0,-8-2 0 0 0,4 0 0 0 0,-1 0 0 0 0,1 1 0 0 0,-1 1 0 0 0,0-1 0 0 0,0 1 0 0 0,0 0 0 0 0,0 1 0 0 0,0 0 0 0 0,-1 1 0 0 0,1-1 0 0 0,0 1 0 0 0,0 1 0 0 0,-1 0 0 0 0,1 0 0 0 0,0 0 0 0 0,0 1 0 0 0,0 0 0 0 0,0 1 0 0 0,-14 6 0 0 0,21-8-1256 0 0,-11 5-13894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2612 0 0,'-1'-4'2617'0'0,"-3"-27"12221"0"0,4 29-12012 0 0,-3-3-3154 0 0,-3 4 10506 0 0,-28 108-10154 0 0,34-103-2272 0 0,-1 3-5811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9 212 0 0,'-24'-7'17313'0'0,"14"5"-15810"0"0,8 3-289 0 0,-38 19 3748 0 0,37-18-4618 0 0,1-1-124 0 0,0 0-1 0 0,-1 0 0 0 0,1 0 1 0 0,0 0-1 0 0,0 1 0 0 0,1-1 1 0 0,-1 1-1 0 0,0 0 0 0 0,0-1 1 0 0,1 1-1 0 0,-1 0 0 0 0,1 0 0 0 0,-1 0 1 0 0,1 0-1 0 0,0 0 0 0 0,0 0 1 0 0,0 1-1 0 0,0-1 0 0 0,0 0 1 0 0,0 4-1 0 0,1-4 44 0 0,22 18 173 0 0,-1-19-382 0 0,33 5 14 0 0,-51-5-11 0 0,0-1 1 0 0,0 1 0 0 0,0 0-1 0 0,0 0 1 0 0,0 0 0 0 0,-1 1-1 0 0,1-1 1 0 0,0 1 0 0 0,-1 0-1 0 0,1-1 1 0 0,-1 1 0 0 0,1 0-1 0 0,-1 1 1 0 0,4 3 0 0 0,-5-4-23 0 0,-1 0 1 0 0,1 1 0 0 0,-1-1 0 0 0,1 1 0 0 0,-1-1 0 0 0,0 0 0 0 0,0 1 0 0 0,0-1 0 0 0,0 1 0 0 0,0-1 0 0 0,-1 0 0 0 0,1 1-1 0 0,-1-1 1 0 0,1 0 0 0 0,-3 5 0 0 0,1 4-360 0 0,1-9 109 0 0,1 0 0 0 0,-1 0 0 0 0,0-1 0 0 0,1 1 0 0 0,-1 0-1 0 0,0-1 1 0 0,0 1 0 0 0,0-1 0 0 0,0 1 0 0 0,-1-1 0 0 0,1 1 0 0 0,0-1 0 0 0,-1 0-1 0 0,1 0 1 0 0,0 1 0 0 0,-1-1 0 0 0,0 0 0 0 0,1 0 0 0 0,-3 0 0 0 0,-24 13-8802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1088 0 0,'0'0'11410'0'0,"8"-16"-897"0"0,0 3-8770 0 0,63-56-2835 0 0,-28 20-5076 0 0,-19 21-1047 0 0,-4 7 1436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0 836 0 0,'0'0'23930'0'0,"2"6"-22946"0"0,5 26 771 0 0,-1 0-1 0 0,-1 0 0 0 0,0 42 0 0 0,10 64-1754 0 0,-2-96 0 0 0,-7-36 0 0 0,10-8 0 0 0,-8-3-1892 0 0,1-5-5574 0 0,2-3-1952 0 0,-1 4 1552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1364 0 0,'18'-12'8879'0'0,"2"6"12940"0"0,-15 24-21221 0 0,-3 2-493 0 0,-4-16-76 0 0,0 1-42 0 0,6 20-1 0 0,-1-15-157 0 0,-2-8-864 0 0,2-8-973 0 0,10-28-1943 0 0,-8 20-411 0 0,0-1-3364 0 0,0-2 129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77 616 0 0,'0'0'19866'0'0,"-2"5"-17963"0"0,-2 3-1634 0 0,-53 150 9844 0 0,57-148-10113 0 0,6 0 0 0 0,3-4 0 0 0,10-9 0 0 0,-7-1 0 0 0,0-1 0 0 0,0 0 0 0 0,-1-1 0 0 0,0 0 0 0 0,0-1 0 0 0,0-1 0 0 0,15-13 0 0 0,-9 6 0 0 0,-1-1 0 0 0,-1 0 0 0 0,25-33 0 0 0,-36 43 0 0 0,-2 3 0 0 0,0 1 0 0 0,-1 0 0 0 0,1-1 0 0 0,0 0 0 0 0,-1 1 0 0 0,0-1 0 0 0,0 0 0 0 0,0 0 0 0 0,0 0 0 0 0,0 0 0 0 0,0 0 0 0 0,-1 0 0 0 0,1 0 0 0 0,-1 0 0 0 0,0 0 0 0 0,0 0 0 0 0,0 0 0 0 0,0 0 0 0 0,-2-5 0 0 0,2 7 0 0 0,1 0 0 0 0,-1 0 0 0 0,0 0 0 0 0,0 0 0 0 0,0 0 0 0 0,0 0 0 0 0,-1 0 0 0 0,1 0 0 0 0,0 0 0 0 0,0 0 0 0 0,-1 0 0 0 0,1 0 0 0 0,0 0 0 0 0,-1 0 0 0 0,1 0 0 0 0,-1 0 0 0 0,1 0 0 0 0,-1 0 0 0 0,0 0 0 0 0,1 0 0 0 0,-1 1 0 0 0,0-1 0 0 0,0 0 0 0 0,1 0 0 0 0,-1 1 0 0 0,0-1 0 0 0,0 1 0 0 0,0-1 0 0 0,-1 0 0 0 0,-1 0 0 0 0,1-1 0 0 0,0 0 0 0 0,-1 0 0 0 0,1 1 0 0 0,-1-1 0 0 0,0 1 0 0 0,1 0 0 0 0,-1 0 0 0 0,0 0 0 0 0,0 0 0 0 0,0 0 0 0 0,1 0 0 0 0,-1 1 0 0 0,0 0 0 0 0,0-1 0 0 0,0 1 0 0 0,0 0 0 0 0,-4 1 0 0 0,-35 7 0 0 0,13 3-3936 0 0,-14 10-8734 0 0,35-16 3586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 1680 0 0,'0'-2'14513'0'0,"0"-10"1584"0"0,-5 20-15685 0 0,-11 19-398 0 0,1 0-1 0 0,1 1 1 0 0,2 1-1 0 0,0 1 1 0 0,-12 55-1 0 0,13-38-17 0 0,3 0 0 0 0,2 0 0 0 0,0 66 0 0 0,5-102 4 0 0,1-7 0 0 0,0 0 0 0 0,0 0 0 0 0,0 0 0 0 0,1 1 0 0 0,-1-1 0 0 0,1 0 0 0 0,0 0 0 0 0,3 7 0 0 0,2-1 0 0 0,0-5-88 0 0,-4-6-178 0 0,-1 0 0 0 0,1 0 0 0 0,-1 1-1 0 0,1-1 1 0 0,-1 0 0 0 0,1-1 0 0 0,-1 1 0 0 0,0 0 0 0 0,1 0 0 0 0,-1-1-1 0 0,0 1 1 0 0,0-1 0 0 0,1-1 0 0 0,8-11-7028 0 0,-8 5-900 0 0,4-3 626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1316 0 0,'2'0'5746'0'0,"11"6"6134"0"0,-14-3-11119 0 0,1 1 0 0 0,-1 0 0 0 0,0 0 0 0 0,0 0 0 0 0,0-1-1 0 0,0 1 1 0 0,-1 0 0 0 0,-2 3 0 0 0,-37 57 4129 0 0,18-30-2880 0 0,-1 13-4153 0 0,24-46 517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1 820 0 0,'2'0'12507'0'0,"9"0"820"0"0,-12 8-12968 0 0,1-1 0 0 0,1 0 0 0 0,-1 1 0 0 0,1-1 0 0 0,1 0 0 0 0,-1 0 0 0 0,1 0 0 0 0,5 11 0 0 0,-5-15-199 0 0,0 1 0 0 0,0-1 0 0 0,1 0 0 0 0,-1 0 0 0 0,1 0 0 0 0,0 0 1 0 0,0 0-1 0 0,0 0 0 0 0,0-1 0 0 0,0 0 0 0 0,1 1 0 0 0,-1-1 0 0 0,1 0 1 0 0,-1-1-1 0 0,1 1 0 0 0,0-1 0 0 0,7 2 0 0 0,12 1-160 0 0,-12-3 0 0 0,0 1 0 0 0,0 0 0 0 0,0 1 0 0 0,15 6 0 0 0,-26-9 0 0 0,1 0 0 0 0,-1 0 0 0 0,0 0 0 0 0,1 0 0 0 0,-1 0 0 0 0,0 0 0 0 0,1 0 0 0 0,-1 1 0 0 0,0-1 0 0 0,1 0 0 0 0,-1 0 0 0 0,0 0 0 0 0,1 1 0 0 0,-1-1 0 0 0,0 0 0 0 0,0 0 0 0 0,0 0 0 0 0,1 1 0 0 0,-1-1 0 0 0,0 0 0 0 0,0 1 0 0 0,0-1 0 0 0,1 0 0 0 0,-1 1 0 0 0,0-1 0 0 0,0 0 0 0 0,0 0 0 0 0,0 1 0 0 0,0-1 0 0 0,0 0 0 0 0,0 1 0 0 0,0-1 0 0 0,0 1 0 0 0,-1 2-127 0 0,-1 0 0 0 0,1 0 1 0 0,-1 0-1 0 0,0 0 0 0 0,0 0 0 0 0,0 0 0 0 0,-1 0 1 0 0,1-1-1 0 0,-1 1 0 0 0,1-1 0 0 0,-1 0 0 0 0,0 0 1 0 0,0 0-1 0 0,-5 3 0 0 0,-54 26-2648 0 0,16-19-1708 0 0,29-11 399 0 0,-1-2-3478 0 0,-5-3 837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1452 0 0,'45'-24'16763'0'0,"-17"7"-9280"0"0,5 4-5498 0 0,48-8-4079 0 0,-54 13-1348 0 0,1 1-3395 0 0,-16 4 2574 0 0,8-2-1948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1 492 0 0,'0'0'28832'0'0,"-3"4"-28034"0"0,-42 58 247 0 0,28-40-645 0 0,0 1 0 0 0,2 1 0 0 0,-13 25 0 0 0,-3 15-400 0 0,7-15 0 0 0,-20 59 0 0 0,38-91 0 0 0,1 0 0 0 0,1 0 0 0 0,1 0 0 0 0,1 0 0 0 0,0 1 0 0 0,1-1 0 0 0,2 32 0 0 0,0-41 0 0 0,0 1 0 0 0,1-1 0 0 0,0 0 0 0 0,0 0 0 0 0,1 0 0 0 0,0 0 0 0 0,0 0 0 0 0,1 0 0 0 0,0-1 0 0 0,6 9 0 0 0,-3-7 0 0 0,1-1 0 0 0,-1 0 0 0 0,1 0 0 0 0,1 0 0 0 0,0-1 0 0 0,0-1 0 0 0,0 1 0 0 0,1-2 0 0 0,15 8 0 0 0,-14-8 0 0 0,-4-1 0 0 0,2 1-287 0 0,-7-3-1251 0 0,4-25-16457 0 0,-4 18 10717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1 520 0 0,'0'0'24128'0'0,"1"4"-23869"0"0,0 4 184 0 0,-1-1-1 0 0,0 1 1 0 0,0-1-1 0 0,0 1 1 0 0,-1-1-1 0 0,0 1 1 0 0,-1-1-1 0 0,-2 8 1 0 0,-13 54 1230 0 0,8-42-1185 0 0,8-25-475 0 0,1 1-1 0 0,-1-1 0 0 0,1 1 1 0 0,-1-1-1 0 0,0 0 0 0 0,0 1 1 0 0,0-1-1 0 0,0 0 0 0 0,0 0 1 0 0,0 1-1 0 0,-1-1 1 0 0,1 0-1 0 0,-1 0 0 0 0,1-1 1 0 0,-1 1-1 0 0,0 0 0 0 0,0 0 1 0 0,0-1-1 0 0,0 1 0 0 0,0-1 1 0 0,0 0-1 0 0,-3 2 1 0 0,4-2-249 0 0,0-1 0 0 0,0 1 0 0 0,0 0 0 0 0,0-1 1 0 0,0 1-1 0 0,0-1 0 0 0,0 1 0 0 0,0-1 1 0 0,0 0-1 0 0,0 1 0 0 0,0-1 0 0 0,0 0 1 0 0,0 0-1 0 0,0 0 0 0 0,-1 0 0 0 0,1 0 1 0 0,0 0-1 0 0,0 0 0 0 0,0 0 0 0 0,0 0 0 0 0,0 0 1 0 0,0-1-1 0 0,0 1 0 0 0,-1 0 0 0 0,1-1 1 0 0,0 1-1 0 0,0-1 0 0 0,0 1 0 0 0,0-1 1 0 0,-1-1-1 0 0,0 1 141 0 0,-1-1-1275 0 0,6-6-3225 0 0,-1 4 2251 0 0,-2 0-3625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0 544 0 0,'0'0'28078'0'0,"1"5"-26785"0"0,-1 12-843 0 0,-1 1 0 0 0,-1-1 1 0 0,0-1-1 0 0,-1 1 0 0 0,-8 27 1 0 0,4-20-301 0 0,-10 34-150 0 0,11-42 0 0 0,1 0 0 0 0,1 0 0 0 0,0 0 0 0 0,1 1 0 0 0,-1 19 0 0 0,-2-14 0 0 0,5-9 0 0 0,1-3-182 0 0,0-8-956 0 0,0-11-6846 0 0,0-28-893 0 0,0 16 676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0 796 0 0,'0'0'2291'0'0,"1"3"-1041"0"0,8 21 18676 0 0,-8-17-15759 0 0,-18 51 170 0 0,11-48-4337 0 0,2-1 0 0 0,3 0-119 0 0,1-7-483 0 0,0-8-9095 0 0,5-47 3472 0 0,-5 50 5560 0 0,1 0-1 0 0,0 0 1 0 0,1 1-1 0 0,-1-1 1 0 0,0 0 0 0 0,1 1-1 0 0,0-1 1 0 0,-1 1 0 0 0,1-1-1 0 0,0 1 1 0 0,0 0-1 0 0,0 0 1 0 0,1 0 0 0 0,-1 0-1 0 0,0 0 1 0 0,6-2-1 0 0,2-2-2042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0 368 0 0,'-1'10'10511'0'0,"0"-2"-5278"0"0,3 10-1647 0 0,4-8 1472 0 0,-5-9-4158 0 0,-1-1-859 0 0,0 0-1 0 0,0 1 0 0 0,0-1 0 0 0,0 0 1 0 0,0 0-1 0 0,0 0 0 0 0,0 1 0 0 0,0-1 1 0 0,0 0-1 0 0,0 0 0 0 0,0 0 1 0 0,-1 1-1 0 0,2-1 0 0 0,-1 0 0 0 0,0 0 1 0 0,0 0-1 0 0,0 1 0 0 0,0-1 0 0 0,0 0 1 0 0,0 0-1 0 0,0 0 0 0 0,0 1 0 0 0,0-1 1 0 0,0 0-1 0 0,0 0 0 0 0,0 0 1 0 0,0 1-1 0 0,1-1 0 0 0,-1 0 0 0 0,0 0 1 0 0,0 0-1 0 0,0 0 0 0 0,0 0 0 0 0,1 1 1 0 0,-1-1-1 0 0,0 0 0 0 0,0 0 0 0 0,0 0 1 0 0,0 0-1 0 0,1 0 0 0 0,-1 0 1 0 0,0 0-1 0 0,0 0 0 0 0,0 0 0 0 0,1 0 1 0 0,-1 0-1 0 0,0 0 0 0 0,0 0 0 0 0,0 0 1 0 0,1 0-1 0 0,-1 0 0 0 0,0 0 0 0 0,1 0 1 0 0,-1 0 49 0 0,0 0 1 0 0,1 0-1 0 0,-1 0 1 0 0,0 0-1 0 0,1 0 0 0 0,-1 0 1 0 0,0 0-1 0 0,0 0 1 0 0,1 0-1 0 0,-1 0 1 0 0,0 0-1 0 0,1 1 0 0 0,-1-1 1 0 0,0 0-1 0 0,1 0 1 0 0,-1 0-1 0 0,0 0 1 0 0,1 0-1 0 0,-1 1 1 0 0,0-1-1 0 0,0 0 0 0 0,1 0 1 0 0,-1 0-1 0 0,0 1 1 0 0,0-1-1 0 0,0 0 1 0 0,1 1-1 0 0,-1-1 0 0 0,0 0 1 0 0,0 0-1 0 0,0 1 1 0 0,0-1-1 0 0,1 0 1 0 0,-1 1-1 0 0,0-1 1 0 0,5 49 1589 0 0,-5-37-1680 0 0,0 1 0 0 0,1-3 0 0 0,5-4 0 0 0,10-2 0 0 0,-2-3 0 0 0,2 0 0 0 0,40 5 0 0 0,-44-2 0 0 0,-3 0 0 0 0,-9-4 0 0 0,1 0 0 0 0,-1 0 0 0 0,1 0 0 0 0,-1 0 0 0 0,0 0 0 0 0,1 0 0 0 0,-1 0 0 0 0,0 1 0 0 0,1-1 0 0 0,-1 0 0 0 0,0 0 0 0 0,1 0 0 0 0,-1 1 0 0 0,0-1 0 0 0,1 0 0 0 0,-1 0 0 0 0,0 1 0 0 0,0-1 0 0 0,1 0 0 0 0,-1 1 0 0 0,0-1 0 0 0,0 0 0 0 0,0 1 0 0 0,1-1 0 0 0,-1 0 0 0 0,0 1 0 0 0,0-1 0 0 0,0 1 0 0 0,0-1 0 0 0,0 0 0 0 0,0 1 0 0 0,0-1 0 0 0,0 1 0 0 0,0-1 0 0 0,0 0 0 0 0,0 1 0 0 0,0-1 0 0 0,0 1 0 0 0,0-1 0 0 0,0 0 0 0 0,0 1 0 0 0,0-1 0 0 0,-1 1 0 0 0,-20 18 0 0 0,15-15-57 0 0,0 0 1 0 0,0 0-1 0 0,-1-1 0 0 0,1 1 1 0 0,-1-2-1 0 0,0 1 1 0 0,0-1-1 0 0,0 0 0 0 0,0 0 1 0 0,0 0-1 0 0,0-1 0 0 0,0-1 1 0 0,-1 1-1 0 0,1-1 1 0 0,-12-1-1 0 0,-24-16-4585 0 0,28 8-317 0 0,1-2-4404 0 0,3 2 2111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0 249 316 0 0,'52'-14'11523'0'0,"-2"-4"-4514"0"0,9-6-2803 0 0,29-16-3062 0 0,60-24 950 0 0,-134 58-2002 0 0,-1 0-1 0 0,0 0 1 0 0,0-1 0 0 0,18-14 0 0 0,-25 17-1121 0 0,-1 0 1 0 0,0-1-1 0 0,0 1 0 0 0,-1-1 1 0 0,1 0-1 0 0,5-10 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18 576 0 0,'-19'-18'28731'0'0,"43"51"-28128"0"0,-2 1-1 0 0,-1 1 0 0 0,-1 1 1 0 0,15 41-1 0 0,0-3-154 0 0,-29-63-448 0 0,29 59 0 0 0,-2 3 0 0 0,29 93 0 0 0,-58-148 1 0 0,0 0 0 0 0,-1 0 0 0 0,0 1 0 0 0,-2-1 0 0 0,0 1 0 0 0,-4 30 0 0 0,2-37-4 0 0,-1-1 1 0 0,0 0-1 0 0,-1 0 0 0 0,0-1 1 0 0,-1 1-1 0 0,0 0 0 0 0,-1-1 1 0 0,0 0-1 0 0,0 0 1 0 0,-1-1-1 0 0,-1 1 0 0 0,-8 9 1 0 0,12-16-315 0 0,1 0 1 0 0,-1-1 0 0 0,0 1 0 0 0,0-1 0 0 0,0 0-1 0 0,0 1 1 0 0,-1-1 0 0 0,1-1 0 0 0,-1 1 0 0 0,1 0-1 0 0,-1-1 1 0 0,1 0 0 0 0,-1 0 0 0 0,-5 1 0 0 0,3-2-1444 0 0,0 1 1 0 0,0-1-1 0 0,0-1 1 0 0,0 1 0 0 0,0-1-1 0 0,1 0 1 0 0,-1 0-1 0 0,-7-3 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33 1644 0 0,'-22'-21'7281'0'0,"20"20"-5080"0"0,-10-9 18992 0 0,12 335-20745 0 0,4-247-448 0 0,-2-68 0 0 0,3 1-237 0 0,-7-16-2462 0 0,3-9 4187 0 0,0 7-6151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1448 0 0,'0'0'28147'0'0,"-1"7"-27125"0"0,-21 120 1128 0 0,20-118-2150 0 0,-11 9-4891 0 0,2-20-4776 0 0,4 0 4023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68 1484 0 0,'-6'-7'25370'0'0,"0"13"-25043"0"0,0 1 1 0 0,1 0-1 0 0,-1 0 1 0 0,2 1-1 0 0,-1 0 1 0 0,1 0-1 0 0,0 0 0 0 0,-5 13 1 0 0,-20 79 2582 0 0,26-87-2854 0 0,3-11-56 0 0,-1 0 0 0 0,1 1 0 0 0,0-1 0 0 0,0 0 0 0 0,0 1 0 0 0,0-1 0 0 0,0 1 0 0 0,0-1 0 0 0,1 0 0 0 0,-1 1 0 0 0,1-1 0 0 0,0 0 0 0 0,-1 0 0 0 0,1 1 0 0 0,0-1 0 0 0,0 0 0 0 0,1 0 0 0 0,-1 0 0 0 0,0 0 0 0 0,1 0 0 0 0,-1 0 0 0 0,1-1 0 0 0,0 1 0 0 0,-1 0 0 0 0,1-1 0 0 0,0 1 0 0 0,0-1 0 0 0,0 0 0 0 0,0 1 0 0 0,0-1 0 0 0,0 0 0 0 0,1 0 0 0 0,-1-1 0 0 0,0 1 0 0 0,1 0 0 0 0,-1-1 0 0 0,0 1 0 0 0,1-1 0 0 0,-1 0 0 0 0,3 0 0 0 0,13-2 0 0 0,0-1 0 0 0,-1-1 0 0 0,0-1 0 0 0,1-1 0 0 0,-1 0 0 0 0,-1-1 0 0 0,0 0 0 0 0,0-2 0 0 0,0 0 0 0 0,-1-1 0 0 0,0 0 0 0 0,-1-1 0 0 0,0-1 0 0 0,-1 0 0 0 0,0-1 0 0 0,-1 0 0 0 0,12-18 0 0 0,-20 25 0 0 0,0-2 0 0 0,-1 1 0 0 0,0 0 0 0 0,0-1 0 0 0,-1 0 0 0 0,0 1 0 0 0,0-1 0 0 0,1-14 0 0 0,-9 5 0 0 0,5 13 0 0 0,-1 1 0 0 0,0 0 0 0 0,0 0 0 0 0,-1-1 0 0 0,1 1 0 0 0,0 0 0 0 0,-1 1 0 0 0,0-1 0 0 0,0 0 0 0 0,0 1 0 0 0,0 0 0 0 0,0-1 0 0 0,0 1 0 0 0,0 0 0 0 0,-1 1 0 0 0,1-1 0 0 0,-8-2 0 0 0,4 3 0 0 0,0 0 0 0 0,0 0 0 0 0,-1 1 0 0 0,1 0 0 0 0,0 0 0 0 0,0 1 0 0 0,-1 0 0 0 0,1 0 0 0 0,-8 3 0 0 0,7-3 0 0 0,5 0 0 0 0,0-1 0 0 0,-1 1 0 0 0,1 0 0 0 0,0 0 0 0 0,0 1 0 0 0,-1-1 0 0 0,1 1 0 0 0,0-1 0 0 0,0 1 0 0 0,1 0 0 0 0,-1 0 0 0 0,0 0 0 0 0,1 1 0 0 0,-1-1 0 0 0,1 1 0 0 0,-3 2 0 0 0,3-3 0 0 0,1-1 0 0 0,1-1 0 0 0,-1 1 0 0 0,1 0 0 0 0,-1-1 0 0 0,1 1 0 0 0,-1 0 0 0 0,1 0 0 0 0,-1-1 0 0 0,1 1 0 0 0,0 0 0 0 0,-1 0 0 0 0,1 0 0 0 0,0 0 0 0 0,0-1 0 0 0,-1 1 0 0 0,1 0 0 0 0,0 0 0 0 0,0 0 0 0 0,0 0 0 0 0,0 0 0 0 0,0-1 0 0 0,0 1 0 0 0,1 0 0 0 0,-1 1 0 0 0,0 2-772 0 0,0-1 1 0 0,0 1-1 0 0,0-1 1 0 0,1 1-1 0 0,-1-1 1 0 0,1 1-1 0 0,0-1 0 0 0,2 7 1 0 0,13 4-10617 0 0,-6-9 3274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 1660 0 0,'1'-1'749'0'0,"0"0"750"0"0,-1 1-750 0 0,1-1 0 0 0,-1 1 0 0 0,0 0 0 0 0,1-1 0 0 0,-1 1 1 0 0,0-1-1 0 0,0 0 0 0 0,-3-10 18818 0 0,-4 11-15667 0 0,-1 0-6713 0 0,3 0 3870 0 0,2 1-212 0 0,-10 5-565 0 0,5 2-250 0 0,1-1-30 0 0,6 0-167 0 0,1-6-742 0 0,6-3-2111 0 0,26-17-3208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8 688 0 0,'4'2'19466'0'0,"-16"-7"-4185"0"0,6 3-15181 0 0,0-1-3483 0 0,2 4 3908 0 0,-21 6-420 0 0,19-3-109 0 0,-2 4-7 0 0,2-1 11 0 0,-1 2 0 0 0,7-8 0 0 0,-1 0 0 0 0,1 0 0 0 0,0 0 0 0 0,0 0 0 0 0,-1 0 0 0 0,1 0 0 0 0,0 0 0 0 0,0 0 0 0 0,0 0 0 0 0,0 0 0 0 0,0 0 0 0 0,0 0 0 0 0,0 0 0 0 0,0 0 0 0 0,1 0 0 0 0,-1 0 0 0 0,0 0 0 0 0,1 0 0 0 0,-1 0 0 0 0,0 0 0 0 0,1 0 0 0 0,-1 0 0 0 0,1 0 0 0 0,-1-1 0 0 0,1 1 0 0 0,0 0 0 0 0,-1 0 0 0 0,1-1 0 0 0,0 1 0 0 0,0 0 0 0 0,-1-1 0 0 0,1 1 0 0 0,0 0 0 0 0,1 0 0 0 0,0 0 0 0 0,4 3 0 0 0,0-1 0 0 0,1 0 0 0 0,0 0 0 0 0,0 0 0 0 0,0-1 0 0 0,0 0 0 0 0,0 0 0 0 0,1-1 0 0 0,-1 0 0 0 0,12 1 0 0 0,3 1 0 0 0,79 18 0 0 0,-90-16 0 0 0,-13 5 0 0 0,-2-7-135 0 0,-1 0 0 0 0,0-1-1 0 0,0 1 1 0 0,0-1 0 0 0,0 0 0 0 0,0-1 0 0 0,-1 1 0 0 0,1-1-1 0 0,0 0 1 0 0,-1 0 0 0 0,1 0 0 0 0,-1-1 0 0 0,1 0-1 0 0,-1 0 1 0 0,-5-1 0 0 0,3-1-1765 0 0,-7-2-740 0 0,9 1-1695 0 0,-1-1-3391 0 0,-13-8-148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 2400 0 0,'31'-36'15429'0'0,"10"5"-8042"0"0,54-19-4355 0 0,-54 30-1629 0 0,15-10-1953 0 0,63-45-1 0 0,-81 53-2811 0 0,-37 21 1793 0 0,1-4-800 0 0,0 1 240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1404 0 0,'-3'6'2380'0'0,"-6"18"1809"0"0,0 1 0 0 0,-8 38 0 0 0,11-33-2465 0 0,2 0 0 0 0,1 1-1 0 0,1-1 1 0 0,3 33 0 0 0,0-30-976 0 0,2 0 0 0 0,2 0 0 0 0,1-1 0 0 0,1 0 0 0 0,1 0 0 0 0,2-1 0 0 0,2 0 0 0 0,1-1 0 0 0,17 30 0 0 0,-24-51-933 0 0,0 0 0 0 0,1 0 0 0 0,0-1-1 0 0,1 0 1 0 0,0 0 0 0 0,0-1 0 0 0,1 0-1 0 0,0 0 1 0 0,0-1 0 0 0,0 0 0 0 0,1-1-1 0 0,0 0 1 0 0,0-1 0 0 0,0 0 0 0 0,0 0-1 0 0,1-1 1 0 0,15 3 0 0 0,-7-3-1294 0 0,1-1 1 0 0,-1 0 0 0 0,31-3-1 0 0,-20-1-4238 0 0,48-10-1 0 0,-22-1-901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2400 0 0,'-10'-2'24636'0'0,"18"13"-23949"0"0,1 0 0 0 0,0-1 0 0 0,0 0-1 0 0,2-1 1 0 0,-1 0 0 0 0,19 12-1 0 0,-8-5-47 0 0,14 10-486 0 0,-15-12-127 0 0,-1 1 1 0 0,0 1-1 0 0,-1 0 1 0 0,25 30-1 0 0,-38-40-20 0 0,0 0 1 0 0,-1 0-1 0 0,0 1 0 0 0,0 0 0 0 0,-1 0 1 0 0,6 13-1 0 0,-9-16-16 0 0,1-1-1 0 0,-1 0 1 0 0,1 0-1 0 0,-1 0 1 0 0,0 1-1 0 0,0-1 1 0 0,-1 0-1 0 0,1 0 1 0 0,-1 0-1 0 0,1 1 1 0 0,-1-1-1 0 0,0 0 1 0 0,0 0-1 0 0,0 0 1 0 0,-1 0-1 0 0,1 0 1 0 0,-1 0-1 0 0,1-1 1 0 0,-1 1-1 0 0,-3 3 1 0 0,-5 5-1044 0 0,0 0 1 0 0,-1 0-1 0 0,0-1 1 0 0,-1 0-1 0 0,-23 15 0 0 0,-1-5-3980 0 0,0-2-3414 0 0,-2-4 1258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78 852 0 0,'0'-5'1242'0'0,"0"0"-1"0"0,0 1 1 0 0,0-1-1 0 0,-1 1 1 0 0,0-1-1 0 0,0 1 1 0 0,0-1-1 0 0,0 1 1 0 0,-5-9-1 0 0,1 3 931 0 0,-4-4 8414 0 0,8 14-10353 0 0,0 0-1 0 0,1 0 1 0 0,-1 0-1 0 0,1 1 1 0 0,-1-1-1 0 0,1 0 0 0 0,-1 0 1 0 0,0 0-1 0 0,1 1 1 0 0,-1-1-1 0 0,1 0 1 0 0,-1 1-1 0 0,1-1 1 0 0,-1 0-1 0 0,1 1 1 0 0,-1-1-1 0 0,1 0 1 0 0,0 1-1 0 0,-1-1 1 0 0,1 1-1 0 0,0-1 1 0 0,-1 1-1 0 0,1-1 1 0 0,0 1-1 0 0,-1-1 1 0 0,1 1-1 0 0,0 0 1 0 0,0 0-1 0 0,-5 11-232 0 0,0-1 0 0 0,2 1 0 0 0,-1 0 0 0 0,2 0 0 0 0,-1 0 0 0 0,0 16 0 0 0,0-5 0 0 0,-9 56 0 0 0,-2 125 0 0 0,9-131 0 0 0,10-83 42 0 0,-2 5-155 0 0,-1 1 0 0 0,1-1-1 0 0,-1 0 1 0 0,0 0 0 0 0,0 0 0 0 0,2-8-1 0 0,-2-1-1280 0 0,2-7-4116 0 0,-2-1-4835 0 0,-2 6 2043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1 572 0 0,'1'0'12255'0'0,"3"10"999"0"0,-6-5-12832 0 0,-1-1 0 0 0,1 0 0 0 0,0 0 0 0 0,0 1 0 0 0,0-1 0 0 0,0 1 0 0 0,1 0 0 0 0,-1 7 0 0 0,1 1 59 0 0,1-1 1 0 0,0 1-1 0 0,1 0 0 0 0,1-1 1 0 0,5 24-1 0 0,-2-28-481 0 0,3-7 0 0 0,-6-3-348 0 0,1 0 0 0 0,-1 0 0 0 0,0 0 0 0 0,0 0 0 0 0,-1 0 0 0 0,1 0 0 0 0,0 0 0 0 0,-1-1 0 0 0,1 1 0 0 0,-1 0 0 0 0,0-1 0 0 0,0 1 0 0 0,0-1 0 0 0,0 0 0 0 0,0 1 0 0 0,0-1 0 0 0,0-3 0 0 0,0-1-1489 0 0,0-1-1 0 0,-1 1 0 0 0,0-1 1 0 0,0 0-1 0 0,-2-13 0 0 0,-2 5-6862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3 660 0 0,'0'0'22339'0'0,"46"-2"-16020"0"0,-21 7-4521 0 0,-23-4-1344 0 0,5 8 699 0 0,-7 1-1148 0 0,-1 0-1 0 0,0 1 1 0 0,0-1 0 0 0,-1 0 0 0 0,-1 0-1 0 0,0 0 1 0 0,0-1 0 0 0,-1 1 0 0 0,0-1-1 0 0,-10 16 1 0 0,-11 30-13 0 0,-1-7 8 0 0,20-38 0 0 0,-1 1 0 0 0,2 0 0 0 0,-1 0 0 0 0,-6 22 0 0 0,11-20 0 0 0,2 0 0 0 0,7-2 0 0 0,7-9 0 0 0,-2-4 0 0 0,-2 0 0 0 0,1 0 0 0 0,0-2 0 0 0,0 1 0 0 0,-1-2 0 0 0,0 1 0 0 0,0-2 0 0 0,0 1 0 0 0,12-10 0 0 0,67-33 0 0 0,-84 43-295 0 0,-4 4-1314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58 1588 0 0,'-26'-31'13155'0'0,"20"22"-12218"0"0,-15-6 9843 0 0,13 13-10480 0 0,6 2 1886 0 0,-39 17 1635 0 0,33-10-3821 0 0,-4 7 0 0 0,8-6 0 0 0,1 1 0 0 0,0 4 0 0 0,6 11 0 0 0,-1-19 0 0 0,-2-5 0 0 0,-1 1 0 0 0,1 0 0 0 0,0 0 0 0 0,0 0 0 0 0,1 0 0 0 0,-1 0 0 0 0,0 0 0 0 0,0-1 0 0 0,0 1 0 0 0,1 0 0 0 0,-1 0 0 0 0,0 0 0 0 0,1 0 0 0 0,-1-1 0 0 0,0 1 0 0 0,1 0 0 0 0,-1 0 0 0 0,1-1 0 0 0,-1 1 0 0 0,1 0 0 0 0,0-1 0 0 0,-1 1 0 0 0,1 0 0 0 0,0-1 0 0 0,-1 1 0 0 0,1-1 0 0 0,0 0 0 0 0,0 1 0 0 0,0-1 0 0 0,1 1 0 0 0,2 2 0 0 0,-2-2 0 0 0,0 1 0 0 0,0-1 0 0 0,0 0 0 0 0,0 0 0 0 0,0 1 0 0 0,0-1 0 0 0,0-1 0 0 0,1 1 0 0 0,-1 0 0 0 0,0 0 0 0 0,1-1 0 0 0,-1 0 0 0 0,0 1 0 0 0,3-1 0 0 0,51 8 0 0 0,-52-8 0 0 0,24 11 0 0 0,-21-9 0 0 0,5 13 0 0 0,0 1 0 0 0,1 12 0 0 0,-9-18 0 0 0,-5 0 0 0 0,-8 2 0 0 0,0-7 0 0 0,-11-11 0 0 0,6-2 0 0 0,6-2 0 0 0,-21-16-4368 0 0,27 25 2327 0 0,-7-5-3091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1000 0 0,'5'-11'29838'0'0,"-2"8"-27890"0"0,1 1-3658 0 0,34-8 2664 0 0,72-29 1 0 0,-90 31-1124 0 0,-1-2 1 0 0,0 0 0 0 0,-1-1 0 0 0,0-1-1 0 0,25-21 1 0 0,-41 31-3184 0 0,3-4 2903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1060 0 0,'-64'32'5881'0'0,"62"-31"-5804"0"0,-21 10 186 0 0,-7-14-4416 0 0,27 2 2393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1156 0 0,'11'2'31596'0'0,"-14"31"-31590"0"0,2 0 0 0 0,3 39 0 0 0,1 2-9 0 0,-1 2 3 0 0,3 14 0 0 0,-4-78 0 0 0,-1-12 0 0 0,0 0 0 0 0,0 0 0 0 0,0 0 0 0 0,0 1 0 0 0,0-1 0 0 0,0 0 0 0 0,0 0 0 0 0,0 0 0 0 0,0 0 0 0 0,0 0 0 0 0,0 1 0 0 0,0-1 0 0 0,0 0 0 0 0,0 0 0 0 0,0 0 0 0 0,0 0 0 0 0,0 1 0 0 0,0-1 0 0 0,0 0 0 0 0,0 0 0 0 0,1 0 0 0 0,-1 0 0 0 0,0 0 0 0 0,0 1 0 0 0,0-1 0 0 0,0 0 0 0 0,0 0 0 0 0,0 0 0 0 0,1 0 0 0 0,-1 0 0 0 0,0 0 0 0 0,0 0 0 0 0,0 0 0 0 0,0 0 0 0 0,0 0 0 0 0,1 0 0 0 0,-1 1 0 0 0,0-1 0 0 0,0 0 0 0 0,0 0 0 0 0,0 0 0 0 0,1 0 0 0 0,-1 0 0 0 0,0 0 0 0 0,0 0 0 0 0,0 0 0 0 0,0-1 0 0 0,1 1 0 0 0,-1 0 0 0 0,0 0 0 0 0,0 0 0 0 0,10-16 0 0 0,1 3-5166 0 0,-1-5-8864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1152 0 0,'0'0'25241'0'0,"-4"5"-20920"0"0,-2 1-3409 0 0,-10 15-3207 0 0,6-7 5653 0 0,8-10-3350 0 0,0 0 0 0 0,0 0-1 0 0,1 0 1 0 0,-1 0 0 0 0,1 0 0 0 0,0 1 0 0 0,0-1-1 0 0,1 0 1 0 0,-1 6 0 0 0,1 4-8 0 0,1-1 0 0 0,5-4 0 0 0,-6-8-186 0 0,1-1 0 0 0,0 1 1 0 0,-1-1-1 0 0,1 1 0 0 0,-1-1 0 0 0,1 1 1 0 0,0-1-1 0 0,-1 0 0 0 0,1 1 0 0 0,0-1 0 0 0,-1 0 1 0 0,1 1-1 0 0,0-1 0 0 0,-1 0 0 0 0,1 0 1 0 0,0 0-1 0 0,0 0 0 0 0,-1 0 0 0 0,1 0 1 0 0,0 0-1 0 0,0 0 0 0 0,-1 0 0 0 0,1 0 0 0 0,0 0 1 0 0,-1 0-1 0 0,1-1 0 0 0,0 1 0 0 0,0 0 1 0 0,-1 0-1 0 0,1-1 0 0 0,0 1 0 0 0,-1 0 0 0 0,1-1 1 0 0,-1 1-1 0 0,1-1 0 0 0,-1 1 0 0 0,1-1 1 0 0,0 1-1 0 0,-1-1 0 0 0,0 0 0 0 0,1 1 1 0 0,0-2-1 0 0,14-21-11754 0 0,-9 15 4722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50 784 0 0,'0'0'22234'0'0,"13"6"-21323"0"0,-7-8 3397 0 0,1-4-4105 0 0,0 1 1 0 0,0 0 0 0 0,0 0-1 0 0,0 0 1 0 0,1 1 0 0 0,0 0 0 0 0,0 0-1 0 0,0 1 1 0 0,0 0 0 0 0,0 0-1 0 0,1 1 1 0 0,16-2 0 0 0,-24 4 64 0 0,22 32 1346 0 0,-22-27-1614 0 0,0 1 0 0 0,0 0 0 0 0,-1 0 0 0 0,0 0 0 0 0,0-1 0 0 0,0 1 0 0 0,-1 0 0 0 0,0 0 0 0 0,0 0 0 0 0,0-1 0 0 0,-1 1 0 0 0,0-1 0 0 0,0 1 0 0 0,0-1 0 0 0,-5 8 0 0 0,-6 10 0 0 0,-1-1 0 0 0,-18 22 0 0 0,21-29 0 0 0,-7 7 0 0 0,14-12 0 0 0,13 3 0 0 0,5-8 0 0 0,-5-4 0 0 0,-1-1 0 0 0,1 1 0 0 0,0-2 0 0 0,0 1 0 0 0,0-1 0 0 0,0 0 0 0 0,0-1 0 0 0,-1 0 0 0 0,16-6 0 0 0,39-10 0 0 0,-59 15 45 0 0,-1 0-57 0 0,36-2-256 0 0,-35 5-970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10 1664 0 0,'-4'-9'22220'0'0,"0"10"-21844"0"0,1 1 0 0 0,0 0-1 0 0,0 1 1 0 0,0-1 0 0 0,0 0 0 0 0,0 1-1 0 0,0 0 1 0 0,1 0 0 0 0,-1 0 0 0 0,1 0 0 0 0,-3 5-1 0 0,-6 7 466 0 0,8-12-633 0 0,1 0 0 0 0,0-1 0 0 0,0 1-1 0 0,0 0 1 0 0,1 1 0 0 0,-1-1 0 0 0,1 0 0 0 0,-1 0-1 0 0,1 1 1 0 0,0-1 0 0 0,1 1 0 0 0,-1-1 0 0 0,0 1 0 0 0,1-1-1 0 0,0 1 1 0 0,0 5 0 0 0,0-6-208 0 0,0 0 0 0 0,0 0 0 0 0,1 0 0 0 0,-1 0 0 0 0,1 0 0 0 0,0 0 0 0 0,-1 0 0 0 0,1 0 0 0 0,1 0 0 0 0,-1-1 0 0 0,0 1 0 0 0,1 0 0 0 0,-1-1 0 0 0,1 1 0 0 0,0-1 0 0 0,0 1 0 0 0,0-1 0 0 0,0 0 0 0 0,0 0 0 0 0,4 3 0 0 0,1 0 0 0 0,1-1 0 0 0,-1-1 0 0 0,0 1 0 0 0,1-1 0 0 0,11 3 0 0 0,1 1 0 0 0,59 23 0 0 0,-70-23 0 0 0,0 4 0 0 0,-8-11 0 0 0,-1 1 0 0 0,0-1 0 0 0,1 0 0 0 0,-1 1 0 0 0,0-1 0 0 0,1 1 0 0 0,-1-1 0 0 0,0 1 0 0 0,1 0 0 0 0,-1-1 0 0 0,0 1 0 0 0,0-1 0 0 0,0 1 0 0 0,0-1 0 0 0,0 1 0 0 0,0 0 0 0 0,1-1 0 0 0,-1 1 0 0 0,0-1 0 0 0,-1 1 0 0 0,1 0 0 0 0,0-1 0 0 0,0 1 0 0 0,0-1 0 0 0,0 2 0 0 0,-1 18 0 0 0,0-4 0 0 0,1-15 0 0 0,0 0 0 0 0,0 1 0 0 0,0-1 0 0 0,0 0 0 0 0,0 0 0 0 0,0 0 0 0 0,0 0 0 0 0,0 0 0 0 0,-1 0 0 0 0,1 0 0 0 0,0 0 0 0 0,-1 0 0 0 0,1 0 0 0 0,-1 0 0 0 0,1 0 0 0 0,-1 0 0 0 0,0 0 0 0 0,1 0 0 0 0,-1 0 0 0 0,0 0 0 0 0,0-1 0 0 0,1 1 0 0 0,-1 0 0 0 0,0-1 0 0 0,0 1 0 0 0,0 0 0 0 0,-2 0 0 0 0,1 0 0 0 0,-5 5 0 0 0,-2-5-287 0 0,5-3-267 0 0,0-1 0 0 0,0 1 1 0 0,0-1-1 0 0,0 0 1 0 0,1 0-1 0 0,0 0 0 0 0,-1-1 1 0 0,1 1-1 0 0,0-1 1 0 0,1 0-1 0 0,-1 1 0 0 0,1-1 1 0 0,-3-5-1 0 0,-12-37-12070 0 0,16 23 5819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1584 0 0,'0'0'1750'0'0,"20"-8"6428"0"0,-4 6-6444 0 0,0-1 1 0 0,-1-1-1 0 0,1 0 1 0 0,20-9-1 0 0,13-12-442 0 0,-44 21-1706 0 0,0 1-1 0 0,0-1 0 0 0,0 0 0 0 0,0 0 1 0 0,6-9-1 0 0,-10 12-868 0 0,3-8-2227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348 136 432 0 0,'-9'-11'6755'0'0,"7"9"-6136"0"0,0 1 0 0 0,0-1 0 0 0,-1 1 1 0 0,1 0-1 0 0,0 0 0 0 0,-1 0 0 0 0,1 0 0 0 0,-1 1 0 0 0,1-1 1 0 0,-1 1-1 0 0,1-1 0 0 0,-5 1 0 0 0,-3 0 155 0 0,-1 1 0 0 0,1 0 0 0 0,-1 1 0 0 0,1 0 0 0 0,-1 0 0 0 0,1 1 0 0 0,0 1 0 0 0,-14 6 0 0 0,-1 4 3918 0 0,-42 29 0 0 0,33-19-3511 0 0,26-16-1181 0 0,2 1 0 0 0,-5 0 0 0 0,53-21 0 0 0,-30 5 0 0 0,-1-1 0 0 0,0-1 0 0 0,0 0 0 0 0,-1-1 0 0 0,0 0 0 0 0,0 0 0 0 0,-1-1 0 0 0,-1 0 0 0 0,0-1 0 0 0,-1 0 0 0 0,10-20 0 0 0,-11 20 0 0 0,-7-1 0 0 0,-9-1 0 0 0,1 6 0 0 0,-8 9 0 0 0,8 2 0 0 0,1 0 0 0 0,-1 1 0 0 0,1 0 0 0 0,0 1 0 0 0,0 0 0 0 0,1 0 0 0 0,0 0 0 0 0,0 1 0 0 0,0 0 0 0 0,0 1 0 0 0,1 0 0 0 0,0 0 0 0 0,-6 9 0 0 0,1 1 0 0 0,0 0 0 0 0,0 1 0 0 0,2 0 0 0 0,-14 38 0 0 0,21-52 0 0 0,1 1 0 0 0,0-1 0 0 0,0 1 0 0 0,0 0 0 0 0,1 0 0 0 0,-1-1 0 0 0,1 1 0 0 0,0 0 0 0 0,0 0 0 0 0,1-1 0 0 0,0 1 0 0 0,0 0 0 0 0,0-1 0 0 0,0 1 0 0 0,2 4 0 0 0,-2-7 0 0 0,0 0 0 0 0,1 0 0 0 0,-1-1 0 0 0,0 1 0 0 0,0-1 0 0 0,1 1 0 0 0,-1-1 0 0 0,1 1 0 0 0,0-1 0 0 0,-1 0 0 0 0,1 1 0 0 0,0-1 0 0 0,0 0 0 0 0,-1 0 0 0 0,1-1 0 0 0,0 1 0 0 0,0 0 0 0 0,0 0 0 0 0,0-1 0 0 0,0 0 0 0 0,0 1 0 0 0,0-1 0 0 0,1 0 0 0 0,-1 0 0 0 0,0 0 0 0 0,0 0 0 0 0,0 0 0 0 0,0 0 0 0 0,0-1 0 0 0,0 1 0 0 0,0-1 0 0 0,0 0 0 0 0,0 1 0 0 0,0-1 0 0 0,3-2 0 0 0,13-3 0 0 0,-1-2 0 0 0,1 0 0 0 0,-2-1 0 0 0,1 0 0 0 0,-1-1 0 0 0,-1-1 0 0 0,0-1 0 0 0,0 0 0 0 0,22-25 0 0 0,-31 29 0 0 0,-1 0 0 0 0,-1 0 0 0 0,0-1 0 0 0,0 1 0 0 0,0-1 0 0 0,-1 0 0 0 0,-1 0 0 0 0,3-12 0 0 0,-9 9 0 0 0,1-6 0 0 0,-3 4 0 0 0,-16 5 0 0 0,16 7 0 0 0,0 1 0 0 0,1 0 0 0 0,-1 0 0 0 0,0 1 0 0 0,1 0 0 0 0,-1 0 0 0 0,0 0 0 0 0,0 0 0 0 0,1 1 0 0 0,-1 0 0 0 0,1 1 0 0 0,-1-1 0 0 0,1 1 0 0 0,-1 0 0 0 0,1 0 0 0 0,0 1 0 0 0,0-1 0 0 0,0 1 0 0 0,-7 5 0 0 0,-3 3 0 0 0,1 1 0 0 0,0 1 0 0 0,1 0 0 0 0,-13 17 0 0 0,22-25 0 0 0,0 1 0 0 0,0-1 0 0 0,1 1 0 0 0,0 0 0 0 0,0 1 0 0 0,0-1 0 0 0,1 0 0 0 0,0 1 0 0 0,1 0 0 0 0,-1-1 0 0 0,0 12 0 0 0,1-13 0 0 0,1 0 0 0 0,0 1 0 0 0,0-1 0 0 0,0 0 0 0 0,1 0 0 0 0,-1 0 0 0 0,1 0 0 0 0,1 0 0 0 0,-1 0 0 0 0,1 0 0 0 0,0 0 0 0 0,0 0 0 0 0,0 0 0 0 0,0-1 0 0 0,5 7 0 0 0,-6-10 0 0 0,1 0 0 0 0,-1 0 0 0 0,1 0 0 0 0,0 0 0 0 0,-1 0 0 0 0,1 0 0 0 0,0 0 0 0 0,0 0 0 0 0,0-1 0 0 0,-1 1 0 0 0,1-1 0 0 0,0 0 0 0 0,0 1 0 0 0,0-1 0 0 0,0 0 0 0 0,0 0 0 0 0,0 0 0 0 0,0 0 0 0 0,0 0 0 0 0,0-1 0 0 0,3 0 0 0 0,32-13 0 0 0,-33 10 0 0 0,8-5 0 0 0,0-1 0 0 0,0 0 0 0 0,-1-1 0 0 0,-1 0 0 0 0,0-1 0 0 0,0 0 0 0 0,14-25 0 0 0,-15 22 0 0 0,-1-1 0 0 0,-1 0 0 0 0,0 0 0 0 0,-2 0 0 0 0,0-1 0 0 0,0 0 0 0 0,-2 0 0 0 0,0 0 0 0 0,1-28 0 0 0,-7 21 0 0 0,1 20 0 0 0,1 3 0 0 0,1 0 0 0 0,-1-1 0 0 0,0 1 0 0 0,1 0 0 0 0,-1 0 0 0 0,0 0 0 0 0,0 0 0 0 0,0 0 0 0 0,0 0 0 0 0,0 0 0 0 0,0 0 0 0 0,0 1 0 0 0,0-1 0 0 0,0 0 0 0 0,0 0 0 0 0,-1 1 0 0 0,1-1 0 0 0,0 1 0 0 0,0-1 0 0 0,-1 1 0 0 0,1 0 0 0 0,0-1 0 0 0,-1 1 0 0 0,1 0 0 0 0,0 0 0 0 0,-1 0 0 0 0,1 0 0 0 0,-3 0 0 0 0,1 0 0 0 0,-2 1 0 0 0,-1-1 0 0 0,1 1 0 0 0,-1 0 0 0 0,1 1 0 0 0,0-1 0 0 0,-1 1 0 0 0,1 0 0 0 0,0 0 0 0 0,0 1 0 0 0,0-1 0 0 0,0 1 0 0 0,1 0 0 0 0,-1 0 0 0 0,1 1 0 0 0,-6 5 0 0 0,-1 1 0 0 0,1 1 0 0 0,0 0 0 0 0,0 1 0 0 0,-12 19 0 0 0,19-26 0 0 0,0-1 0 0 0,0 1 0 0 0,0 0 0 0 0,1 0 0 0 0,0 1 0 0 0,0-1 0 0 0,0 0 0 0 0,0 1 0 0 0,1-1 0 0 0,0 1 0 0 0,0-1 0 0 0,1 1 0 0 0,-1 0 0 0 0,1-1 0 0 0,1 1 0 0 0,-1 0 0 0 0,1-1 0 0 0,0 1 0 0 0,0-1 0 0 0,0 1 0 0 0,1-1 0 0 0,0 0 0 0 0,0 1 0 0 0,0-1 0 0 0,1 0 0 0 0,-1 0 0 0 0,6 7 0 0 0,-7-11 0 0 0,0 0 0 0 0,0 0 0 0 0,0 0 0 0 0,-1-1 0 0 0,1 1 0 0 0,0 0 0 0 0,0 0 0 0 0,0 0 0 0 0,1-1 0 0 0,-1 1 0 0 0,0 0 0 0 0,0-1 0 0 0,0 1 0 0 0,0-1 0 0 0,1 0 0 0 0,-1 1 0 0 0,0-1 0 0 0,0 0 0 0 0,1 0 0 0 0,-1 0 0 0 0,0 1 0 0 0,0-1 0 0 0,1-1 0 0 0,-1 1 0 0 0,0 0 0 0 0,3-1 0 0 0,2 1 0 0 0,-1-1-4 0 0,1 1 1 0 0,-1-1-1 0 0,0 0 0 0 0,1-1 1 0 0,-1 1-1 0 0,0-1 0 0 0,0 0 1 0 0,0 0-1 0 0,0 0 0 0 0,-1-1 1 0 0,1 0-1 0 0,5-4 0 0 0,-8 5 2 0 0,0 0 0 0 0,0 0 0 0 0,0 0 0 0 0,0 0 0 0 0,0 0 0 0 0,0-1 0 0 0,-1 1 0 0 0,1-1 0 0 0,-1 1 0 0 0,0-1 0 0 0,0 0 0 0 0,0 1 0 0 0,0-1 0 0 0,0 0-1 0 0,0 0 1 0 0,-1 0 0 0 0,1-5 0 0 0,-1 5 26 0 0,0 1 25 0 0,0 2-52 0 0,0-1 1 0 0,1 1-1 0 0,-1-1 0 0 0,0 1 1 0 0,0-1-1 0 0,0 0 0 0 0,0 1 1 0 0,0-1-1 0 0,0 1 0 0 0,0-1 0 0 0,0 1 1 0 0,0-1-1 0 0,0 1 0 0 0,0-1 1 0 0,0 0-1 0 0,-1 1 0 0 0,1-1 1 0 0,0 1-1 0 0,0-1 0 0 0,0 1 1 0 0,-1-1-1 0 0,1 1 0 0 0,0-1 1 0 0,-1 1-1 0 0,1 0 0 0 0,0-1 1 0 0,-1 1-1 0 0,1-1 0 0 0,-1 1 0 0 0,1 0 1 0 0,0-1-1 0 0,-1 1 0 0 0,1 0 1 0 0,-1-1-1 0 0,1 1 0 0 0,-1 0 1 0 0,1 0-1 0 0,-1 0 0 0 0,0 0 1 0 0,1-1-1 0 0,-1 1 0 0 0,-1-1-359 0 0,-19 8-2326 0 0,11 1 925 0 0,-5 4-2892 0 0,5-9-6317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36 348 0 0,'13'1'32384'0'0,"-17"0"-32587"0"0,-8-8 17 0 0,-2-5-3898 0 0,4 2-7813 0 0,5 1 2700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43 860 0 0,'0'0'1309'0'0,"3"-2"-38"0"0,21-7 27999 0 0,-34 19-29222 0 0,5-6-48 0 0,0 1 1 0 0,0 0 0 0 0,0 0 0 0 0,0 0 0 0 0,1 1 0 0 0,0-1 0 0 0,0 1 0 0 0,0 0 0 0 0,-4 12 0 0 0,-3 2-1 0 0,11-8 0 0 0,0-11 0 0 0,0 0 0 0 0,0 0 0 0 0,0 0 0 0 0,1-1 0 0 0,-1 1 0 0 0,0 0 0 0 0,0 0 0 0 0,0 0 0 0 0,1-1 0 0 0,-1 1 0 0 0,0 0 0 0 0,1-1 0 0 0,-1 1 0 0 0,0 0 0 0 0,1-1 0 0 0,-1 1 0 0 0,1 0 0 0 0,-1-1 0 0 0,1 1 0 0 0,0-1 0 0 0,-1 1 0 0 0,1-1 0 0 0,-1 1 0 0 0,1-1 0 0 0,0 1 0 0 0,-1-1 0 0 0,1 0 0 0 0,0 1 0 0 0,0-1 0 0 0,-1 0 0 0 0,1 0 0 0 0,0 1 0 0 0,0-1 0 0 0,0 0 0 0 0,-1 0 0 0 0,1 0 0 0 0,0 0 0 0 0,0 0 0 0 0,1 0 0 0 0,0 0 0 0 0,1 0 0 0 0,-1 1 0 0 0,1-1 0 0 0,-1 0 0 0 0,1 0 0 0 0,-1-1 0 0 0,1 1 0 0 0,-1 0 0 0 0,0-1 0 0 0,1 0 0 0 0,-1 1 0 0 0,0-1 0 0 0,1 0 0 0 0,-1 0 0 0 0,0 0 0 0 0,0-1 0 0 0,0 1 0 0 0,3-3 0 0 0,0 1 0 0 0,2-1 0 0 0,-3 3 0 0 0,0-1 0 0 0,0 0 0 0 0,0 0 0 0 0,0-1 0 0 0,0 1 0 0 0,-1-1 0 0 0,1 0 0 0 0,-1 0 0 0 0,1 0 0 0 0,-1 0 0 0 0,0 0 0 0 0,0-1 0 0 0,-1 1 0 0 0,1-1 0 0 0,-1 0 0 0 0,0 0 0 0 0,0 0 0 0 0,0 0 0 0 0,0 0 0 0 0,-1 0 0 0 0,0-1 0 0 0,0 1 0 0 0,1-5 0 0 0,-2-6 0 0 0,0 14 0 0 0,1 0 0 0 0,-1 0 0 0 0,0 0 0 0 0,0 0 0 0 0,1 0 0 0 0,-1 0 0 0 0,0 0 0 0 0,0 1 0 0 0,0-1 0 0 0,0 0 0 0 0,0 0 0 0 0,-1 0 0 0 0,1 0 0 0 0,0 0 0 0 0,0 0 0 0 0,-1 0 0 0 0,1 0 0 0 0,0 0 0 0 0,-1 0 0 0 0,1 1 0 0 0,-1-1 0 0 0,1 0 0 0 0,-1 0 0 0 0,1 0 0 0 0,-1 1 0 0 0,0-1 0 0 0,1 0 0 0 0,-1 1 0 0 0,0-1 0 0 0,0 1 0 0 0,1-1 0 0 0,-2 0 0 0 0,-7-4 0 0 0,-4-1 0 0 0,-4 4 0 0 0,4 3 0 0 0,-5 2 0 0 0,4 4 0 0 0,4-2 0 0 0,2 3 0 0 0,6 1 0 0 0,11 4 0 0 0,3-9 0 0 0,1-1 0 0 0,-1-1 0 0 0,1 1 0 0 0,2-4-260 0 0,-12 1-1083 0 0,-33-20-17471 0 0,24 9 11872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10 412 0 0,'-7'1'2227'0'0,"-24"6"761"0"0,14-2 1387 0 0,1-1-1 0 0,0 2 1 0 0,-25 12-1 0 0,21-11 5247 0 0,44-9-9616 0 0,1 0 1 0 0,-1-1-1 0 0,0-1 0 0 0,36-11 0 0 0,-30 6-7 0 0,1 2 1 0 0,45-4-1 0 0,-53 8 2 0 0,-21 3 0 0 0,-1 0 0 0 0,0-1 0 0 0,0 1 0 0 0,1 0 0 0 0,-1 0 0 0 0,0 0 0 0 0,0 0 0 0 0,1 0 0 0 0,-1 0 0 0 0,0 0 0 0 0,0 1 0 0 0,1-1 0 0 0,-1 0 0 0 0,0 1 0 0 0,0-1 0 0 0,0 1 0 0 0,1-1 0 0 0,-1 1 0 0 0,0 0 0 0 0,0 0 0 0 0,0-1 0 0 0,0 1 0 0 0,0 0 0 0 0,0 0 0 0 0,0 0 0 0 0,-1 0 0 0 0,1 0 0 0 0,0 0 0 0 0,0 0 0 0 0,-1 0 0 0 0,1 0 0 0 0,-1 0 0 0 0,1 0 0 0 0,-1 1 0 0 0,1-1 0 0 0,-1 0 0 0 0,0 0 0 0 0,1 1 0 0 0,-1-1 0 0 0,0 0 0 0 0,0 0 0 0 0,0 1 0 0 0,0-1 0 0 0,0 0 0 0 0,0 0 0 0 0,-1 1 0 0 0,1-1 0 0 0,0 0 0 0 0,-1 2 0 0 0,1 2 0 0 0,-3 17 0 0 0,-1-1 0 0 0,0 1 0 0 0,-2 0 0 0 0,-12 32 0 0 0,16-48 0 0 0,-13 33 0 0 0,8-22 0 0 0,1 0 0 0 0,0 1 0 0 0,-5 28 0 0 0,4-20 0 0 0,5-19 0 0 0,0-1 0 0 0,0 1 0 0 0,1-1 0 0 0,0 1 0 0 0,0 0 0 0 0,0 0 0 0 0,1-1 0 0 0,0 1 0 0 0,1 9 0 0 0,0-2 0 0 0,3-6 0 0 0,6-6 0 0 0,-8-3-312 0 0,0-1 0 0 0,1 0 0 0 0,-1 0 0 0 0,-1 0 0 0 0,1 0 0 0 0,0 0 0 0 0,0 0 0 0 0,-1 0 0 0 0,1 0 0 0 0,-1-1 0 0 0,0 1 0 0 0,0-1 0 0 0,0 1 0 0 0,0-1 0 0 0,0 1 0 0 0,0-1 0 0 0,-1 0 0 0 0,1 1 0 0 0,-1-1 0 0 0,0 0 0 0 0,1 0 0 0 0,-1 1 0 0 0,-1-1 0 0 0,1-3 0 0 0,-1-2-1004 0 0,1 1 1 0 0,-1-1-1 0 0,0 0 1 0 0,-1 1-1 0 0,0 0 0 0 0,0-1 1 0 0,0 1-1 0 0,-5-8 1 0 0,0 5-6067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0 174 772 0 0,'0'0'2184'0'0,"1"7"-307"0"0,-1-5 253 0 0,1 1 0 0 0,-1-1 0 0 0,0 0 1 0 0,1 1-1 0 0,0-1 0 0 0,-1 0 0 0 0,1 0 0 0 0,0 0 0 0 0,0 0 0 0 0,2 4 1 0 0,6-5-1733 0 0,0-1 1 0 0,0-1 0 0 0,0 1 0 0 0,0-1-1 0 0,0-1 1 0 0,0 1 0 0 0,0-1 0 0 0,-1-1 0 0 0,1 0-1 0 0,8-4 1 0 0,48-32-639 0 0,8-24-5848 0 0,-10-4-8743 0 0,-45 47 8371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2324 0 0,'-19'17'11828'0'0,"12"-10"-4372"0"0,1-2-3360 0 0,-4-2 640 0 0,-22 21-2409 0 0,25-17-2327 0 0,2 2 0 0 0,4-9 0 0 0,1 1 0 0 0,-1 0 0 0 0,1 0 0 0 0,-1 0 0 0 0,1-1 0 0 0,0 1 0 0 0,-1 0 0 0 0,1 0 0 0 0,0 0 0 0 0,0 0 0 0 0,0 0 0 0 0,0 0 0 0 0,0-1 0 0 0,0 1 0 0 0,0 0 0 0 0,0 0 0 0 0,0 0 0 0 0,0 0 0 0 0,0 0 0 0 0,0 0 0 0 0,0 0 0 0 0,1-1 0 0 0,-1 1 0 0 0,0 0 0 0 0,1 0 0 0 0,-1 0 0 0 0,1 0 0 0 0,-1-1 0 0 0,1 1 0 0 0,-1 0 0 0 0,1-1 0 0 0,0 1 0 0 0,-1 0 0 0 0,1-1 0 0 0,0 1 0 0 0,1 0 0 0 0,23 9 0 0 0,-23-9 0 0 0,19 3 0 0 0,1 0 0 0 0,0-2 0 0 0,42 0 0 0 0,48 4 0 0 0,-96-3 0 0 0,-4 0 0 0 0,-5 5 0 0 0,-7 7 0 0 0,-2-7 0 0 0,-1 0 0 0 0,0 0 0 0 0,-1-1 0 0 0,0 0 0 0 0,0 1 0 0 0,0-1 0 0 0,-1-1 0 0 0,-8 11 0 0 0,-49 48 0 0 0,59-62-112 0 0,1 0 0 0 0,-1-1 0 0 0,-1 1 0 0 0,1-1 0 0 0,0 0 0 0 0,-1 0 0 0 0,1 0 0 0 0,-1 0 0 0 0,1-1 1 0 0,-1 1-1 0 0,0-1 0 0 0,0 0 0 0 0,0 0 0 0 0,0 0 0 0 0,1-1 0 0 0,-1 1 0 0 0,-6-1 0 0 0,6-1-220 0 0,0 1 0 0 0,0-1 0 0 0,0 0-1 0 0,0 0 1 0 0,0-1 0 0 0,0 1 0 0 0,0-1 0 0 0,1 0 0 0 0,-1 0 0 0 0,1 0 0 0 0,-1 0-1 0 0,1-1 1 0 0,0 1 0 0 0,0-1 0 0 0,0 0 0 0 0,0 0 0 0 0,-3-5 0 0 0,-8-12-9042 0 0,-4 1 715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2836 0 0,'49'-13'10953'0'0,"21"-21"-4438"0"0,-19 8-3540 0 0,189-74 4451 0 0,-195 81-8201 0 0,-18 6-5247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52 200 0 0,'-6'7'32552'0'0,"32"-9"-32537"0"0,-10-1-15 0 0,-2 0 0 0 0,3 3 0 0 0,-4 0 0 0 0,-1-1 0 0 0,2 1 0 0 0,3-3 0 0 0,-4 3 0 0 0,0-3 0 0 0,-1-1 0 0 0,1 2 0 0 0,4 3 0 0 0,-3-1 0 0 0,-1 0 0 0 0,3 0 0 0 0,4 0 0 0 0,-2 0 0 0 0,6-2 0 0 0,-23 2 0 0 0,37 0 0 0 0,84 12 0 0 0,-53-7 0 0 0,84 12 0 0 0,-146-15 0 0 0,0-2 0 0 0,-1 1 0 0 0,1-1 0 0 0,0 0 0 0 0,-1 0 0 0 0,8-2 0 0 0,5 0 0 0 0,6 5 0 0 0,4-7 0 0 0,-17 1 0 0 0,-6 1 0 0 0,42-5 0 0 0,-34 6 0 0 0,-2 0 0 0 0,2-1 0 0 0,206-19 0 0 0,-211 19 0 0 0,2-1 0 0 0,2 1 0 0 0,1 0 0 0 0,-1-2 0 0 0,-13-7-308 0 0,-13 4-4180 0 0,3 7 1349 0 0,-1 0-6256 0 0,-19 6 719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326 103 552 0 0,'-3'-5'1319'0'0,"1"0"-1"0"0,-1 0 1 0 0,1-1 0 0 0,0 1-1 0 0,0 0 1 0 0,1-1 0 0 0,-1 0-1 0 0,1 1 1 0 0,0-1 0 0 0,1 0-1 0 0,0-9 1 0 0,0 13-383 0 0,-1-1-729 0 0,-9-15 11336 0 0,6 14-10546 0 0,2 3 1501 0 0,-2 1-2309 0 0,-11 2-168 0 0,3 5-21 0 0,3 1 0 0 0,-1 1 0 0 0,8 0 0 0 0,-2 0 0 0 0,3 4 0 0 0,10 105 0 0 0,-6-95 0 0 0,-1 1 0 0 0,-1-1 0 0 0,-3 28 0 0 0,2-21 0 0 0,0 0 0 0 0,7 48 0 0 0,-1-29 0 0 0,3 41 0 0 0,5 104 0 0 0,-13-159 0 0 0,0-21 0 0 0,-1-1 0 0 0,0 1 0 0 0,-1 0 0 0 0,0 0 0 0 0,-6 20 0 0 0,-23 135 0 0 0,2-5 0 0 0,18-95 0 0 0,-20 69 0 0 0,14-72 0 0 0,-8 79 0 0 0,14-75 0 0 0,1 71 0 0 0,4-44 0 0 0,-2 25 0 0 0,5-61 0 0 0,-3-1 0 0 0,-16 83 0 0 0,-3 28 0 0 0,19-145 0 0 0,1 1 0 0 0,0 46 0 0 0,-9 228 0 0 0,-6-115 0 0 0,14-128 0 0 0,3-46 0 0 0,1 1 0 0 0,0 0 0 0 0,1 0 0 0 0,3 24 0 0 0,1 11 0 0 0,-4-38 0 0 0,1-1 0 0 0,0 1 0 0 0,0-1 0 0 0,4 14 0 0 0,2 8 0 0 0,-6-25 0 0 0,1 0 0 0 0,-1 1 0 0 0,1-1 0 0 0,0 0 0 0 0,0 0 0 0 0,6 10 0 0 0,-2-6 0 0 0,-2 1 0 0 0,1 0 0 0 0,-1 0 0 0 0,3 13 0 0 0,5 13 0 0 0,-5-12 0 0 0,0 0 0 0 0,4 28 0 0 0,7 30 0 0 0,1-14 0 0 0,-9-28 0 0 0,29 71 0 0 0,-7-19 0 0 0,-29-87 0 0 0,-1-1 0 0 0,1 1 0 0 0,-1 0 0 0 0,0 0 0 0 0,-1 0 0 0 0,1 0 0 0 0,0 8 0 0 0,5 12 0 0 0,-3-18 0 0 0,-1 0 0 0 0,0 0 0 0 0,0 0 0 0 0,-1 0 0 0 0,0 1 0 0 0,0-1 0 0 0,-1 1 0 0 0,0-1 0 0 0,0 1 0 0 0,-1 0 0 0 0,-1-1 0 0 0,1 1 0 0 0,-1 0 0 0 0,-4 14 0 0 0,4-15 0 0 0,-2 20 0 0 0,2 54 0 0 0,1-41 0 0 0,-17 58 0 0 0,16-84 0 0 0,-3 84 0 0 0,4-94 0 0 0,0 0 0 0 0,-1-1 0 0 0,0 1 0 0 0,0-1 0 0 0,0 1 0 0 0,-1-1 0 0 0,1 1 0 0 0,-1-1 0 0 0,0 1 0 0 0,0-1 0 0 0,-4 4 0 0 0,0 5 0 0 0,-19 62 0 0 0,14-47 0 0 0,2 0 0 0 0,-9 41 0 0 0,14-57 0 0 0,2-1 0 0 0,-2-1 0 0 0,2 1 0 0 0,4 2 0 0 0,2-2 0 0 0,-4 3 0 0 0,-4 2 0 0 0,1-2 0 0 0,-3-3 0 0 0,2-1 0 0 0,3 1 0 0 0,1 1 0 0 0,0 1 0 0 0,0 3 0 0 0,0-4 0 0 0,2 7 0 0 0,-4-13 0 0 0,-5 6 0 0 0,3 3 0 0 0,3 1 0 0 0,0-3 0 0 0,-4 0 0 0 0,5 0 0 0 0,5-1 0 0 0,-1-4 0 0 0,10-9 0 0 0,10-9-2828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77 788,'-10'-2'3257,"4"2"1053,-1-1-2822,0 0-1,0 1 0,0-1 0,0 2 0,0-1 0,0 1 0,0 0 0,0 1 0,-13 4 0,19-6-385,-14 8 2299,15-8-3290,-1 0 103,-1 0 0,1 0 1,0 0-1,-1 1 0,1-1 0,0 1 0,-1-1 1,1 1-1,0-1 0,0 1 0,0-1 1,-1 1-1,1 0 0,0 0 0,0 0 0,0 0 1,0 0-1,0 0 0,0 0 0,0 0 1,1 0-1,-2 2 0,2 8-214,12-4 0,7-3 0,0 0 0,0-2 0,0 0 0,0-2 0,21-1 0,101-15 0,-46 3 0,170-20 0,-41 2 0,-210 30 0,-1-1 0,-1-1 0,-3-2 0,-12-8-911,2 3-8373,6 1 4558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63 1520,'-33'-25'15338,"28"25"-14850,0-1-1,-1 1 1,1 1 0,0-1-1,0 1 1,0 0-1,0 0 1,0 0 0,0 1-1,1 0 1,-1 0-1,-5 3 1,-53 37 7815,37-23-7036,18-13-1267,-1 2 0,2-1 0,-1 1 0,1 0 0,0 1 0,1 0 0,0 0 0,0 0 0,1 1 0,0 0 0,-6 18 0,10-26 0,1 0 0,-1 0 0,1 0 0,-1-1 0,1 1 0,0 0 0,0 0 0,0 0 0,0 0 0,0 0 0,0 0 0,1-1 0,-1 1 0,1 0 0,-1 0 0,1 0 0,-1-1 0,1 1 0,2 3 0,-2-4 0,0 0 0,0 0 0,0 0 0,1-1 0,-1 1 0,0 0 0,1-1 0,-1 1 0,0 0 0,1-1 0,-1 0 0,1 1 0,-1-1 0,1 0 0,-1 0 0,1 0 0,-1 1 0,3-2 0,3 1 0,-1-1 0,1-1 0,-1 1 0,1-1 0,-1 0 0,0 0 0,9-5 0,2-4 0,-1 0 0,0-1 0,0-1 0,-2 0 0,0-1 0,0-1 0,20-28 0,-32 40 0,-1-1 0,1 0 0,-1 1 0,1-1 0,-1 0 0,0 0 0,-1 0 0,1 0 0,-1 0 0,0 0 0,0 0 0,0 0 0,-1-8 0,1 9 0,-1 0 0,1 0 0,-1 0 0,0 0 0,0 1 0,0-1 0,0 0 0,0 0 0,-1 0 0,1 1 0,-1-1 0,0 1 0,0-1 0,0 1 0,0 0 0,0 0 0,0-1 0,-1 2 0,-4-4 0,-1 0 0,5 3 0,1 1 0,-1-1 0,1 1 0,-1 0 0,1 0 0,-1 0 0,0 0 0,0 1 0,0-1 0,1 1 0,-1-1 0,0 1 0,-4 0 0,-11 2 0,2 0 0,30-3-2492,42-1-11598,-42-1 4990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2492,'0'0'27620,"-3"6"-25400,-10 19-1785,10-7-435,3-5 0,0 1 0,0-2 0,0 2 0,-1-14 0,1 0 0,0 0 0,0 0 0,0 0 0,0 0 0,0 0 0,0 1 0,0-1 0,0 0 0,0 0 0,0 0 0,-1 0 0,1 1 0,0-1 0,0 0 0,0 0 0,0 0 0,0 0 0,0 1 0,0-1 0,0 0 0,0 0 0,0 0 0,0 0 0,1 1 0,-1-1 0,0 0 0,0 0 0,0 0 0,0 0 0,0 0 0,0 1 0,0-1 0,0 0 0,0 0 0,0 0 0,1 0 0,-1 0 0,0 0 0,0 0 0,0 1 0,0-1 0,0 0 0,1 0 0,-1 0 0,0 0 0,0 0 0,0 0 0,0 0 0,1 0 0,-1 0 0,0 0 0,0 0 0,0 0 0,0 0 0,1 0 0,12-19 0,-9 4-2819,-5-5-7301,1 14 5770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66 1120,'0'0'17768,"-2"4"-15491,-8 14 8444,13-16-9965,4 3-748,0-1 0,0 0 1,0 0-1,1-1 0,0 0 1,-1 0-1,1-1 1,0 0-1,0 0 0,1-1 1,-1 0-1,0 0 0,0-1 1,11-1-1,-6 0-8,-1 0 0,0-1 0,0 0 0,0-1 0,0 0 0,0-1 0,0 0 0,-1-1 0,0 0 0,0-1 0,17-12 0,-12 9 0,-5-2 0,-9 10 0,-1-1-295,-1 1 0,1 0 0,0-1 0,0 1 0,-1-1 0,1 1 0,0-1 0,-1 1 0,0-1 0,1 0 0,-1 1 0,0-1 0,0-2 0,-6-21-12452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3 1928,'-9'-3'30709,"-25"125"-30548,23-75-176,-23 59-1,-27 65 16,53-157-3612,-4 12-10341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1056,'0'0'20537,"5"1"-18955,19 0 2239,24-5 1818,0 4-5507,-18 4-132,-1 0 0,0 2 0,37 13 0,-34-10 0,66 12 0,220 2 0,-232-19 0,-17 0 0,-56-5 0,1-3 0,-18-13-312,2 12 1373,-2-3-4033,-6-13-12147,3 7 6447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16 1304,'0'0'1919,"-9"-12"3350,2 8 1457,2 5-6073,-1 0-1,0-1 1,1 2-1,-1-1 1,1 1-1,-1 0 1,1 0-1,0 0 1,0 1-1,0-1 1,0 1-1,0 1 1,-6 4-1,-3 5 2153,0 0-1,-23 28 1,27-25-2805,-1 1 0,2 0 0,0 1 0,1 0 0,1 0 0,1 1 0,0 0 0,1 0 0,2 0 0,-3 26 0,5-42 0,1 0 0,-1 0 0,1 0 0,0 0 0,0 0 0,0 0 0,1 0 0,-1 0 0,1 0 0,-1 0 0,1-1 0,0 1 0,0 0 0,0 0 0,0-1 0,1 1 0,-1 0 0,1-1 0,0 0 0,0 1 0,-1-1 0,2 0 0,-1 0 0,0 0 0,0 0 0,0 0 0,1-1 0,-1 1 0,5 2 0,-1-3 0,-1 1 0,0-1 0,1 0 0,-1 0 0,0 0 0,1-1 0,-1 0 0,1 0 0,-1 0 0,1-1 0,-1 0 0,0 0 0,1 0 0,8-4 0,1-1 0,-1 0 0,0-2 0,-1 1 0,0-2 0,0 0 0,-1 0 0,0-1 0,16-17 0,-23 21 0,0 1 0,0-1 0,0 0 0,-1 0 0,0 0 0,0-1 0,-1 0 0,0 1 0,0-1 0,0 0 0,-1-1 0,0 1 0,-1 0 0,1-1 0,-1 1 0,-1-1 0,1 1 0,-1-1 0,-2-9 0,2 14 0,-1-1 0,0 1 0,0 0 0,0 0 0,-1-1 0,1 1 0,-1 0 0,1 0 0,-1 0 0,0 0 0,0 1 0,0-1 0,-1 1 0,1-1 0,-1 1 0,1 0 0,-1 0 0,0 0 0,0 0 0,0 0 0,0 0 0,0 1 0,0 0 0,0-1 0,-1 1 0,1 1 0,0-1 0,-1 0 0,1 1 0,-1-1 0,1 1 0,-1 0 0,1 0 0,0 1 0,-6 0 0,1 0 0,0 1 0,0-1 0,0 1 0,0 1 0,0 0 0,0 0 0,1 0 0,0 1 0,0 0 0,0 0 0,0 1 0,0 0 0,-9 10 0,15-14-1,0 0 1,0 1-1,0 0 0,0-1 1,0 1-1,0-1 0,1 1 0,-1 0 1,1 0-1,-1-1 0,1 1 1,-1 0-1,1 0 0,0 0 1,0-1-1,0 1 0,0 0 0,0 0 1,1 0-1,-1-1 0,0 1 1,1 0-1,-1 0 0,1-1 1,0 1-1,0 0 0,-1-1 1,1 1-1,0 0 0,0-1 0,1 0 1,-1 1-1,0-1 0,0 0 1,1 1-1,-1-1 0,1 0 1,-1 0-1,1 0 0,-1 0 0,1 0 1,0-1-1,-1 1 0,1 0 1,0-1-1,1 1 0,15 2-3062,-9-1-1864,0 0-5016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1 788,'0'0'15657,"-4"4"-12808,-1 0-2514,1-1 135,0 0-1,0 0 0,0 0 0,1 1 0,-1 0 1,1 0-1,0 0 0,0 0 0,0 0 0,1 0 1,-1 1-1,1 0 0,0-1 0,1 1 0,-1 0 1,1 0-1,0 0 0,0 0 0,0 0 0,1 0 1,-1 0-1,1 0 0,0 0 0,1 0 0,0 0 1,-1 0-1,4 8 0,3 6-469,4-8 0,-5-3 0,7-6 0,12-10 0,-21 0 0,-4 7 0,15-34-3766,-12-21-8360,-3 44 9857,0-1-5944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1744,'3'-30'11497,"1"18"-9454,-1 7-908,0 1 0,0 0 0,1 0 0,-1 0 0,1 0 0,6-4 1,44-21 6308,-40 22-5686,-9 7-1460,-1 0-296,0 0 1,1 1 0,-1-1 0,0 1-1,0 0 1,0 0 0,0 1 0,0-1-1,0 1 1,-1 0 0,1 0 0,0 0-1,-1 0 1,0 1 0,1-1 0,4 7-1,-6-7-2,-1 1-1,1 0 1,-1 0-1,0 0 1,0 0 0,0 0-1,0 0 1,0 0-1,-1 0 1,1 1-1,-1-1 1,0 0-1,0 0 1,0 0-1,0 1 1,-1-1-1,1 0 1,-1 0-1,-2 5 1,0 1 0,-1-1 0,0 1 0,-1-1 0,1 1 0,-2-1 0,1-1 0,-1 1 0,-1-1 0,-10 10 0,-15 19 0,-28 31 0,53-51 0,6-12 0,1-3 0,-1-1 0,1 1 0,-1-1 0,1 1 0,0 0 0,-1-1 0,1 1 0,0-1 0,-1 1 0,1 0 0,0-1 0,0 1 0,-1 0 0,1 0 0,0-1 0,0 1 0,0 0 0,0-1 0,0 1 0,0 0 0,0-1 0,0 1 0,0 0 0,1 0 0,-1-1 0,0 1 0,0 0 0,1-1 0,-1 1 0,0 0 0,1-1 0,-1 1 0,1-1 0,-1 1 0,0-1 0,1 1 0,-1-1 0,1 1 0,0-1 0,-1 1 0,1-1 0,-1 0 0,1 1 0,0-1 0,-1 0 0,1 1 0,0-1 0,-1 0 0,1 0 0,0 0 0,-1 1 0,1-1 0,0 0 0,0 0 0,-1 0 0,1 0 0,0-1 0,33-1 0,185-56 0,-165 38-123,-52 19-797,-5 5-1401,-10 11-757,9-11-1893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7 219 1316,'-7'-4'18504,"37"3"-17357,0-2 0,0-1 0,0-1 0,0-2 0,36-13-1,-28 6-1673,0-1 0,-2-3-1,57-34 1,-48 17-3453,-20 8-5938,-13 14 3904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17 524 0 0,'0'-1'7423'0'0,"-4"-12"3479"0"0,2 12-10772 0 0,0 1 0 0 0,-1-1 1 0 0,1 1-1 0 0,0 0 0 0 0,-1 0 0 0 0,1 0 0 0 0,0 0 0 0 0,-1 0 1 0 0,1 0-1 0 0,0 1 0 0 0,-1-1 0 0 0,1 1 0 0 0,0 0 1 0 0,-1-1-1 0 0,1 1 0 0 0,0 0 0 0 0,0 0 0 0 0,-3 3 0 0 0,-2 0 662 0 0,1 1 0 0 0,0 0 0 0 0,0 0 0 0 0,0 1 0 0 0,-8 10 0 0 0,2 0 546 0 0,1 0 1 0 0,1 0 0 0 0,0 1-1 0 0,-8 22 1 0 0,16-35-1339 0 0,0 1 0 0 0,0-1 0 0 0,1 1 0 0 0,-1 0 0 0 0,1 0 0 0 0,1-1 0 0 0,-1 1 0 0 0,0 0 0 0 0,1 0 0 0 0,0 0 0 0 0,0 0 0 0 0,1 0 0 0 0,0 0 0 0 0,-1 0 0 0 0,1 0 0 0 0,1-1 0 0 0,-1 1 0 0 0,1 0 0 0 0,0-1 0 0 0,4 8 0 0 0,-3-8 0 0 0,1 0 0 0 0,-1 0 0 0 0,1 0 0 0 0,0-1 0 0 0,0 1 0 0 0,1-1 0 0 0,-1 0 0 0 0,1 0 0 0 0,-1-1 0 0 0,1 1 0 0 0,0-1 0 0 0,0 0 0 0 0,0 0 0 0 0,0-1 0 0 0,1 1 0 0 0,-1-1 0 0 0,0-1 0 0 0,0 1 0 0 0,7 0 0 0 0,10-2 0 0 0,1 0 0 0 0,0-1 0 0 0,-1-1 0 0 0,1-1 0 0 0,-1-1 0 0 0,0-1 0 0 0,-1-1 0 0 0,26-11 0 0 0,-43 16 0 0 0,0-1 0 0 0,0 1 0 0 0,0-1 0 0 0,0 0 0 0 0,-1 1 0 0 0,1-2 0 0 0,-1 1 0 0 0,0 0 0 0 0,0-1 0 0 0,0 1 0 0 0,0-1 0 0 0,0 0 0 0 0,-1 0 0 0 0,0 0 0 0 0,0 0 0 0 0,0-1 0 0 0,2-6 0 0 0,-3 10 0 0 0,-1 0 0 0 0,1-1 0 0 0,-1 1 0 0 0,1 0 0 0 0,-1 0 0 0 0,0-1 0 0 0,1 1 0 0 0,-1 0 0 0 0,0 0 0 0 0,0-1 0 0 0,0 1 0 0 0,0 0 0 0 0,0-1 0 0 0,0 1 0 0 0,0 0 0 0 0,-1-1 0 0 0,1 1 0 0 0,0 0 0 0 0,-1 0 0 0 0,0-2 0 0 0,0 0 0 0 0,0-1 0 0 0,0 0 0 0 0,-1 0 0 0 0,1 1 0 0 0,-1-1 0 0 0,0 0 0 0 0,0 1 0 0 0,0 0 0 0 0,-1-1 0 0 0,1 1 0 0 0,-1 0 0 0 0,0 0 0 0 0,0 0 0 0 0,0 0 0 0 0,0 1 0 0 0,0-1 0 0 0,0 1 0 0 0,-1 0 0 0 0,1 0 0 0 0,-1 0 0 0 0,0 0 0 0 0,1 1 0 0 0,-1-1 0 0 0,-5 0 0 0 0,4 0 0 0 0,-8-2 0 0 0,-4 1 0 0 0,3 1 0 0 0,13 2-10 0 0,1 0 1 0 0,0 0-1 0 0,-1 0 1 0 0,1 0-1 0 0,0 0 1 0 0,-1 0-1 0 0,1 0 1 0 0,0 0-1 0 0,-1 0 0 0 0,1 0 1 0 0,-1 1-1 0 0,1-1 1 0 0,0 0-1 0 0,0 0 1 0 0,-1 0-1 0 0,1 0 1 0 0,0 1-1 0 0,-1-1 0 0 0,1 0 1 0 0,0 0-1 0 0,0 0 1 0 0,-1 1-1 0 0,1-1 1 0 0,0 0-1 0 0,0 1 1 0 0,-1-1-1 0 0,1 0 0 0 0,0 1 1 0 0,0-1-1 0 0,0 0 1 0 0,0 1-1 0 0,0-1 1 0 0,0 0-1 0 0,-1 1 1 0 0,1-1-1 0 0,18 17-3537 0 0,-9-11-1855 0 0,0-1-4025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2584 0 0,'0'1'4024'0'0,"-2"13"7036"0"0,0-10-9409 0 0,1-4-1321 0 0,1 0 0 0 0,-1 1 0 0 0,1-1 0 0 0,-1 1 0 0 0,1-1 0 0 0,0 1 0 0 0,-1-1 0 0 0,1 1 0 0 0,0-1 0 0 0,-1 1 0 0 0,1-1 0 0 0,0 1 0 0 0,0 0 0 0 0,0-1 1 0 0,-1 1-1 0 0,1-1 0 0 0,0 1 0 0 0,0 0 0 0 0,0-1 0 0 0,0 1 0 0 0,0-1 0 0 0,0 1 0 0 0,0 0 0 0 0,1 0 0 0 0,0 3 190 0 0,1 0-1 0 0,0 0 1 0 0,0-1 0 0 0,0 1 0 0 0,0-1-1 0 0,1 1 1 0 0,0-1 0 0 0,-1 0-1 0 0,5 4 1 0 0,1-2-520 0 0,1-2-111 0 0,-7-2-678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40 532 0 0,'0'0'4258'0'0,"2"-2"-971"0"0,15-10 10398 0 0,-10 7-11111 0 0,36-2 2020 0 0,-24 2-3850 0 0,1 2-1 0 0,0 0 1 0 0,-1 2-1 0 0,29 0 1 0 0,-35 2-640 0 0,-3 2-89 0 0,-9-3-15 0 0,-1 1 0 0 0,1-1 0 0 0,-1 1 0 0 0,1-1 0 0 0,0 1 0 0 0,-1-1 0 0 0,1 1 0 0 0,-1-1 0 0 0,1 1 0 0 0,-1 0 0 0 0,0-1 0 0 0,1 1 0 0 0,-1 0 0 0 0,1 0 0 0 0,-1-1 0 0 0,0 1 0 0 0,0 0 0 0 0,0 0 0 0 0,1-1 0 0 0,-1 1 0 0 0,0 0 0 0 0,0 0 0 0 0,0 0 0 0 0,0-1 0 0 0,0 1 0 0 0,0 0 0 0 0,-1 0 0 0 0,1 0 0 0 0,0-1 0 0 0,0 1 0 0 0,0 0 0 0 0,-1 0 0 0 0,1-1 0 0 0,0 1 0 0 0,-1 0 0 0 0,1-1 0 0 0,-1 1 0 0 0,0 0 0 0 0,-3 10 0 0 0,-1-1 0 0 0,-1 1 0 0 0,0-2 0 0 0,0 1 0 0 0,-1 0 0 0 0,0-1 0 0 0,0-1 0 0 0,-13 12 0 0 0,-30 39 0 0 0,46-52 0 0 0,0-1 0 0 0,0 1 0 0 0,1-1 0 0 0,0 1 0 0 0,0 0 0 0 0,-4 15 0 0 0,7-20 0 0 0,0 1 0 0 0,-1-1 0 0 0,1 0 0 0 0,0 0 0 0 0,0 0 0 0 0,0 1 0 0 0,1-1 0 0 0,-1 0 0 0 0,1 0 0 0 0,-1 0 0 0 0,1 0 0 0 0,0 0 0 0 0,-1 0 0 0 0,1 0 0 0 0,0 0 0 0 0,0 0 0 0 0,1 0 0 0 0,-1 0 0 0 0,0 0 0 0 0,1-1 0 0 0,-1 1 0 0 0,1-1 0 0 0,-1 1 0 0 0,1-1 0 0 0,0 1 0 0 0,-1-1 0 0 0,1 0 0 0 0,3 1 0 0 0,5 3 0 0 0,1 0 0 0 0,-1-1 0 0 0,1 0 0 0 0,0-1 0 0 0,1 0 0 0 0,-1-1 0 0 0,0-1 0 0 0,1 1 0 0 0,-1-2 0 0 0,20 0 0 0 0,13-4 0 0 0,59-11 0 0 0,-81 11 0 0 0,-17 4 0 0 0,19-8 0 0 0,-20 6 0 0 0,-4 2 0 0 0,0 0 0 0 0,0 0 0 0 0,1 0 0 0 0,-1 0 0 0 0,0 0 0 0 0,0 0 0 0 0,1 0 0 0 0,-1 0 0 0 0,0 0 0 0 0,0 0 0 0 0,1 0 0 0 0,-1 0 0 0 0,0-1 0 0 0,0 1 0 0 0,0 0 0 0 0,1 0 0 0 0,-1 0 0 0 0,0 0 0 0 0,0-1 0 0 0,0 1 0 0 0,0 0 0 0 0,1 0 0 0 0,-1 0 0 0 0,0-1 0 0 0,0 1 0 0 0,0 0 0 0 0,0 0 0 0 0,0 0 0 0 0,0-1 0 0 0,1 1 0 0 0,-1 0 0 0 0,0 0 0 0 0,0-1 0 0 0,0 1 0 0 0,0 0 0 0 0,0 0 0 0 0,0-1 0 0 0,0 1 0 0 0,0-1 0 0 0,-17-10-31 0 0,-9 5-6369 0 0,11 10-6307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35 944 0 0,'0'0'2051'0'0,"5"-24"13714"0"0,-5 14-2165 0 0,-2 14-13236 0 0,-35 83-356 0 0,3 1 1 0 0,5 1 0 0 0,3 2-1 0 0,-25 179 1 0 0,43-194-9 0 0,4 0 0 0 0,4 0 0 0 0,10 89 0 0 0,3-41 0 0 0,-13-117 0 0 0,0 0 0 0 0,1 1 0 0 0,0-1 0 0 0,0 0 0 0 0,1 0 0 0 0,4 10 0 0 0,-4-9 0 0 0,-1 5 0 0 0,0-2 0 0 0,0-1 0 0 0,-11 1 0 0 0,9-11 0 0 0,1 0 0 0 0,-1 0 0 0 0,0 1 0 0 0,1-1 0 0 0,-1 0 0 0 0,1 0 0 0 0,-1 0 0 0 0,1 0 0 0 0,-1 0 0 0 0,0 0 0 0 0,1 0 0 0 0,-1 0 0 0 0,1 0 0 0 0,-1 0 0 0 0,1 0 0 0 0,-1-1 0 0 0,1 1 0 0 0,-1 0 0 0 0,0 0 0 0 0,1-1 0 0 0,-1 1 0 0 0,1 0 0 0 0,-1 0 0 0 0,1-1 0 0 0,0 1 0 0 0,-1-1 0 0 0,-3-19 0 0 0,5 14-843 0 0,0-1 0 0 0,0 0 0 0 0,0 1 0 0 0,1-1-1 0 0,0 0 1 0 0,0 1 0 0 0,4-8 0 0 0,-3 8-574 0 0,0 0 1 0 0,-1-1-1 0 0,0 1 0 0 0,0-1 1 0 0,-1 0-1 0 0,0 1 0 0 0,1-9 1 0 0,-2 4-6844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76 656 0 0,'0'-10'3144'0'0,"-1"5"1231"0"0,-9-16 1417 0 0,-3-4 3368 0 0,12 23-7625 0 0,-21-10 6387 0 0,17 13-7911 0 0,0 0 0 0 0,0 0 0 0 0,0 0-1 0 0,0 1 1 0 0,1 0 0 0 0,-1 0-1 0 0,0 0 1 0 0,1 0 0 0 0,0 1 0 0 0,-1 0-1 0 0,1 0 1 0 0,0 0 0 0 0,0 0 0 0 0,1 1-1 0 0,-1-1 1 0 0,1 1 0 0 0,-4 5 0 0 0,-2 1-22 0 0,3-3 11 0 0,0 0 0 0 0,1 0 0 0 0,-1 1 0 0 0,2 0 0 0 0,-1 0 0 0 0,1 0 0 0 0,0 0 0 0 0,-4 15 0 0 0,7-11 0 0 0,1-11 0 0 0,0 1 0 0 0,0 0 0 0 0,0-1 0 0 0,0 1 0 0 0,0-1 0 0 0,0 1 0 0 0,0-1 0 0 0,1 1 0 0 0,-1-1 0 0 0,1 1 0 0 0,-1-1 0 0 0,1 0 0 0 0,-1 1 0 0 0,1-1 0 0 0,0 0 0 0 0,0 1 0 0 0,0-1 0 0 0,-1 0 0 0 0,1 0 0 0 0,0 0 0 0 0,1 0 0 0 0,-1 1 0 0 0,0-2 0 0 0,0 1 0 0 0,0 0 0 0 0,1 0 0 0 0,-1 0 0 0 0,0 0 0 0 0,1-1 0 0 0,-1 1 0 0 0,0-1 0 0 0,1 1 0 0 0,-1-1 0 0 0,1 0 0 0 0,-1 1 0 0 0,1-1 0 0 0,-1 0 0 0 0,1 0 0 0 0,-1 0 0 0 0,3 0 0 0 0,3-1 0 0 0,0 0 0 0 0,0 0 0 0 0,1 0 0 0 0,-1-1 0 0 0,11-5 0 0 0,-17 7 0 0 0,14-6 0 0 0,0-1 0 0 0,0 0 0 0 0,0-1 0 0 0,14-11 0 0 0,-24 16 0 0 0,0-1 0 0 0,0 0 0 0 0,0-1 0 0 0,0 1 0 0 0,0-1 0 0 0,-1 0 0 0 0,0 0 0 0 0,0-1 0 0 0,-1 1 0 0 0,1-1 0 0 0,-1 0 0 0 0,0 0 0 0 0,2-6 0 0 0,-5 10 0 0 0,0 1 0 0 0,0-1 0 0 0,0 1 0 0 0,0-1 0 0 0,0 1 0 0 0,0-1 0 0 0,0 1 0 0 0,0-1 0 0 0,0 1 0 0 0,-1-1 0 0 0,1 1 0 0 0,-1-1 0 0 0,1 1 0 0 0,-1 0 0 0 0,0-1 0 0 0,1 1 0 0 0,-1 0 0 0 0,0-1 0 0 0,0 1 0 0 0,0 0 0 0 0,0 0 0 0 0,0 0 0 0 0,0 0 0 0 0,0 0 0 0 0,-2-1 0 0 0,-28-14 0 0 0,-1 12 0 0 0,8 3 0 0 0,24 0 0 0 0,-1 1 0 0 0,0 0 0 0 0,1 0 0 0 0,-1 0 0 0 0,1 0 0 0 0,-1 0 0 0 0,1 0 0 0 0,-1 0 0 0 0,0 0 0 0 0,1 0 0 0 0,-1 0 0 0 0,1 0 0 0 0,-1 0 0 0 0,0 0 0 0 0,1 0 0 0 0,-1 0 0 0 0,1 1 0 0 0,-1-1 0 0 0,1 0 0 0 0,-1 0 0 0 0,1 1 0 0 0,-1-1 0 0 0,1 0 0 0 0,-2 2 0 0 0,-7 5 0 0 0,-1 1 0 0 0,10 2-382 0 0,13 7-2529 0 0,-8-14-2097 0 0,2 0-4240 0 0,3-1 691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2520 0 0,'0'1'9142'0'0,"-1"12"1976"0"0,0-8-10562 0 0,-1 10 4747 0 0,16 13-1200 0 0,-10-19-4078 0 0,1 2-25 0 0,1-3 0 0 0,0-3-15 0 0,-5-4-315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8 105 848 0 0,'-1'-2'3188'0'0,"-4"-7"-2602"0"0,3 3 8772 0 0,3 3-8812 0 0,-1 1 0 0 0,1-1 0 0 0,0 1 1 0 0,0-1-1 0 0,0 1 0 0 0,0 0 0 0 0,0 0 0 0 0,0-1 0 0 0,1 1 0 0 0,-1 0 1 0 0,1 0-1 0 0,0 0 0 0 0,-1 0 0 0 0,1 0 0 0 0,0 1 0 0 0,4-4 0 0 0,11-12 2165 0 0,-14 14-2265 0 0,0 0 0 0 0,0 0 0 0 0,0 1 1 0 0,0-1-1 0 0,1 1 0 0 0,-1 0 0 0 0,1 0 0 0 0,0 0 0 0 0,-1 0 0 0 0,1 0 0 0 0,0 1 1 0 0,0 0-1 0 0,0 0 0 0 0,5-1 0 0 0,2 5-346 0 0,-6 9-100 0 0,-4 2 0 0 0,-1 0 0 0 0,-1 0 0 0 0,0 0 0 0 0,-1 0 0 0 0,0 0 0 0 0,-1-1 0 0 0,0 1 0 0 0,-1-1 0 0 0,-8 18 0 0 0,-8 31 0 0 0,19-47 0 0 0,1-2 0 0 0,2-1 0 0 0,9-5 0 0 0,-9-7 0 0 0,1 1 0 0 0,-1 0 0 0 0,0-1 0 0 0,0 1 0 0 0,1-1 0 0 0,-1 0 0 0 0,0 0 0 0 0,1 0 0 0 0,-1 0 0 0 0,0 0 0 0 0,1 0 0 0 0,-1-1 0 0 0,0 1 0 0 0,1-1 0 0 0,2-1 0 0 0,4-1 0 0 0,78-21 0 0 0,-58 15 0 0 0,47-10 0 0 0,-66 17-385 0 0,-7 1-3203 0 0,6 1 1604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6 24 0 0,'1'-6'16931'0'0,"-6"10"-16404"0"0,1-1 0 0 0,0 1 0 0 0,0 0 0 0 0,0 1 0 0 0,0-1 0 0 0,1 1 0 0 0,0 0 0 0 0,0 0 0 0 0,0 0 0 0 0,0 0 0 0 0,1 0 0 0 0,0 0 0 0 0,0 1 0 0 0,0-1 0 0 0,1 1 0 0 0,0-1 0 0 0,0 1 0 0 0,0 8 0 0 0,0 35 38 0 0,0 12 1180 0 0,3 0-1 0 0,16 109 1 0 0,-5-89-1745 0 0,2 131 0 0 0,-6-52 0 0 0,-8-53 0 0 0,-1-101 0 0 0,-2-7 0 0 0,-20-53 0 0 0,16 36-7169 0 0,0 0-4858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8 884 0 0,'6'-8'26996'0'0,"-14"16"-20317"0"0,1 0-8770 0 0,6-7 2096 0 0,-7 11 44 0 0,0 1 0 0 0,1 0 0 0 0,1 0 0 0 0,-1 1 0 0 0,-7 28 0 0 0,13 7-49 0 0,1-37 0 0 0,1-2 0 0 0,6 1 0 0 0,10-8 0 0 0,-12-4 0 0 0,0 0 0 0 0,1 0 0 0 0,-1-1 0 0 0,0 0 0 0 0,0 0 0 0 0,0 0 0 0 0,-1-1 0 0 0,1 1 0 0 0,0-1 0 0 0,-1 0 0 0 0,0 0 0 0 0,5-5 0 0 0,1-1 0 0 0,-1 0 0 0 0,-1-1 0 0 0,0 1 0 0 0,7-13 0 0 0,-9 12 0 0 0,-5-5 0 0 0,-2 2 0 0 0,-6 2 0 0 0,-6 7 0 0 0,9 6-1839 0 0,10 2-2680 0 0,23 2-6557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60 0 0,'0'0'20998'0'0,"-4"3"-19367"0"0,-12 9-32 0 0,12-9 1512 0 0,-4 12 2102 0 0,11-3-5058 0 0,5-2-155 0 0,-5-2 0 0 0,3 0 0 0 0,-1-2 0 0 0,3-1 0 0 0,-5-4 0 0 0,-1 1 0 0 0,1-1 0 0 0,-1-1 0 0 0,1 1 0 0 0,0 0 0 0 0,0-1 0 0 0,-1 1 0 0 0,1-1 0 0 0,0 0 0 0 0,0 0 0 0 0,-1 0 0 0 0,1 0 0 0 0,4-1 0 0 0,76-4 0 0 0,-69 6 0 0 0,-6 5 0 0 0,-8 8 0 0 0,-24 49 0 0 0,-3-7 0 0 0,9-22 0 0 0,10-20 0 0 0,4-7 0 0 0,1 0 0 0 0,0 0 0 0 0,0 0 0 0 0,1 0 0 0 0,-4 13 0 0 0,6-19 0 0 0,0 0 0 0 0,0 0 0 0 0,0-1 0 0 0,1 1 0 0 0,-1 0 0 0 0,0 0 0 0 0,0 0 0 0 0,0-1 0 0 0,1 1 0 0 0,-1 0 0 0 0,0 0 0 0 0,1-1 0 0 0,-1 1 0 0 0,1 0 0 0 0,-1-1 0 0 0,1 1 0 0 0,-1 0 0 0 0,1-1 0 0 0,-1 1 0 0 0,1-1 0 0 0,0 1 0 0 0,-1-1 0 0 0,1 1 0 0 0,0-1 0 0 0,-1 1 0 0 0,1-1 0 0 0,0 0 0 0 0,0 1 0 0 0,-1-1 0 0 0,1 0 0 0 0,0 0 0 0 0,0 0 0 0 0,0 0 0 0 0,-1 1 0 0 0,1-1 0 0 0,0 0 0 0 0,0 0 0 0 0,0 0 0 0 0,-1-1 0 0 0,1 1 0 0 0,1 0 0 0 0,-1 0 0 0 0,17 0 0 0 0,1-1 0 0 0,-1 0 0 0 0,1-2 0 0 0,-1 0 0 0 0,0-1 0 0 0,0-1 0 0 0,0 0 0 0 0,28-14 0 0 0,40-11 0 0 0,-66 21 0 0 0,-8 4 0 0 0,4 2 0 0 0,-13 1 0 0 0,-5 3 0 0 0,-22 13-1793 0 0,20-9-5399 0 0,1 0-717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12 600 0 0,'2'-11'29515'0'0,"-30"44"-28106"0"0,19-24-1098 0 0,0 1 0 0 0,0-1-1 0 0,-13 21 1 0 0,16-19-311 0 0,0-1 0 0 0,0-3 0 0 0,5-4 0 0 0,18-18 0 0 0,-2 4 0 0 0,-10 1 0 0 0,-7-1 0 0 0,-13 3 0 0 0,1 6 0 0 0,13 2 0 0 0,1 0 0 0 0,0 0 0 0 0,0 0 0 0 0,-1 0 0 0 0,1 0 0 0 0,0 0 0 0 0,0 0 0 0 0,0 0 0 0 0,-1 0 0 0 0,1 0 0 0 0,0-1 0 0 0,0 1 0 0 0,-1 0 0 0 0,1 0 0 0 0,0 0 0 0 0,0 0 0 0 0,0-1 0 0 0,-1 1 0 0 0,1 0 0 0 0,0 0 0 0 0,0 0 0 0 0,0-1 0 0 0,0 1 0 0 0,0 0 0 0 0,0 0 0 0 0,-1 0 0 0 0,1-1 0 0 0,0 1 0 0 0,0 0 0 0 0,0 0 0 0 0,0-1 0 0 0,0 1 0 0 0,0 0 0 0 0,0 0 0 0 0,0-1 0 0 0,0 1 0 0 0,0 0 0 0 0,0-1 0 0 0,0 1 0 0 0,0 0 0 0 0,0 0 0 0 0,0 0 0 0 0,1-1 0 0 0,-1 1 0 0 0,0 0 0 0 0,0 0 0 0 0,0-1 0 0 0,0 1 0 0 0,0 0 0 0 0,0 0 0 0 0,1 0 0 0 0,-1-1 0 0 0,0 1 0 0 0,0 0 0 0 0,0 0 0 0 0,1-1 0 0 0,18-15 0 0 0,-15 15 0 0 0,1-1 0 0 0,0 0 0 0 0,0 0 0 0 0,0-1 0 0 0,0 1 0 0 0,0-1 0 0 0,0-1 0 0 0,-1 1 0 0 0,7-6 0 0 0,-69 68 0 0 0,49-48 0 0 0,6 1 0 0 0,-1-2-173 0 0,4-8-917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38 352 440 0 0,'1'-3'2772'0'0,"0"-2"-3078"0"0,-1 4 1104 0 0,1 1 0 0 0,-1-1 0 0 0,0 0 0 0 0,1 0 0 0 0,-1 1 0 0 0,0-1 0 0 0,0 0 0 0 0,0 0 0 0 0,0 0 0 0 0,0 1 0 0 0,0-1 0 0 0,-4-11 19142 0 0,2 16-19614 0 0,1-3-325 0 0,-1 1 0 0 0,1 0 0 0 0,0 0 0 0 0,0-1 0 0 0,0 1 1 0 0,0 0-1 0 0,0 0 0 0 0,0 0 0 0 0,1 0 0 0 0,-1 0 0 0 0,0 0 0 0 0,1 0 1 0 0,0 0-1 0 0,-1 0 0 0 0,1 0 0 0 0,0 1 0 0 0,0-1 0 0 0,0 0 0 0 0,1 3 1 0 0,0 7-6 0 0,-5 12 4 0 0,1-1 0 0 0,0 40 0 0 0,2-36 0 0 0,-5 44 0 0 0,5-56 0 0 0,-6 39 0 0 0,7-39 0 0 0,6-45 0 0 0,-6-22 0 0 0,2 0 0 0 0,2 1 0 0 0,14-65 0 0 0,-13 97 0 0 0,0-1 0 0 0,1 1 0 0 0,1 0 0 0 0,1 1 0 0 0,1-1 0 0 0,1 2 0 0 0,0-1 0 0 0,1 2 0 0 0,1-1 0 0 0,0 1 0 0 0,16-15 0 0 0,117-107 0 0 0,-145 137 0 0 0,0 1 0 0 0,1 0 0 0 0,-1 0 0 0 0,0-1 0 0 0,0 1 0 0 0,0 0 0 0 0,1 0 0 0 0,-1-1 0 0 0,0 1 0 0 0,0 0 0 0 0,1 0 0 0 0,-1 0 0 0 0,0 0 0 0 0,0-1 0 0 0,1 1 0 0 0,-1 0 0 0 0,0 0 0 0 0,1 0 0 0 0,-1 0 0 0 0,0 0 0 0 0,1 0 0 0 0,-1 0 0 0 0,0 0 0 0 0,0 0 0 0 0,1 0 0 0 0,-1 0 0 0 0,0 0 0 0 0,1 0 0 0 0,-1 0 0 0 0,0 0 0 0 0,1 0 0 0 0,-1 0 0 0 0,0 0 0 0 0,0 1 0 0 0,1-1 0 0 0,-1 0 0 0 0,0 0 0 0 0,1 0 0 0 0,-1 0 0 0 0,0 1 0 0 0,0-1 0 0 0,1 0 0 0 0,-1 0 0 0 0,0 0 0 0 0,0 1 0 0 0,0-1 0 0 0,0 0 0 0 0,1 0 0 0 0,-1 1 0 0 0,0-1 0 0 0,0 0 0 0 0,0 1 0 0 0,0-1 0 0 0,0 1 0 0 0,3 12 0 0 0,-3-13 0 0 0,0 0 0 0 0,-1 13 0 0 0,0 1 0 0 0,-1-1 0 0 0,-1 0 0 0 0,0 0 0 0 0,-5 14 0 0 0,-9 34 0 0 0,8-13 0 0 0,4-28 0 0 0,1 1 0 0 0,2 0 0 0 0,-2 21 0 0 0,4-25 0 0 0,0-9 0 0 0,-1 0 0 0 0,1-1 0 0 0,0 1 0 0 0,1 0 0 0 0,0-1 0 0 0,0 1 0 0 0,1-1 0 0 0,0 1 0 0 0,0-1 0 0 0,1 0 0 0 0,0 1 0 0 0,0-1 0 0 0,0-1 0 0 0,1 1 0 0 0,0 0 0 0 0,0-1 0 0 0,6 6 0 0 0,-2-6 0 0 0,3-3 0 0 0,3-5 0 0 0,2-4 0 0 0,-10-5 0 0 0,-6-2 0 0 0,0 12-9 0 0,0 1-1 0 0,0-1 1 0 0,0 0-1 0 0,0 0 1 0 0,0 0 0 0 0,0 0-1 0 0,0 0 1 0 0,0 0-1 0 0,-1 1 1 0 0,1-1 0 0 0,0 0-1 0 0,-1 0 1 0 0,1 0-1 0 0,0 1 1 0 0,-1-1 0 0 0,1 0-1 0 0,-1 0 1 0 0,1 1-1 0 0,-1-1 1 0 0,0 0 0 0 0,1 1-1 0 0,-1-1 1 0 0,0 1-1 0 0,1-1 1 0 0,-1 1 0 0 0,0-1-1 0 0,0 1 1 0 0,1-1-1 0 0,-1 1 1 0 0,0 0 0 0 0,0 0-1 0 0,0-1 1 0 0,1 1-1 0 0,-1 0 1 0 0,0 0 0 0 0,0 0-1 0 0,0 0 1 0 0,0 0-1 0 0,-1 0 1 0 0,-24-4-5379 0 0,10 5-1517 0 0,7 0 2039 0 0,-10 2-3697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0 131 2548,'5'1'24044,"265"-72"-19957,-60 13-1999,-196 55-2417,-19 6-546,-39 13-1822,-2 0-245,9-3-9911,24-8 5507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304 205 148 0 0,'0'0'12499'0'0,"-4"-3"-10802"0"0,-12-11-118 0 0,12 10 3569 0 0,6 0-3996 0 0,10-10 5901 0 0,-11 12-6835 0 0,-1 1 1 0 0,1 0-1 0 0,0 0 0 0 0,-1-1 0 0 0,0 1 0 0 0,1 0 0 0 0,-1-1 1 0 0,0 1-1 0 0,1 0 0 0 0,-1-1 0 0 0,0 1 0 0 0,0-1 0 0 0,0 1 1 0 0,0 0-1 0 0,-1-2 0 0 0,-4-13-218 0 0,3 2 0 0 0,2-8 0 0 0,-11-9 0 0 0,9 25 0 0 0,0 1 0 0 0,-1-1 0 0 0,1 1 0 0 0,-1 0 0 0 0,0 0 0 0 0,-5-5 0 0 0,6 8 0 0 0,0 0 0 0 0,0 1 0 0 0,0-1 0 0 0,-1 1 0 0 0,1 0 0 0 0,0-1 0 0 0,-1 1 0 0 0,1 0 0 0 0,-1 1 0 0 0,1-1 0 0 0,-1 0 0 0 0,1 1 0 0 0,-6-1 0 0 0,1 0 0 0 0,0 1 0 0 0,-1 0 0 0 0,1 0 0 0 0,0 0 0 0 0,0 1 0 0 0,0 1 0 0 0,0-1 0 0 0,0 1 0 0 0,0 0 0 0 0,0 0 0 0 0,1 1 0 0 0,-1 0 0 0 0,1 0 0 0 0,-1 1 0 0 0,1 0 0 0 0,0 0 0 0 0,1 0 0 0 0,-1 0 0 0 0,1 1 0 0 0,0 0 0 0 0,-7 9 0 0 0,1 2 0 0 0,1 0 0 0 0,1 1 0 0 0,0 0 0 0 0,-11 32 0 0 0,18-45 0 0 0,0 1 0 0 0,1 0 0 0 0,-1 0 0 0 0,1 1 0 0 0,0-1 0 0 0,0 0 0 0 0,1 0 0 0 0,-1 0 0 0 0,1 1 0 0 0,0-1 0 0 0,1 0 0 0 0,-1 0 0 0 0,1 1 0 0 0,0-1 0 0 0,0 0 0 0 0,1 0 0 0 0,0 0 0 0 0,0 0 0 0 0,0 0 0 0 0,0-1 0 0 0,5 8 0 0 0,-4-9 0 0 0,0 0 0 0 0,0-1 0 0 0,0 1 0 0 0,0-1 0 0 0,1 1 0 0 0,-1-1 0 0 0,1 0 0 0 0,0 0 0 0 0,-1-1 0 0 0,1 1 0 0 0,0-1 0 0 0,0 0 0 0 0,0 0 0 0 0,0 0 0 0 0,0-1 0 0 0,6 1 0 0 0,-1-1 0 0 0,0 0 0 0 0,1-1 0 0 0,-1 0 0 0 0,0-1 0 0 0,0 0 0 0 0,0 0 0 0 0,10-5 0 0 0,-3 1 0 0 0,1-2 0 0 0,-1 0 0 0 0,-1-1 0 0 0,1 0 0 0 0,-1-1 0 0 0,-1-1 0 0 0,18-17 0 0 0,-26 21 0 0 0,2 0 0 0 0,0-1 0 0 0,-1 0 0 0 0,0 0 0 0 0,-1 0 0 0 0,1-1 0 0 0,-2 0 0 0 0,8-15 0 0 0,-12 12 0 0 0,-1 4 0 0 0,0 7 0 0 0,1 0 0 0 0,-1 0 0 0 0,0 0 0 0 0,0 0 0 0 0,0 0 0 0 0,0 0 0 0 0,0 0 0 0 0,0 0 0 0 0,0 0 0 0 0,0 0 0 0 0,0 0 0 0 0,0 0 0 0 0,-1 0 0 0 0,1 0 0 0 0,0 0 0 0 0,-1 0 0 0 0,1 0 0 0 0,0 0 0 0 0,-1 0 0 0 0,1 1 0 0 0,-1-1 0 0 0,0 0 0 0 0,1 0 0 0 0,-1 0 0 0 0,0 1 0 0 0,1-1 0 0 0,-1 0 0 0 0,0 1 0 0 0,0-1 0 0 0,0 1 0 0 0,-1-2 0 0 0,1 1 0 0 0,-12-4 0 0 0,-16-1-2296 0 0,9 8-6382 0 0,4 1 1242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218 6 552 0 0,'-5'-5'22235'0'0,"-4"22"-16976"0"0,-3 14-5816 0 0,7-14 4561 0 0,-11 75-3123 0 0,12-59-750 0 0,-2 0 0 0 0,-12 35 0 0 0,-25 87-131 0 0,27-111 0 0 0,10-28 0 0 0,0 1 0 0 0,-6 26 0 0 0,-2-4 0 0 0,-13 18 0 0 0,8-26-342 0 0,37-61-2512 0 0,-11 16-1999 0 0,0 0-4530 0 0,-2-3 761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355 1 1948 0 0,'0'0'11024'0'0,"-4"5"-8343"0"0,-71 152 8823 0 0,23-44-5894 0 0,-2 34-5610 0 0,-64 166 0 0 0,107-299 0 0 0,10-13 0 0 0,-1 1 0 0 0,1-1 0 0 0,-1 1 0 0 0,1-1 0 0 0,0 1 0 0 0,0 0 0 0 0,-1 0 0 0 0,1 0 0 0 0,0-1 0 0 0,1 1 0 0 0,-1 0 0 0 0,0 0 0 0 0,1 0 0 0 0,-1 0 0 0 0,0 3 0 0 0,-10 14 0 0 0,11-19-30 0 0,0 0 1 0 0,0 0-1 0 0,-1 0 1 0 0,1 1-1 0 0,0-1 1 0 0,0 0-1 0 0,-1 0 1 0 0,1 0-1 0 0,0 0 1 0 0,0 0-1 0 0,-1 0 1 0 0,1 0-1 0 0,0 0 0 0 0,0 0 1 0 0,-1 0-1 0 0,1 0 1 0 0,0 0-1 0 0,0 0 1 0 0,-1 0-1 0 0,1 0 1 0 0,0 0-1 0 0,0 0 1 0 0,-1 0-1 0 0,1 0 1 0 0,0 0-1 0 0,0-1 0 0 0,-1 1 1 0 0,1 0-1 0 0,0 0 1 0 0,0 0-1 0 0,-1 0 1 0 0,1 0-1 0 0,0-1 1 0 0,0 1-1 0 0,0 0 1 0 0,0 0-1 0 0,-1 0 1 0 0,1-1-1 0 0,0 1 0 0 0,0 0 1 0 0,0-1-1 0 0,-1 1-195 0 0,1-1-1 0 0,0 0 0 0 0,-1 1 0 0 0,1-1 1 0 0,0 0-1 0 0,-1 1 0 0 0,1-1 0 0 0,0 0 1 0 0,0 1-1 0 0,0-1 0 0 0,0 0 0 0 0,0 0 1 0 0,0 1-1 0 0,0-1 0 0 0,0 0 0 0 0,0 0 1 0 0,0 1-1 0 0,0-1 0 0 0,0 0 0 0 0,0 1 1 0 0,1-1-1 0 0,-1 0 0 0 0,1 0 0 0 0,7-16-9652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21 264 0 0,'-8'-1'32401'0'0,"30"-11"-32299"0"0,-7 4-102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6 32767 0 0,'6'-2'0'0'0,"1"1"0"0"0,0 0 0 0 0,0 0 0 0 0,0 1 0 0 0,0 0 0 0 0,8 0 0 0 0,-14 0 0 0 0,0 0 0 0 0,1 0 0 0 0,-1 0 0 0 0,1 0 0 0 0,-1 1 0 0 0,1-1 0 0 0,-1 0 0 0 0,1 1 0 0 0,-1-1 0 0 0,1 1 0 0 0,-1-1 0 0 0,0 1 0 0 0,1 0 0 0 0,-1-1 0 0 0,0 1 0 0 0,0 0 0 0 0,0 0 0 0 0,1 0 0 0 0,-1 0 0 0 0,0 0 0 0 0,0 0 0 0 0,0 0 0 0 0,-1 1 0 0 0,1-1 0 0 0,0 0 0 0 0,0 0 0 0 0,-1 1 0 0 0,1-1 0 0 0,0 1 0 0 0,-1-1 0 0 0,0 0 0 0 0,1 1 0 0 0,-1-1 0 0 0,0 2 0 0 0,0 4 0 0 0,-1 1 0 0 0,0-1 0 0 0,0 0 0 0 0,-1 0 0 0 0,0 0 0 0 0,0 0 0 0 0,-1-1 0 0 0,0 1 0 0 0,0-1 0 0 0,-1 1 0 0 0,-5 7 0 0 0,-8 10 0 0 0,-32 32 0 0 0,6-6 0 0 0,14-23 0 0 0,23-22 0 0 0,-1-1 0 0 0,2 2 0 0 0,-1-1 0 0 0,0 1 0 0 0,1-1 0 0 0,0 1 0 0 0,1 1 0 0 0,-1-1 0 0 0,-4 10 0 0 0,9-16 0 0 0,0 1 0 0 0,0-1 0 0 0,0 0 0 0 0,-1 0 0 0 0,1 0 0 0 0,0 0 0 0 0,0 0 0 0 0,0 0 0 0 0,0 1 0 0 0,0-1 0 0 0,0 0 0 0 0,0 0 0 0 0,0 0 0 0 0,0 0 0 0 0,0 0 0 0 0,0 0 0 0 0,0 1 0 0 0,0-1 0 0 0,0 0 0 0 0,0 0 0 0 0,0 0 0 0 0,0 0 0 0 0,0 1 0 0 0,0-1 0 0 0,0 0 0 0 0,0 0 0 0 0,0 0 0 0 0,0 0 0 0 0,0 0 0 0 0,0 1 0 0 0,0-1 0 0 0,0 0 0 0 0,0 0 0 0 0,0 0 0 0 0,0 0 0 0 0,0 0 0 0 0,0 0 0 0 0,0 1 0 0 0,1-1 0 0 0,-1 0 0 0 0,0 0 0 0 0,0 0 0 0 0,0 0 0 0 0,0 0 0 0 0,0 0 0 0 0,0 0 0 0 0,1 0 0 0 0,-1 0 0 0 0,0 0 0 0 0,0 1 0 0 0,0-1 0 0 0,0 0 0 0 0,0 0 0 0 0,1 0 0 0 0,-1 0 0 0 0,0 0 0 0 0,0 0 0 0 0,0 0 0 0 0,0 0 0 0 0,0 0 0 0 0,1 0 0 0 0,-1 0 0 0 0,0 0 0 0 0,0-1 0 0 0,15-1 0 0 0,0-1 0 0 0,0-1 0 0 0,-1 0 0 0 0,1-1 0 0 0,-1-1 0 0 0,22-12 0 0 0,23-8 0 0 0,-39 18 0 0 0,8-2 0 0 0,57-14 0 0 0,-85 24 0 0 0,1 0 0 0 0,-1 0 0 0 0,0-1 0 0 0,0 1 0 0 0,0 0 0 0 0,0 0 0 0 0,0 0 0 0 0,0 0 0 0 0,0 0 0 0 0,0 0 0 0 0,1 0 0 0 0,-1-1 0 0 0,0 1 0 0 0,0 0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0 0 0 0,0 1 0 0 0,0-1 0 0 0,0 0 0 0 0,0 0 0 0 0,0 0 0 0 0,0 0 0 0 0,0 1 0 0 0,-16 15 0 0 0,-25 9-6695 0 0,11-7-3820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246 245 252 0 0,'9'1'11183'0'0,"0"-2"-5280"0"0,-7 1-5503 0 0,0-1 0 0 0,0 0 0 0 0,0 0 0 0 0,0 0-1 0 0,-1 0 1 0 0,1 0 0 0 0,0 0 0 0 0,-1 0 0 0 0,1-1 0 0 0,-1 1 0 0 0,1 0 0 0 0,-1-1 0 0 0,0 1 0 0 0,0-1 0 0 0,1 0 0 0 0,-1 1-1 0 0,0-1 1 0 0,1-3 0 0 0,-1 3 712 0 0,-1 1-246 0 0,1 1-742 0 0,0 0 1 0 0,-1-1-1 0 0,1 1 1 0 0,0-1-1 0 0,-1 0 1 0 0,1 1-1 0 0,0-1 1 0 0,-1 1 0 0 0,1-1-1 0 0,-1 0 1 0 0,1 1-1 0 0,-1-1 1 0 0,0 0-1 0 0,1 0 1 0 0,-1 1-1 0 0,0-1 1 0 0,1 0-1 0 0,-1 0 1 0 0,0 0-1 0 0,0 1 1 0 0,0-1 0 0 0,0 0-1 0 0,1 0 1 0 0,-1 0-1 0 0,0 1 1 0 0,-1-1-1 0 0,1 0 1 0 0,0 0-1 0 0,0 0 1 0 0,0 0-1 0 0,0 1 1 0 0,-1-1-1 0 0,1 0 1 0 0,0 0 0 0 0,-1 1-1 0 0,1-1 1 0 0,0 0-1 0 0,-1 0 1 0 0,1 1-1 0 0,-1-1 1 0 0,0 0-1 0 0,1 1 1 0 0,-1-1-1 0 0,1 1 1 0 0,-1-1-1 0 0,-1 0 1 0 0,-7-7-125 0 0,6 6 0 0 0,1 0 0 0 0,-1 1 0 0 0,-1-1 0 0 0,1 1 0 0 0,0 0 0 0 0,0 0 0 0 0,0 1 0 0 0,0-1 0 0 0,-1 0 0 0 0,1 1 0 0 0,0 0 0 0 0,-1 0 0 0 0,1 0 0 0 0,0 0 0 0 0,-1 0 0 0 0,1 1 0 0 0,0 0 0 0 0,0-1 0 0 0,0 1 0 0 0,-1 0 0 0 0,1 1 0 0 0,-5 2 0 0 0,0-1 0 0 0,-4 3 0 0 0,1 0 0 0 0,-1 0 0 0 0,1 1 0 0 0,0 1 0 0 0,1 0 0 0 0,0 0 0 0 0,0 1 0 0 0,1 0 0 0 0,0 1 0 0 0,-10 15 0 0 0,7-8 0 0 0,1 1 0 0 0,0 1 0 0 0,2 0 0 0 0,0 1 0 0 0,-10 31 0 0 0,18-49 0 0 0,0 1 0 0 0,0-1 0 0 0,1 0 0 0 0,-1 1 0 0 0,1-1 0 0 0,-1 1 0 0 0,1-1 0 0 0,0 1 0 0 0,0-1 0 0 0,0 1 0 0 0,0-1 0 0 0,0 1 0 0 0,1-1 0 0 0,-1 0 0 0 0,1 1 0 0 0,-1-1 0 0 0,1 1 0 0 0,0-1 0 0 0,0 0 0 0 0,0 0 0 0 0,0 1 0 0 0,1-1 0 0 0,-1 0 0 0 0,0 0 0 0 0,1 0 0 0 0,0 0 0 0 0,-1-1 0 0 0,1 1 0 0 0,0 0 0 0 0,0-1 0 0 0,3 3 0 0 0,0-2 0 0 0,-1 0 0 0 0,1 0 0 0 0,0-1 0 0 0,0 0 0 0 0,-1 1 0 0 0,1-2 0 0 0,0 1 0 0 0,0-1 0 0 0,0 1 0 0 0,0-1 0 0 0,0-1 0 0 0,0 1 0 0 0,0-1 0 0 0,0 0 0 0 0,6-1 0 0 0,8-4-161 0 0,0-1-1 0 0,0 0 1 0 0,-1-1 0 0 0,-1-1 0 0 0,1-1-1 0 0,-1-1 1 0 0,-1 0 0 0 0,0-1 0 0 0,-1-1-1 0 0,16-15 1 0 0,-21 17-22 0 0,0-1 0 0 0,0 1 0 0 0,-1-1-1 0 0,-1-1 1 0 0,0 0 0 0 0,0 0 0 0 0,-2-1 0 0 0,0 1-1 0 0,0-2 1 0 0,-1 1 0 0 0,-1 0 0 0 0,0-1 0 0 0,-1 0-1 0 0,1-17 1 0 0,-1-48-4785 0 0,-6 26-6353 0 0,-1 27 4597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0 1676 0 0,'-2'5'17857'0'0,"-3"4"-8720"0"0,0 4-6068 0 0,-14 29-4924 0 0,12-25 4492 0 0,-65 176-2330 0 0,3-8-368 0 0,54-146 61 0 0,1 0 0 0 0,-9 48 0 0 0,19-79 0 0 0,-1-1 0 0 0,3 31 0 0 0,32-100 0 0 0,-21 33-3842 0 0,8-15-8721 0 0,-4 21 3366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504 1 2540 0 0,'0'0'7556'0'0,"-2"4"-5079"0"0,-15 31 3133 0 0,-30 46-1 0 0,-17 30 564 0 0,-33 71-4014 0 0,26-56-1516 0 0,-71 136-643 0 0,81-155 0 0 0,59-98 0 0 0,2 4 0 0 0,0-13 0 0 0,0 0 0 0 0,0 0 0 0 0,0 1 0 0 0,0-1 0 0 0,0 0 0 0 0,0 0 0 0 0,0 0 0 0 0,0 1 0 0 0,0-1 0 0 0,0 0 0 0 0,0 0 0 0 0,0 0 0 0 0,0 1 0 0 0,0-1 0 0 0,0 0 0 0 0,0 0 0 0 0,0 0 0 0 0,0 1 0 0 0,0-1 0 0 0,0 0 0 0 0,0 0 0 0 0,0 0 0 0 0,0 1 0 0 0,1-1 0 0 0,-1 0 0 0 0,0 0 0 0 0,0 0 0 0 0,0 0 0 0 0,0 1 0 0 0,0-1 0 0 0,0 0 0 0 0,1 0 0 0 0,-1 0 0 0 0,0 0 0 0 0,0 0 0 0 0,0 0 0 0 0,1 0 0 0 0,-1 0 0 0 0,0 1 0 0 0,0-1 0 0 0,0 0 0 0 0,1 0 0 0 0,-1 0 0 0 0,0 0 0 0 0,0 0 0 0 0,0 0 0 0 0,1 0 0 0 0,-1 0 0 0 0,0 0 0 0 0,0 0 0 0 0,1 0 0 0 0,22-13 0 0 0,-16 8-2419 0 0,1-3-6617 0 0,-2 2 2799 0 0,0 1-2237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267 26 1856 0 0,'4'-3'3383'0'0,"25"-17"19124"0"0,-21 18-17651 0 0,2 10-4691 0 0,1-1-165 0 0,-5 3 0 0 0,-6-5 0 0 0,0 0 0 0 0,0-1 0 0 0,0 1 0 0 0,-1 0 0 0 0,1 0 0 0 0,-1 0 0 0 0,0-1 0 0 0,-1 1 0 0 0,1 0 0 0 0,-1-1 0 0 0,0 1 0 0 0,0-1 0 0 0,0 0 0 0 0,-1 1 0 0 0,1-1 0 0 0,-1 0 0 0 0,0-1 0 0 0,0 1 0 0 0,-6 5 0 0 0,4-2 0 0 0,-159 164 0 0 0,80-87 0 0 0,73-74 0 0 0,6-5 0 0 0,1-1 0 0 0,-1 2 0 0 0,1-1 0 0 0,0 0 0 0 0,1 1 0 0 0,-5 8 0 0 0,8-5 0 0 0,18-9 0 0 0,3-5 0 0 0,-1 0 0 0 0,0-2 0 0 0,32-16 0 0 0,-2 2 0 0 0,-17 9 2 0 0,1 0 1 0 0,52-9-1 0 0,21-3-208 0 0,-106 24-994 0 0,-28-14-24415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227 0 1892 0 0,'0'0'12376'0'0,"-4"4"-11338"0"0,0-1-757 0 0,0 0 0 0 0,0 1-1 0 0,1 0 1 0 0,-1-1 0 0 0,1 1 0 0 0,0 0 0 0 0,0 1-1 0 0,1-1 1 0 0,-1 1 0 0 0,1-1 0 0 0,0 1-1 0 0,0 0 1 0 0,0 0 0 0 0,0 0 0 0 0,0 8-1 0 0,-13 34 1330 0 0,12-40-1396 0 0,0 0-1 0 0,0 0 1 0 0,1 0 0 0 0,0 0-1 0 0,0 0 1 0 0,0 10-1 0 0,0 54 1592 0 0,9 82 0 0 0,1 9 41 0 0,2 95 128 0 0,-1-54-938 0 0,-8 519-200 0 0,-41-3-274 0 0,-15-327-562 0 0,-6 62 0 0 0,52-360 0 0 0,1-30 0 0 0,3 1 0 0 0,4 83 0 0 0,8-57 0 0 0,4 0 0 0 0,4-1 0 0 0,43 139 0 0 0,-44-185 0 0 0,37 92 0 0 0,-43-119 0 0 0,0-1 0 0 0,1 0 0 0 0,1-1 0 0 0,1 0 0 0 0,22 25 0 0 0,-27-32 0 0 0,-1 1 0 0 0,-26-24 0 0 0,14 8-201 0 0,1 0 0 0 0,0-1 0 0 0,0 0 0 0 0,1 0 0 0 0,-1 0-1 0 0,2-1 1 0 0,-1 1 0 0 0,1-1 0 0 0,1-1 0 0 0,0 1 0 0 0,0 0 0 0 0,1-1 0 0 0,0 1 0 0 0,0-1 0 0 0,0-19 0 0 0,1 13-534 0 0,0-1-2017 0 0,-3-23-8761 0 0,-2 11 3336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186 325 1932 0 0,'0'0'10689'0'0,"0"6"-8317"0"0,-5 82 5607 0 0,1-53-5520 0 0,3 0 0 0 0,3 49 0 0 0,-1-58-1616 0 0,-1-16-581 0 0,1 0 1 0 0,0 0-1 0 0,0 1 1 0 0,1-1-1 0 0,6 16 1 0 0,-3-16-287 0 0,-4-9-191 0 0,-6-6-4313 0 0,-4-6 3866 0 0,1 0 0 0 0,1 0 0 0 0,0 0 0 0 0,0-1 0 0 0,1 0 0 0 0,-6-16 0 0 0,-27-90-2077 0 0,15 41 1686 0 0,-6-32 936 0 0,4 13 4288 0 0,21 82-1926 0 0,-3-22 3242 0 0,8 34-4613 0 0,-1 0-416 0 0,0 1-455 0 0,1 0-1 0 0,-1 1 1 0 0,1-1 0 0 0,0 0 0 0 0,-1 0 0 0 0,1 0 0 0 0,0 0 0 0 0,-1 0 0 0 0,1 0 0 0 0,0 0 0 0 0,0 0 0 0 0,0 0 0 0 0,0 0-1 0 0,0 0 1 0 0,0 0 0 0 0,0 0 0 0 0,1 0 0 0 0,-1 0 0 0 0,0 0 0 0 0,1 0 0 0 0,-1 0 0 0 0,0 0 0 0 0,1 0 0 0 0,-1 0 0 0 0,1 0-1 0 0,-1 0 1 0 0,1 0 0 0 0,0 1 0 0 0,-1-1 0 0 0,1 0 0 0 0,1 0 0 0 0,23-14-18 0 0,-20 13 12 0 0,36-15 3 0 0,0 2 0 0 0,1 1 0 0 0,1 3 0 0 0,0 1 0 0 0,0 3 0 0 0,53-3 0 0 0,-40 9 0 0 0,-55 1 0 0 0,0 0 0 0 0,0 0 0 0 0,0 0 0 0 0,0 0 0 0 0,-1 0 0 0 0,1 1 0 0 0,0-1 0 0 0,0 0 0 0 0,0 0 0 0 0,-1 1 0 0 0,1-1 0 0 0,0 0 0 0 0,0 1 0 0 0,-1-1 0 0 0,1 1 0 0 0,0-1 0 0 0,-1 1 0 0 0,1-1 0 0 0,0 1 0 0 0,-1-1 0 0 0,1 1 0 0 0,-1 0 0 0 0,1-1 0 0 0,-1 1 0 0 0,1 0 0 0 0,-1 0 0 0 0,0-1 0 0 0,1 1 0 0 0,-1 0 0 0 0,0 0 0 0 0,0-1 0 0 0,1 1 0 0 0,-1 0 0 0 0,0 0 0 0 0,0 0 0 0 0,0 0 0 0 0,0-1 0 0 0,0 1 0 0 0,0 0 0 0 0,0 0 0 0 0,0 1 0 0 0,-10 19 0 0 0,10-20 0 0 0,-7 9 0 0 0,-1 0 0 0 0,-1 0 0 0 0,1-1 0 0 0,-1 0 0 0 0,-1-1 0 0 0,0 0 0 0 0,-18 12 0 0 0,-1 0 0 0 0,-46 28 0 0 0,55-37 0 0 0,1 1 0 0 0,0 0 0 0 0,1 2 0 0 0,-28 25 0 0 0,36-29 0 0 0,10-9 0 0 0,-1-1 0 0 0,1 0 0 0 0,0 1 0 0 0,-1-1 0 0 0,1 0 0 0 0,-1 1 0 0 0,1-1 0 0 0,0 1 0 0 0,0-1 0 0 0,-1 0 0 0 0,1 1 0 0 0,0-1 0 0 0,0 1 0 0 0,-1-1 0 0 0,1 1 0 0 0,0-1 0 0 0,0 1 0 0 0,0-1 0 0 0,0 1 0 0 0,0-1 0 0 0,0 1 0 0 0,0 0 0 0 0,0-1 0 0 0,0 1 0 0 0,0-1 0 0 0,0 1 0 0 0,0-1 0 0 0,0 1 0 0 0,0-1 0 0 0,0 1 0 0 0,0-1 0 0 0,1 1 0 0 0,-1-1 0 0 0,0 1 0 0 0,0-1 0 0 0,1 1 0 0 0,-1-1 0 0 0,0 0 0 0 0,1 1 0 0 0,-1-1 0 0 0,0 1 0 0 0,1-1 0 0 0,-1 0 0 0 0,1 1 0 0 0,0-1 0 0 0,15 7 0 0 0,14-5 0 0 0,0-2 0 0 0,1 0 0 0 0,-1-2 0 0 0,54-11 0 0 0,48-3 0 0 0,-119 16 0 0 0,83 1 0 0 0,-89-1 0 0 0,1 1 0 0 0,-1 0 0 0 0,0 1 0 0 0,-1 0 0 0 0,1 0 0 0 0,0 0 0 0 0,0 1 0 0 0,-1 0 0 0 0,0 0 0 0 0,1 1 0 0 0,5 4 0 0 0,-10-6 0 0 0,0 0 0 0 0,0 0 0 0 0,0 0 0 0 0,0 1 0 0 0,-1-1 0 0 0,1 0 0 0 0,-1 1 0 0 0,0-1 0 0 0,1 1 0 0 0,-1-1 0 0 0,0 1 0 0 0,0 0 0 0 0,-1-1 0 0 0,1 1 0 0 0,-1 0 0 0 0,1 0 0 0 0,-1 0 0 0 0,0-1 0 0 0,0 1 0 0 0,0 0 0 0 0,0 0 0 0 0,-1 0 0 0 0,1 0 0 0 0,-1-1 0 0 0,1 1 0 0 0,-1 0 0 0 0,0-1 0 0 0,0 1 0 0 0,-1 0 0 0 0,1-1 0 0 0,0 1 0 0 0,-1-1 0 0 0,1 0 0 0 0,-4 4 0 0 0,-5 7 0 0 0,1-1 0 0 0,-2 0 0 0 0,0-1 0 0 0,-20 18 0 0 0,21-21 0 0 0,1 0 0 0 0,-1-1 0 0 0,0 0 0 0 0,0-1 0 0 0,-1 0 0 0 0,0 0 0 0 0,0-1 0 0 0,0 0 0 0 0,-1-1 0 0 0,1-1 0 0 0,-1 0 0 0 0,0 0 0 0 0,-17 1 0 0 0,17-4 5 0 0,9 0-6 0 0,-1 0-1 0 0,1 0 0 0 0,0 0 1 0 0,-1 0-1 0 0,1-1 1 0 0,0 1-1 0 0,-1-1 0 0 0,1 0 1 0 0,0 0-1 0 0,0 0 0 0 0,0 0 1 0 0,0-1-1 0 0,-5-2 1 0 0,-25-12-209 0 0,34 22-1573 0 0,1 3 69 0 0,6 11-1362 0 0,4-3-7212 0 0,-1-7 1474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4 274 168 0 0,'0'0'10974'0'0,"11"-6"3472"0"0,-4 6-14523 0 0,12 9 5532 0 0,-17-7-4873 0 0,10 17 637 0 0,-11-18-1219 0 0,0 0 0 0 0,-1 0 0 0 0,1 0 0 0 0,0 0 0 0 0,-1-1 0 0 0,1 1 0 0 0,0 1 0 0 0,-1-1 0 0 0,1 0 0 0 0,-1 0 0 0 0,0 0 0 0 0,1 0 0 0 0,-1 0 0 0 0,0 0 0 0 0,0 0 0 0 0,1 1 0 0 0,-1 1 0 0 0,6 19 0 0 0,-4-19 0 0 0,-1-2 0 0 0,0 0 0 0 0,0-1 0 0 0,-1 1 0 0 0,1 0 0 0 0,0 0 0 0 0,-1-1 0 0 0,1 1 0 0 0,-1 0 0 0 0,1 0 0 0 0,-1 0 0 0 0,0 0 0 0 0,1 0 0 0 0,-1 0 0 0 0,0 0 0 0 0,0 0 0 0 0,1 0 0 0 0,-1 0 0 0 0,0 0 0 0 0,0 0 0 0 0,0 0 0 0 0,0 0 0 0 0,0 0 0 0 0,-1 0 0 0 0,1 2 0 0 0,0 8 0 0 0,1 0 0 0 0,0 0 0 0 0,1 0 0 0 0,5 18 0 0 0,-6-16 0 0 0,-1-1 0 0 0,0-12 0 0 0,0-1 0 0 0,0 1 0 0 0,0 0 0 0 0,0 0 0 0 0,0 0 0 0 0,0-1 0 0 0,0 1 0 0 0,-1 0 0 0 0,1 0 0 0 0,0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0,0 0 0 0 0,-1 0 0 0 0,1 0 0 0 0,0 0 0 0 0,0 0 0 0 0,0 0 0 0 0,-1 0 0 0 0,1 0 0 0 0,0 0 0 0 0,0 0 0 0 0,0 1 0 0 0,0-1 0 0 0,-1 0 0 0 0,1 0 0 0 0,0 0 0 0 0,0 0 0 0 0,0 0 0 0 0,0 1 0 0 0,0-1 0 0 0,0 0 0 0 0,-1 0 0 0 0,1 0 0 0 0,0 0 0 0 0,0 1 0 0 0,0-1 0 0 0,0 0 0 0 0,0 0 0 0 0,0 0 0 0 0,0 1 0 0 0,0-1 0 0 0,0 0 0 0 0,-11-21 0 0 0,8 10 0 0 0,-1 1 0 0 0,0-1 0 0 0,0 1 0 0 0,-6-9 0 0 0,6 11 0 0 0,0 0 0 0 0,0 1 0 0 0,1-1 0 0 0,0 0 0 0 0,0-1 0 0 0,1 1 0 0 0,0-1 0 0 0,-1-10 0 0 0,-1 1 0 0 0,-6-10 0 0 0,9 24 0 0 0,0 1 0 0 0,0-1 0 0 0,1 0 0 0 0,-1 1 0 0 0,1-1 0 0 0,0 0 0 0 0,0 0 0 0 0,0 1 0 0 0,0-1 0 0 0,0 0 0 0 0,1 0 0 0 0,0 1 0 0 0,0-1 0 0 0,0 1 0 0 0,3-7 0 0 0,0-1 0 0 0,-1 3 0 0 0,1 0 0 0 0,0 0 0 0 0,0 0 0 0 0,0 1 0 0 0,1-1 0 0 0,1 1 0 0 0,-1 0 0 0 0,8-6 0 0 0,54-47 0 0 0,-60 54 0 0 0,1 0 0 0 0,-1 0 0 0 0,1 1 0 0 0,1 0 0 0 0,-1 1 0 0 0,15-6 0 0 0,-11 7 0 0 0,4 8 0 0 0,-9 3 0 0 0,-5 2 0 0 0,3 1 0 0 0,-4 0 0 0 0,-1-9-227 0 0,0 0 0 0 0,0 0 0 0 0,0 0 0 0 0,-1 0 0 0 0,1 0 0 0 0,0 1 0 0 0,-1-1 0 0 0,0 0 0 0 0,1 0 0 0 0,-1-1 0 0 0,0 1 0 0 0,0 0 0 0 0,0 0 0 0 0,0 0 0 0 0,0 0 0 0 0,-1-1 0 0 0,1 1 0 0 0,-3 2 0 0 0,-5 8-4155 0 0,1 2-4725 0 0,-3 2 695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9 112 796 0 0,'0'0'1902'0'0,"-2"-4"-1285"0"0,-4-15 25713 0 0,6 19-25849 0 0,9 0-348 0 0,-1-1 0 0 0,1 0 0 0 0,-1 0 0 0 0,1 0 0 0 0,-1-1 0 0 0,0 0 0 0 0,0-1 0 0 0,0 0 0 0 0,0 0 0 0 0,0-1 0 0 0,-1 0 0 0 0,0 0 0 0 0,8-5 0 0 0,6-3 126 0 0,0 1 1 0 0,23-8 0 0 0,-32 15-260 0 0,-5 0-9 0 0,-6 3-131 0 0,-1 2-524 0 0,-1 1 575 0 0,1-1-1 0 0,0 0 0 0 0,-1 0 0 0 0,1 0 0 0 0,-1 1 0 0 0,1-1 0 0 0,-1 0 1 0 0,0 0-1 0 0,1 0 0 0 0,-1 0 0 0 0,0 0 0 0 0,0 0 0 0 0,0 0 1 0 0,0 0-1 0 0,0 0 0 0 0,-1 0 0 0 0,-12 16-1495 0 0,-18 19-4218 0 0,9-12-5470 0 0,17-11 4655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0 116 1412 0 0,'0'0'26160'0'0,"7"-4"-25453"0"0,36-23 262 0 0,31-19-1325 0 0,-28 13-10058 0 0,-37 28 3423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73 132 824 0 0,'0'0'3472'0'0,"3"-21"15671"0"0,-4 20-19079 0 0,0 1-1 0 0,1-1 0 0 0,-1 1 0 0 0,0-1 1 0 0,1 1-1 0 0,-1-1 0 0 0,0 1 0 0 0,0 0 1 0 0,1-1-1 0 0,-1 1 0 0 0,0 0 0 0 0,0 0 0 0 0,1-1 1 0 0,-1 1-1 0 0,0 0 0 0 0,0 0 0 0 0,0 0 1 0 0,0 0-1 0 0,1 0 0 0 0,-1 0 0 0 0,0 0 1 0 0,0 0-1 0 0,0 1 0 0 0,1-1 0 0 0,-1 0 0 0 0,-1 1 1 0 0,-19 17 3114 0 0,16-10-2437 0 0,0-1-1 0 0,1 1 0 0 0,0 0 0 0 0,1 0 1 0 0,-6 16-1 0 0,9-23-740 0 0,-1 1 0 0 0,1-1 0 0 0,-1 0 0 0 0,1 1 0 0 0,0-1 0 0 0,0 0 0 0 0,-1 1 0 0 0,1-1 0 0 0,0 0 0 0 0,0 1 0 0 0,1-1 0 0 0,-1 1 0 0 0,0-1 0 0 0,0 0 0 0 0,1 1 0 0 0,-1-1 0 0 0,0 0 0 0 0,1 0 0 0 0,0 1 0 0 0,-1-1 0 0 0,1 0 0 0 0,0 0 0 0 0,-1 0 0 0 0,1 1 0 0 0,0-1 0 0 0,0 0 0 0 0,0 0 0 0 0,0-1 0 0 0,0 1 0 0 0,0 0 0 0 0,0 0 0 0 0,0 0 0 0 0,1-1 0 0 0,-1 1 0 0 0,0 0 0 0 0,0-1 0 0 0,1 1 0 0 0,-1-1 0 0 0,0 0 0 0 0,1 1 0 0 0,-1-1 0 0 0,0 0 0 0 0,1 0 0 0 0,1 0 0 0 0,4 1 0 0 0,0-1 0 0 0,-1 0 0 0 0,1 0 0 0 0,0-1 0 0 0,12-2 0 0 0,0-2-17 0 0,0 0 1 0 0,0-2-1 0 0,0 0 1 0 0,-1-1-1 0 0,0-1 1 0 0,0-1-1 0 0,-1 0 1 0 0,19-16-1 0 0,-32 23 26 0 0,0-1-1 0 0,0 0 1 0 0,-1 1 0 0 0,1-1-1 0 0,-1 0 1 0 0,0 0-1 0 0,0-1 1 0 0,0 1 0 0 0,-1-1-1 0 0,1 1 1 0 0,-1-1-1 0 0,0 0 1 0 0,-1 0-1 0 0,1 0 1 0 0,0-8 0 0 0,-2 10-9 0 0,0 1 1 0 0,0-1-1 0 0,0 1 1 0 0,0 0-1 0 0,-1-1 1 0 0,1 1-1 0 0,-1-1 1 0 0,0 1-1 0 0,0 0 1 0 0,1 0-1 0 0,-2-1 1 0 0,1 1-1 0 0,0 0 1 0 0,0 0-1 0 0,-1 0 0 0 0,1 0 1 0 0,-1 0-1 0 0,1 0 1 0 0,-1 1-1 0 0,0-1 1 0 0,0 0-1 0 0,0 1 1 0 0,0 0-1 0 0,0-1 1 0 0,0 1-1 0 0,0 0 1 0 0,0 0-1 0 0,-4-1 1 0 0,-1 0-2 0 0,1 0 1 0 0,-1 1 0 0 0,1 0-1 0 0,-1 0 1 0 0,0 1-1 0 0,-13 0 1 0 0,14 0 0 0 0,-1 0 0 0 0,0 0 0 0 0,0 1 0 0 0,0 0 0 0 0,0 0 0 0 0,0 0 0 0 0,1 1 0 0 0,-1 0 0 0 0,0 1 0 0 0,1-1 0 0 0,0 1 0 0 0,0 0 0 0 0,0 1 0 0 0,0 0 0 0 0,-7 5 0 0 0,5 1-3743 0 0,-1 5-8337 0 0,6-9 9529 0 0,-3 6-5541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126 8 1816 0 0,'-1'-1'14418'0'0,"-7"-5"-14094"0"0,2 5 8470 0 0,0 3-8554 0 0,0 0 0 0 0,0 1 0 0 0,1 0 0 0 0,-1 0 0 0 0,1 0 0 0 0,0 1 0 0 0,-1-1 0 0 0,2 1 0 0 0,-1 1 0 0 0,0-1 0 0 0,1 0 0 0 0,0 1-1 0 0,0 0 1 0 0,0 0 0 0 0,1 0 0 0 0,-4 7 0 0 0,4-6-31 0 0,-1 0-1 0 0,1-1 1 0 0,0 1-1 0 0,1 0 1 0 0,0 0-1 0 0,0 1 1 0 0,0-1-1 0 0,0 0 1 0 0,1 1-1 0 0,0-1 1 0 0,1 1-1 0 0,-1-1 1 0 0,1 1-1 0 0,0-1 1 0 0,3 14-1 0 0,-2-17-208 0 0,1 0 0 0 0,0-1 0 0 0,0 1 0 0 0,0 0 0 0 0,0-1 0 0 0,0 1 0 0 0,0-1 0 0 0,1 0 0 0 0,-1 1 0 0 0,1-1 0 0 0,0 0 0 0 0,-1-1 0 0 0,1 1 0 0 0,0 0 0 0 0,0-1 0 0 0,0 0 0 0 0,0 0 0 0 0,0 0 0 0 0,1 0 0 0 0,-1 0 0 0 0,0 0 0 0 0,0-1 0 0 0,1 0 0 0 0,-1 1 0 0 0,0-1 0 0 0,1-1 0 0 0,3 1 0 0 0,12-1 0 0 0,1 0 0 0 0,0-2 0 0 0,20-4 0 0 0,-17 1 0 0 0,0-1 0 0 0,-1-1 0 0 0,1-1 0 0 0,-2-1 0 0 0,1 0 0 0 0,-1-2 0 0 0,33-25 0 0 0,-50 34 0 0 0,1 0 0 0 0,-1-1 0 0 0,0 1 0 0 0,-1-1 0 0 0,1 0 0 0 0,-1 0 0 0 0,1-1 0 0 0,-1 1 0 0 0,0-1 0 0 0,-1 1 0 0 0,1-1 0 0 0,-1 0 0 0 0,0 0 0 0 0,1-6 0 0 0,-3-3 0 0 0,-5 1 0 0 0,-7 6 0 0 0,11 7 0 0 0,0 0 0 0 0,0-1 0 0 0,0 1 0 0 0,0-1 0 0 0,0 1 0 0 0,0 0 0 0 0,0 0 0 0 0,0-1 0 0 0,0 1 0 0 0,0 0 0 0 0,-1 0 0 0 0,1 0 0 0 0,0 0 0 0 0,0 1 0 0 0,0-1 0 0 0,0 0 0 0 0,0 0 0 0 0,0 1 0 0 0,0-1 0 0 0,0 0 0 0 0,0 1 0 0 0,0-1 0 0 0,0 1 0 0 0,0-1 0 0 0,0 1 0 0 0,1 0 0 0 0,-1-1 0 0 0,0 1 0 0 0,0 0 0 0 0,1-1 0 0 0,-1 1 0 0 0,-1 1 0 0 0,-2 4 0 0 0,0-4-401 0 0,1 1 1 0 0,-1-1-1 0 0,1 1 1 0 0,0 0-1 0 0,0 0 1 0 0,0 0-1 0 0,0 1 1 0 0,-4 5-1 0 0,-17 20-5232 0 0,16-22-3269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16 115 1892 0 0,'-16'6'25998'0'0,"45"-15"-25371"0"0,0-2 1 0 0,0 0-1 0 0,-1-2 0 0 0,32-20 1 0 0,-3-9-4863 0 0,-55 40 3151 0 0,-31 28-14640 0 0,14-11 10108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0 190 424 0 0,'0'0'10132'0'0,"9"11"-7094"0"0,-2-11 2500 0 0,67-39-433 0 0,-41 23-3076 0 0,44-30 0 0 0,-67 38-2622 0 0,0 1 0 0 0,0-2 0 0 0,-1 1 0 0 0,13-17 0 0 0,-12 15-1320 0 0,-4 2 58 0 0,-1-4-8763 0 0,-1-1 4462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87 304 0 0,'0'0'26491'0'0,"-4"4"-25293"0"0,-6 8-602 0 0,0 0 1 0 0,1 1 0 0 0,1 0 0 0 0,0 1 0 0 0,1 0-1 0 0,1 0 1 0 0,-7 17 0 0 0,13-29-597 0 0,-1-1 0 0 0,0 1 0 0 0,0 0 0 0 0,1-1 0 0 0,-1 1 0 0 0,1 0 0 0 0,0 0 0 0 0,-1-1 0 0 0,1 1 0 0 0,0 0 0 0 0,0 0 0 0 0,0-1 0 0 0,0 1 0 0 0,1 0 0 0 0,-1 0 0 0 0,0-1 0 0 0,1 1 0 0 0,-1 0 0 0 0,1-1 0 0 0,-1 1 0 0 0,1 0 0 0 0,0-1 0 0 0,0 1 0 0 0,0-1 0 0 0,0 1 0 0 0,0-1 0 0 0,0 1 0 0 0,0-1 0 0 0,0 0 0 0 0,1 0 0 0 0,-1 1 0 0 0,0-1 0 0 0,1 0 0 0 0,-1 0 0 0 0,1 0 0 0 0,-1 0 0 0 0,1-1 0 0 0,-1 1 0 0 0,1 0 0 0 0,0-1 0 0 0,0 1 0 0 0,-1-1 0 0 0,3 1 0 0 0,2-1 0 0 0,0 1 0 0 0,-1-1 0 0 0,1 0 0 0 0,0 0 0 0 0,0-1 0 0 0,-1 0 0 0 0,1 0 0 0 0,0 0 0 0 0,-1 0 0 0 0,6-3 0 0 0,12-6 0 0 0,-1-1 0 0 0,-1 0 0 0 0,0-2 0 0 0,25-19 0 0 0,-37 24 0 0 0,-1 1 0 0 0,0-1 0 0 0,-1 0 0 0 0,0-1 0 0 0,0 0 0 0 0,-1 0 0 0 0,0 0 0 0 0,0-1 0 0 0,-1 1 0 0 0,-1-2 0 0 0,6-15 0 0 0,-9 24 0 0 0,-1 1 0 0 0,0 0 0 0 0,1-1 0 0 0,-1 1 0 0 0,0 0 0 0 0,0-1 0 0 0,0 1 0 0 0,0 0 0 0 0,0-1 0 0 0,-1 1 0 0 0,1-1 0 0 0,0 1 0 0 0,-1 0 0 0 0,1 0 0 0 0,0-1 0 0 0,-1 1 0 0 0,0 0 0 0 0,1 0 0 0 0,-1-1 0 0 0,0 1 0 0 0,0 0 0 0 0,1 0 0 0 0,-1 0 0 0 0,0 0 0 0 0,0 0 0 0 0,0 0 0 0 0,0 0 0 0 0,-2-1 0 0 0,0 0 0 0 0,1 0-5 0 0,1-1 0 0 0,-1 1-1 0 0,0 0 1 0 0,-1 0 0 0 0,1 0 0 0 0,0 1 0 0 0,0-1-1 0 0,-1 0 1 0 0,1 1 0 0 0,-1-1 0 0 0,0 1 0 0 0,1 0 0 0 0,-1 0-1 0 0,0 0 1 0 0,0 0 0 0 0,1 1 0 0 0,-1-1 0 0 0,-3 1-1 0 0,0-1-33 0 0,-1 2-1 0 0,1-1 1 0 0,-1 1-1 0 0,1-1 1 0 0,0 2-1 0 0,-1-1 0 0 0,-10 5 1 0 0,-6 3-314 0 0,1 2 0 0 0,1 1 0 0 0,-26 17 0 0 0,46-28 318 0 0,-20 12-2266 0 0,-2 1-2758 0 0,6-1-4158 0 0,-2-1 1162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428 102 1648 0 0,'-2'-4'697'0'0,"0"1"0"0"0,0 0 0 0 0,1-1 1 0 0,0 1-1 0 0,0-1 0 0 0,0 1 0 0 0,0-1 0 0 0,0 0 0 0 0,1 1 0 0 0,-1-6 0 0 0,-7-29 5892 0 0,8 37-6357 0 0,0 0-1 0 0,-1 0 1 0 0,1 0 0 0 0,0 0 0 0 0,-1 0 0 0 0,1 0-1 0 0,-1 0 1 0 0,1 1 0 0 0,-1-1 0 0 0,0 0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0 0 0 0,0 1 0 0 0,-1 0 0 0 0,-4 2 319 0 0,1 1 1 0 0,-1-1 0 0 0,1 1-1 0 0,-1 0 1 0 0,-7 9 0 0 0,-15 17 231 0 0,1 1 1 0 0,-35 54-1 0 0,34-45-50 0 0,-39 44 0 0 0,66-83-733 0 0,-6 5-3 0 0,1 1-1 0 0,0 0 1 0 0,0 1-1 0 0,1-1 1 0 0,-8 15-1 0 0,12-22-122 0 0,1 1-1 0 0,0-1 1 0 0,-1 1-1 0 0,1-1 1 0 0,0 0 0 0 0,-1 0-1 0 0,1 1 1 0 0,-1-1-1 0 0,1 0 1 0 0,0 0-1 0 0,-1 1 1 0 0,1-1-1 0 0,-1 0 1 0 0,1 0-1 0 0,0 0 1 0 0,-1 0 0 0 0,1 0-1 0 0,-1 0 1 0 0,1 0-1 0 0,-1 0 1 0 0,1 0-1 0 0,-1 0 1 0 0,1 0-1 0 0,-1 0 1 0 0,1 0-1 0 0,-1 0 1 0 0,1 0 0 0 0,0 0-1 0 0,-1 0 1 0 0,1-1-1 0 0,-1 1 1 0 0,1 0-1 0 0,0 0 1 0 0,-1 0-1 0 0,1-1 1 0 0,-1 1-1 0 0,1 0 1 0 0,0-1-1 0 0,-1 1 1 0 0,1 0 0 0 0,0-1-1 0 0,0 1 1 0 0,-1 0-1 0 0,1-1 1 0 0,-18-11-4623 0 0,-2-10-3691 0 0,2-7 642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1880 0 0,'0'0'2726'0'0,"1"5"-70"0"0,2 12 59 0 0,1-1 0 0 0,0 0 0 0 0,11 26-1 0 0,-7-25-1246 0 0,0 0 0 0 0,1 0 0 0 0,13 16 0 0 0,-11-17-1249 0 0,2-1-1 0 0,0 0 0 0 0,1-1 0 0 0,0 0 0 0 0,1-1 1 0 0,0-1-1 0 0,1 0 0 0 0,1-1 0 0 0,0-1 1 0 0,0-1-1 0 0,1 0 0 0 0,0-1 0 0 0,21 6 0 0 0,-21-9-668 0 0,1 0 0 0 0,-1-2 0 0 0,22 2 0 0 0,-33-4-236 0 0,-1-1-1 0 0,1 0 0 0 0,0-1 0 0 0,0 0 0 0 0,10-2 0 0 0,-14 2-222 0 0,0 0-1 0 0,0 0 0 0 0,0 0 0 0 0,0-1 0 0 0,-1 1 1 0 0,1-1-1 0 0,0 1 0 0 0,-1-1 0 0 0,1 0 1 0 0,-1 0-1 0 0,1 0 0 0 0,3-5 0 0 0,-1-1-4322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25 2288 0 0,'0'0'2150'0'0,"-18"-4"1831"0"0,13 5-612 0 0,2 0-3019 0 0,1 0-1 0 0,-1 0 1 0 0,0 0-1 0 0,0 1 1 0 0,1 0-1 0 0,-1-1 1 0 0,1 1-1 0 0,-1 0 1 0 0,1 0-1 0 0,0 0 1 0 0,0 0-1 0 0,0 1 1 0 0,0-1-1 0 0,0 1 1 0 0,0-1-1 0 0,1 1 1 0 0,-1-1-1 0 0,1 1 1 0 0,-2 4-1 0 0,2-2-59 0 0,0 0 0 0 0,0 1-1 0 0,0-1 1 0 0,1 0-1 0 0,0 0 1 0 0,0 1 0 0 0,0-1-1 0 0,0 0 1 0 0,1 0 0 0 0,0 1-1 0 0,2 4 1 0 0,-3-7-181 0 0,1 1 0 0 0,0-1-1 0 0,0 0 1 0 0,0 0 0 0 0,0 0 0 0 0,0 0 0 0 0,1-1-1 0 0,-1 1 1 0 0,1 0 0 0 0,0 0 0 0 0,0-1 0 0 0,0 1-1 0 0,0-1 1 0 0,0 0 0 0 0,1 0 0 0 0,-1 1 0 0 0,1-2-1 0 0,-1 1 1 0 0,1 0 0 0 0,0 0 0 0 0,4 1 0 0 0,-3-2-79 0 0,0 0 1 0 0,0 0 0 0 0,0-1-1 0 0,1 0 1 0 0,-1 1 0 0 0,0-2-1 0 0,0 1 1 0 0,1 0 0 0 0,-1-1-1 0 0,0 0 1 0 0,0 0 0 0 0,0 0-1 0 0,1 0 1 0 0,3-3 0 0 0,3-1-115 0 0,0 0 0 0 0,0-1 0 0 0,0-1 1 0 0,-1 0-1 0 0,0 0 0 0 0,0-1 0 0 0,-1-1 1 0 0,0 1-1 0 0,-1-1 0 0 0,9-11 0 0 0,21-47-325 0 0,-38 65 348 0 0,3-18 1268 0 0,-3 20-1167 0 0,0 0-1 0 0,0 0 1 0 0,-1 1-1 0 0,1-1 1 0 0,0 0-1 0 0,0 0 1 0 0,0 0-1 0 0,0 0 1 0 0,-1 1-1 0 0,1-1 1 0 0,0 0-1 0 0,0 0 1 0 0,0 0-1 0 0,-1 0 1 0 0,1 0-1 0 0,0 0 1 0 0,0 0-1 0 0,0 0 0 0 0,-1 0 1 0 0,1 0-1 0 0,0 1 1 0 0,0-1-1 0 0,0 0 1 0 0,-1 0-1 0 0,1 0 1 0 0,0 0-1 0 0,0 0 1 0 0,-1-1-1 0 0,1 1 1 0 0,0 0-1 0 0,0 0 1 0 0,0 0-1 0 0,-1 0 1 0 0,1 0-1 0 0,0 0 1 0 0,0 0-1 0 0,0 0 0 0 0,-1 0 1 0 0,1-1-1 0 0,0 1 1 0 0,0 0-1 0 0,0 0 1 0 0,0 0-1 0 0,-1 0 1 0 0,1 0-1 0 0,0-1 1 0 0,0 1-1 0 0,0 0 1 0 0,0 0-1 0 0,0 0 1 0 0,0-1-1 0 0,-1 1 1 0 0,1 0-1 0 0,0 0 1 0 0,0 0-1 0 0,0-1 1 0 0,0 1-1 0 0,0 0 0 0 0,0 0 1 0 0,0-1-1 0 0,0 1 1 0 0,0 0-1 0 0,0 0 1 0 0,0-1-1 0 0,0 1 1 0 0,0 0-1 0 0,0 0 1 0 0,1-1-1 0 0,-5 5 83 0 0,0-1 0 0 0,0 1 0 0 0,1-1 0 0 0,0 1 0 0 0,0 0-1 0 0,0 0 1 0 0,0 0 0 0 0,0 1 0 0 0,1-1 0 0 0,0 1 0 0 0,0-1 0 0 0,0 1 0 0 0,0 0-1 0 0,1 0 1 0 0,0 0 0 0 0,0 0 0 0 0,0 0 0 0 0,1 0 0 0 0,0 7 0 0 0,0-2-40 0 0,0-1 1 0 0,1 0 0 0 0,1 0-1 0 0,0 0 1 0 0,0 0 0 0 0,0-1 0 0 0,1 1-1 0 0,1 0 1 0 0,-1-1 0 0 0,1 0-1 0 0,1 0 1 0 0,-1 0 0 0 0,2 0-1 0 0,-1-1 1 0 0,10 11 0 0 0,7 3-163 0 0,1 0 1 0 0,1-2-1 0 0,36 22 0 0 0,-36-25-167 0 0,0 2 0 0 0,0 0-1 0 0,32 33 1 0 0,-53-48 237 0 0,-1 0 0 0 0,0 0-1 0 0,1 0 1 0 0,-1 0 0 0 0,0 0 0 0 0,-1 0 0 0 0,1 0-1 0 0,0 1 1 0 0,-1-1 0 0 0,0 1 0 0 0,0-1-1 0 0,0 1 1 0 0,0-1 0 0 0,-1 1 0 0 0,1 0 0 0 0,-1-1-1 0 0,0 1 1 0 0,0 0 0 0 0,0 0 0 0 0,-1 6-1 0 0,-1-4 16 0 0,0-1-1 0 0,-1 1 0 0 0,1-1 1 0 0,-1 0-1 0 0,0 1 1 0 0,0-1-1 0 0,-1 0 0 0 0,1-1 1 0 0,-1 1-1 0 0,0-1 0 0 0,-9 8 1 0 0,0-1-3 0 0,-1-1-1 0 0,0-1 1 0 0,0 0 0 0 0,-1-1 0 0 0,0-1 0 0 0,0 0-1 0 0,-1-1 1 0 0,-25 7 0 0 0,28-10-238 0 0,0-1 1 0 0,-1-1-1 0 0,1 0 0 0 0,-1-1 0 0 0,1 0 1 0 0,0-1-1 0 0,-1-1 0 0 0,1 0 0 0 0,-21-6 1 0 0,24 4-463 0 0,0 1 1 0 0,0-2-1 0 0,0 1 1 0 0,1-1 0 0 0,-1-1-1 0 0,1 0 1 0 0,-13-11-1 0 0,2 1-2018 0 0,-7-6-5451 0 0,13 9 1905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5 632,'-2'-5'28347,"-7"23"-28091,7-13 1050,29 8-312,39-8 238,17 11-1232,-17-9 0,1-3 0,107-7 0,-48 1 0,-110 2 0,-2 2 0,2-2 0,-7 1 0,7 0 0,-2-1 0,-2 2 0,0 0 0,0 0 0,1 0 0,-1 0-120,-10-2-745,4-35-17523,0 21 10855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184 80 1448,'0'0'2860,"-35"-6"5232,23 7-6535,1 1 0,-1 0 0,-17 7 0,5-3-88,22-6-1100,-40 24 2159,40-22-1597,-8 3 638,6-3 263,10-3 3574,119-24-5388,212-16 1,-269 35-21,-16 1 2,17-2 0,-1 4 0,95 6 0,-150-3 0,-3 2-294,-30-17-3049,0-2-2786,9 11-2574,3 0 662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4 548,'0'0'24182,"6"-1"-23227,16-1-125,0 1-1,0 2 1,0 0-1,0 2 1,0 0-1,38 11 1,17 2 445,13-3-1275,0-5 0,0-3 0,101-8 0,-189 2-1484,-14-2-2092,-17-2-4609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187 20 1500,'-4'-3'1262,"0"1"-1,0 0 1,-1-1-1,1 2 1,-1-1 0,1 0-1,-1 1 1,1 0-1,-1 0 1,-5-1-1,8 2-13,-34 6 3207,30-3-3953,1 0-1,0 1 1,0 0-1,0 0 1,1 1-1,-1-1 1,1 1 0,0 0-1,0 0 1,1 0-1,0 0 1,0 1 0,-5 11-1,2-2 80,0 1 1,1 0-1,0 0 0,-2 18 0,6-31-535,1-1-1,0 1 0,-1-1 1,1 1-1,0-1 1,0 1-1,0-1 0,1 1 1,-1-1-1,0 1 0,1-1 1,0 1-1,-1-1 1,1 0-1,0 1 0,1-1 1,-1 0-1,0 0 1,0 1-1,1-1 0,0 0 1,1 2-1,0-2-62,0 0-1,1 0 1,-1-1-1,0 1 1,1-1 0,-1 0-1,0 0 1,1 0-1,-1 0 1,1 0 0,0-1-1,-1 0 1,7 0-1,5 0-279,-1-2-1,0 0 0,1-1 1,-1 0-1,0-1 0,20-9 1,-26 10 74,0-1-1,0 0 1,-1 0 0,1-1 0,-1 0-1,0 0 1,7-8 0,-11 10 314,0-1-1,-1 1 1,1 0 0,-1-1-1,0 1 1,0-1 0,0 0 0,-1 0-1,1 0 1,-1 0 0,0 0-1,0 0 1,-1 0 0,1 0-1,-1-8 1,0 10-23,0 0 1,0 1-1,0-1 0,0 0 1,-1 0-1,1 1 0,-1-1 1,0 0-1,1 1 0,-1-1 1,0 1-1,0-1 0,0 1 1,0-1-1,0 1 0,0-1 1,0 1-1,0 0 0,-1 0 0,1 0 1,-1 0-1,1 0 0,0 0 1,-1 0-1,-3-1 0,-39-9 1522,41 10-1579,3 1-11,-3-1 0,1 1 0,-1-1 0,0 0 0,1 1 0,-1-1 0,0 1 0,0 0 0,1 0 0,-1 0 0,0 0 0,0 1 0,0-1 0,1 1 0,-1 0 0,0-1 0,1 1 0,-1 1 0,1-1 0,-1 0 0,1 0 0,0 1 0,-1-1 0,1 1 0,0 0 0,-2 2 0,-5 7 0,9 2-189,2-11-179,0 0 0,0 1 0,0-1 0,0-1 0,1 1 0,-1 0 0,0 0 0,1-1 0,-1 1 0,1-1 0,0 0 0,-1 0 0,1 0 0,0 0 0,0 0 0,4 0 0,11 1-4897,-1-1-3430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0 2400,'0'0'9698,"-5"3"-7598,3-1-1715,-1 0 0,1-1 0,0 1 1,0 0-1,0 0 0,0 0 0,0 1 0,1-1 0,-1 0 1,1 1-1,-1-1 0,1 1 0,0-1 0,0 1 0,0 0 1,0-1-1,0 1 0,1 0 0,-1 0 0,1 0 0,0-1 1,0 1-1,0 0 0,0 0 0,0 0 0,1 0 0,-1-1 1,2 5-1,0 0 600,-2-5-878,1 0 0,-1 0 0,1 0 0,-1 0 0,1 0 0,0-1 0,0 1 0,-1 0 0,1 0 0,1-1-1,-1 1 1,0-1 0,0 1 0,0-1 0,1 1 0,1 0 0,-2-1-609,26-34-6505,-18 7-3227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211 72 64 0 0,'23'-5'4736'0'0,"-21"5"-2597"0"0,23-16 18658 0 0,-51 13-20476 0 0,20 2-9 0 0,-49 35 2168 0 0,29-18-2150 0 0,20-13-217 0 0,0 0 1 0 0,0 1-1 0 0,0 0 1 0 0,0 0-1 0 0,1 0 0 0 0,0 1 1 0 0,0 0-1 0 0,0 0 1 0 0,0 0-1 0 0,1 0 1 0 0,0 1-1 0 0,0 0 1 0 0,-4 9-1 0 0,-4 6-113 0 0,9-9 0 0 0,7 2 0 0 0,3-7 0 0 0,5-4 0 0 0,-11-3 0 0 0,1 1 0 0 0,-1-1 0 0 0,0 0 0 0 0,1 0 0 0 0,-1 1 0 0 0,1-1 0 0 0,-1 0 0 0 0,0 0 0 0 0,1-1 0 0 0,-1 1 0 0 0,1 0 0 0 0,-1 0 0 0 0,0-1 0 0 0,1 1 0 0 0,-1-1 0 0 0,0 1 0 0 0,1-1 0 0 0,-1 0 0 0 0,0 1 0 0 0,0-1 0 0 0,1 0 0 0 0,-1 0 0 0 0,1-1 0 0 0,1-1 0 0 0,9-3-76 0 0,-1 0 1 0 0,0 0-1 0 0,14-12 1 0 0,-22 15 51 0 0,0 1-1 0 0,1-1 1 0 0,-1-1-1 0 0,0 1 1 0 0,0 0-1 0 0,-1-1 1 0 0,1 1-1 0 0,-1-1 1 0 0,1 0-1 0 0,-1 0 1 0 0,-1 0-1 0 0,3-6 1 0 0,4-8-4 0 0,-7 16 38 0 0,0 0-1 0 0,0-1 0 0 0,0 1 1 0 0,0 0-1 0 0,0 0 1 0 0,0-1-1 0 0,-1 1 1 0 0,1 0-1 0 0,-1-1 0 0 0,0 1 1 0 0,1-4-1 0 0,-1-3 43 0 0,0 7-28 0 0,0-1 0 0 0,0 0 0 0 0,0 1 0 0 0,0-1 0 0 0,0 0 1 0 0,0 1-1 0 0,-1-1 0 0 0,0 0 0 0 0,1 1 0 0 0,-1-1 0 0 0,0 1 1 0 0,0-1-1 0 0,0 1 0 0 0,-1 0 0 0 0,1-1 0 0 0,-1 1 0 0 0,1 0 1 0 0,-1 0-1 0 0,-3-3 0 0 0,-7-5-24 0 0,-6 6 0 0 0,0 1 0 0 0,15 2 0 0 0,0 1 0 0 0,-1-1 0 0 0,1 1 0 0 0,0 0 0 0 0,-1 0 0 0 0,1 0 0 0 0,0 0 0 0 0,-1 1 0 0 0,1-1 0 0 0,0 1 0 0 0,-1 0 0 0 0,1 0 0 0 0,0 0 0 0 0,0 0 0 0 0,-4 3 0 0 0,1-1 0 0 0,-2 2 0 0 0,2-3 0 0 0,1 0 0 0 0,0 1 0 0 0,0-1 0 0 0,0 1 0 0 0,0 1 0 0 0,1-1 0 0 0,-1 1 0 0 0,1 0 0 0 0,0 0 0 0 0,0 0 0 0 0,0 0 0 0 0,1 1 0 0 0,-1-1 0 0 0,1 1 0 0 0,-4 8 0 0 0,0 11 0 0 0,4-10 0 0 0,6 2 0 0 0,-3-14 0 0 0,1 0 0 0 0,-1 0 0 0 0,0 0 0 0 0,0 0 0 0 0,1 0 0 0 0,-1 0 0 0 0,1 0 0 0 0,0 0 0 0 0,-1 0 0 0 0,1 0 0 0 0,0 0 0 0 0,0 0 0 0 0,0-1 0 0 0,1 1 0 0 0,-1 0 0 0 0,0-1 0 0 0,0 1 0 0 0,1-1 0 0 0,-1 1 0 0 0,1-1 0 0 0,0 0 0 0 0,-1 0 0 0 0,1 1 0 0 0,0-1 0 0 0,0 0 0 0 0,3 1 0 0 0,7 0 0 0 0,-6-2 0 0 0,0 1 0 0 0,0-2 0 0 0,0 1 0 0 0,0-1 0 0 0,0 1 0 0 0,0-2 0 0 0,0 1 0 0 0,-1-1 0 0 0,1 0 0 0 0,0 0 0 0 0,-1 0 0 0 0,1-1 0 0 0,-1 0 0 0 0,0 0 0 0 0,0 0 0 0 0,0 0 0 0 0,-1-1 0 0 0,1 0 0 0 0,4-5 0 0 0,7-5 0 0 0,-15 13 0 0 0,1 0 0 0 0,-1 0 0 0 0,0 0 0 0 0,0-1 0 0 0,0 1 0 0 0,1 0 0 0 0,-1-1 0 0 0,-1 1 0 0 0,1 0 0 0 0,0-1 0 0 0,0 1 0 0 0,0-1 0 0 0,0-2 0 0 0,9-18 0 0 0,-5 7 0 0 0,-5 0 0 0 0,0 1 0 0 0,-6 2 0 0 0,-5 4 0 0 0,-3 5 0 0 0,11 2 0 0 0,1 1 0 0 0,-1-1 0 0 0,1 1 0 0 0,-1 0 0 0 0,1 0 0 0 0,-1 0 0 0 0,0 0 0 0 0,1 0 0 0 0,-1 1 0 0 0,1-1 0 0 0,-1 1 0 0 0,1-1 0 0 0,-1 1 0 0 0,1 0 0 0 0,-1 0 0 0 0,-2 2 0 0 0,-3 2 0 0 0,-1-1 0 0 0,1 0 0 0 0,-1 0 0 0 0,1 1 0 0 0,0 1 0 0 0,1 0 0 0 0,-1 0 0 0 0,1 0 0 0 0,0 1 0 0 0,1-1 0 0 0,0 2 0 0 0,0-1 0 0 0,0 1 0 0 0,1 0 0 0 0,0 0 0 0 0,0 0 0 0 0,-4 12 0 0 0,3-10 0 0 0,0 3 0 0 0,6 1 0 0 0,10 7 0 0 0,-3-19 0 0 0,-6-1 0 0 0,8 3 0 0 0,3-3 0 0 0,-5-1 0 0 0,1-1 0 0 0,0 0 0 0 0,-1-1 0 0 0,0 0 0 0 0,1 0 0 0 0,-1 0 0 0 0,0-1 0 0 0,0 0 0 0 0,0 0 0 0 0,-1-1 0 0 0,12-7 0 0 0,8-4 0 0 0,-22 12 0 0 0,0 1 0 0 0,0-1 0 0 0,0 1 0 0 0,-1-1 0 0 0,1 0 0 0 0,-1-1 0 0 0,0 1 0 0 0,0-1 0 0 0,0 1 0 0 0,3-6 0 0 0,-7-2 0 0 0,-8-4 0 0 0,-1 11 0 0 0,-6 7 0 0 0,1 1 0 0 0,0 0 0 0 0,-27 13 0 0 0,36-14 0 0 0,0 1 0 0 0,1 0 0 0 0,-1 1 0 0 0,1-1 0 0 0,0 1 0 0 0,0 0 0 0 0,1 0 0 0 0,-1 1 0 0 0,1 0 0 0 0,1-1 0 0 0,-7 12 0 0 0,6-3 0 0 0,3 0 0 0 0,2 1 0 0 0,-1-14 0 0 0,1 0 0 0 0,-1 1 0 0 0,1-1 0 0 0,-1 0 0 0 0,1 1 0 0 0,-1-1 0 0 0,1 0 0 0 0,0 0 0 0 0,0 0 0 0 0,0 0 0 0 0,0 0 0 0 0,0 0 0 0 0,0 0 0 0 0,0 0 0 0 0,0 0 0 0 0,0 0 0 0 0,0 0 0 0 0,1-1 0 0 0,-1 1 0 0 0,0 0 0 0 0,0-1 0 0 0,1 1 0 0 0,-1-1 0 0 0,1 0 0 0 0,-1 1 0 0 0,0-1 0 0 0,1 0 0 0 0,1 0 0 0 0,27 0 0 0 0,-19-2 0 0 0,-1 0 0 0 0,1-1 0 0 0,-1 0 0 0 0,1-1 0 0 0,-1 0 0 0 0,-1-1 0 0 0,1 0 0 0 0,0 0 0 0 0,-1-1 0 0 0,0 0 0 0 0,-1-1 0 0 0,1 0 0 0 0,-1 0 0 0 0,12-14 0 0 0,-16 11 0 0 0,-4-6 0 0 0,-4 2 0 0 0,-3 2 0 0 0,-1-1 0 0 0,-4 5 0 0 0,9 7 0 0 0,-1-1 0 0 0,0 1 0 0 0,0 0 0 0 0,0 1 0 0 0,0-1 0 0 0,0 1 0 0 0,0-1 0 0 0,0 1 0 0 0,0 0 0 0 0,0 1 0 0 0,0-1 0 0 0,0 1 0 0 0,0-1 0 0 0,0 1 0 0 0,0 1 0 0 0,0-1 0 0 0,0 0 0 0 0,1 1 0 0 0,-7 3 0 0 0,-3 1 0 0 0,8-5 0 0 0,1 0 0 0 0,0 1 0 0 0,0-1 0 0 0,0 1 0 0 0,0 0 0 0 0,0 1 0 0 0,0-1 0 0 0,1 0 0 0 0,-1 1 0 0 0,1 0 0 0 0,0 0 0 0 0,-1 0 0 0 0,1 0 0 0 0,1 1 0 0 0,-1-1 0 0 0,0 1 0 0 0,1-1 0 0 0,0 1 0 0 0,0 0 0 0 0,0 0 0 0 0,0 0 0 0 0,-2 8 0 0 0,3 1 0 0 0,3 1 0 0 0,8-5 0 0 0,-5-7 0 0 0,0-1 0 0 0,-1 0 0 0 0,1 0 0 0 0,0 0 0 0 0,0 0 0 0 0,0-1 0 0 0,0 0 0 0 0,0 0 0 0 0,0 0 0 0 0,0 0 0 0 0,0-1 0 0 0,9-2 0 0 0,49-20 0 0 0,-55 20 0 0 0,0 0 0 0 0,-1-1 0 0 0,0 0 0 0 0,1-1 0 0 0,-2 0 0 0 0,1 0 0 0 0,0 0 0 0 0,10-13 0 0 0,-4-14 0 0 0,-8 22 0 0 0,-6-1 0 0 0,-10 2 0 0 0,-5 11 0 0 0,12-1 0 0 0,0 0 0 0 0,1 1 0 0 0,-1 0 0 0 0,0-1 0 0 0,1 1 0 0 0,-1 1 0 0 0,1-1 0 0 0,-1 0 0 0 0,1 1 0 0 0,0-1 0 0 0,0 1 0 0 0,0 0 0 0 0,1 0 0 0 0,-1 1 0 0 0,1-1 0 0 0,-1 0 0 0 0,1 1 0 0 0,0-1 0 0 0,1 1 0 0 0,-4 6 0 0 0,-6 12 0 0 0,7-9 0 0 0,3 1 0 0 0,2-3 0 0 0,4-1 0 0 0,7-7 0 0 0,-6-3 0 0 0,-1 0 0 0 0,1 0 0 0 0,0-1 0 0 0,-1 1 0 0 0,1-1 0 0 0,-1-1 0 0 0,1 1 0 0 0,-1-1 0 0 0,1 0 0 0 0,-1 0 0 0 0,0 0 0 0 0,0-1 0 0 0,0 0 0 0 0,0 0 0 0 0,5-5 0 0 0,2 0 0 0 0,-4 0 0 0 0,-2-2 0 0 0,-1-1 0 0 0,-6-2 0 0 0,1 11 0 0 0,-10-14 0 0 0,5 13 0 0 0,1 1 0 0 0,-1-1 0 0 0,1 1 0 0 0,-1-1 0 0 0,0 1 0 0 0,0 1 0 0 0,0-1 0 0 0,-5 0 0 0 0,-4 0 0 0 0,-4 2 0 0 0,-1 1 0 0 0,6 1 0 0 0,1 0 0 0 0,2 3 0 0 0,9 6 0 0 0,6 5 0 0 0,2-7 0 0 0,4-4 0 0 0,0-3 0 0 0,-2 1 0 0 0,3-2 0 0 0,3-9-3459 0 0,-11-2-8319 0 0,-4 0 1413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129 124 736 0 0,'0'0'4036'0'0,"3"-5"-2744"0"0,12-24 2236 0 0,-7 14 4423 0 0,-2 3 7060 0 0,-13 15-14817 0 0,-2 2-192 0 0,0 0-1 0 0,0 0 1 0 0,0 1 0 0 0,1 1-1 0 0,-1-1 1 0 0,2 2-1 0 0,-1-1 1 0 0,1 1-1 0 0,0 0 1 0 0,1 0-1 0 0,-6 10 1 0 0,-5 18-2 0 0,10-23 0 0 0,1 1 0 0 0,0-1 0 0 0,1 1 0 0 0,-6 26 0 0 0,10-36 0 0 0,1-1 0 0 0,0 1 0 0 0,-1-1 0 0 0,1 1 0 0 0,1-1 0 0 0,-1 1 0 0 0,0-1 0 0 0,1 1 0 0 0,0-1 0 0 0,-1 0 0 0 0,1 1 0 0 0,1-1 0 0 0,-1 0 0 0 0,0 1 0 0 0,1-1 0 0 0,0 0 0 0 0,0 0 0 0 0,0 0 0 0 0,0 0 0 0 0,0-1 0 0 0,0 1 0 0 0,1-1 0 0 0,-1 1 0 0 0,1-1 0 0 0,4 3 0 0 0,-3-3 0 0 0,0 0 0 0 0,0 0 0 0 0,1 0 0 0 0,-1-1 0 0 0,1 0 0 0 0,-1 0 0 0 0,1 0 0 0 0,-1 0 0 0 0,1-1 0 0 0,0 0 0 0 0,-1 0 0 0 0,1 0 0 0 0,0 0 0 0 0,-1-1 0 0 0,1 0 0 0 0,-1 0 0 0 0,1 0 0 0 0,7-3 0 0 0,10-4 0 0 0,0-2 0 0 0,28-15 0 0 0,-34 17 0 0 0,-7 3 0 0 0,1 0 0 0 0,-1 0 0 0 0,0-1 0 0 0,0-1 0 0 0,0 1 0 0 0,-1-1 0 0 0,0-1 0 0 0,-1 1 0 0 0,1-1 0 0 0,-1-1 0 0 0,-1 0 0 0 0,0 1 0 0 0,0-2 0 0 0,-1 1 0 0 0,0-1 0 0 0,0 0 0 0 0,6-20 0 0 0,-5 19 0 0 0,-5 9 0 0 0,-1 1 0 0 0,1-1 0 0 0,0 1 0 0 0,0-1 0 0 0,0 1 0 0 0,-1-1 0 0 0,1 0 0 0 0,-1 1 0 0 0,1-1 0 0 0,-1 0 0 0 0,0 1 0 0 0,0-1 0 0 0,0 0 0 0 0,0 1 0 0 0,0-1 0 0 0,0 0 0 0 0,0 0 0 0 0,0 1 0 0 0,-1-1 0 0 0,1 0 0 0 0,0 1 0 0 0,-1-1 0 0 0,0 0 0 0 0,1 1 0 0 0,-1-1 0 0 0,0 1 0 0 0,-1-2 0 0 0,0-2 0 0 0,1 1 0 0 0,-1 0 0 0 0,0 0 0 0 0,0 1 0 0 0,0-1 0 0 0,-1 0 0 0 0,1 1 0 0 0,-1-1 0 0 0,0 1 0 0 0,0 0 0 0 0,0 0 0 0 0,-1 0 0 0 0,1 0 0 0 0,0 1 0 0 0,-1-1 0 0 0,0 1 0 0 0,0 0 0 0 0,0 0 0 0 0,0 0 0 0 0,0 1 0 0 0,-6-2 0 0 0,-6-2 52 0 0,10 7-85 0 0,-35-12-211 0 0,39 9-986 0 0,6-1-689 0 0,13-6-321 0 0,16-5-12665 0 0,-23 10 8021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0 660 0 0,'19'8'17390'0'0,"-16"0"-16409"0"0,0 0 0 0 0,0 0 0 0 0,0 1 0 0 0,-1-1 0 0 0,0 1 1 0 0,-1-1-1 0 0,0 1 0 0 0,0-1 0 0 0,-1 1 0 0 0,0 0 0 0 0,0 0 1 0 0,-1-1-1 0 0,0 1 0 0 0,-4 12 0 0 0,4 33-981 0 0,2-42 0 0 0,5-3 0 0 0,-2-5-295 0 0,-1-9-4354 0 0,-2 1 3594 0 0,6-17-2822 0 0,-5 5-4974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0 269 480 0 0,'14'-30'5005'0'0,"-11"22"-3980"0"0,0 0-1 0 0,1 1 0 0 0,0-1 1 0 0,0 1-1 0 0,1 0 1 0 0,0 0-1 0 0,0 0 1 0 0,12-11-1 0 0,2 0 274 0 0,1 2 1 0 0,0 0-1 0 0,1 0 0 0 0,1 2 0 0 0,46-22 0 0 0,-34 21 116 0 0,-20 8-124 0 0,0 1 0 0 0,0 1 0 0 0,27-7 1 0 0,-40 12-1238 0 0,0 0 1 0 0,1 0 0 0 0,-1 0 0 0 0,0 0 0 0 0,0 0-1 0 0,0 1 1 0 0,0-1 0 0 0,0 1 0 0 0,0-1-1 0 0,0 0 1 0 0,0 1 0 0 0,0 0 0 0 0,0-1 0 0 0,0 1-1 0 0,0 0 1 0 0,0-1 0 0 0,-1 1 0 0 0,1 0 0 0 0,0 0-1 0 0,0 0 1 0 0,-1 0 0 0 0,1-1 0 0 0,0 1-1 0 0,-1 0 1 0 0,1 0 0 0 0,-1 0 0 0 0,0 1 0 0 0,1-1-1 0 0,-1 0 1 0 0,0 0 0 0 0,1 0 0 0 0,-1 1 0 0 0,7 41 1753 0 0,-6-37-1691 0 0,-1 88-116 0 0,2-56 0 0 0,-3 60 0 0 0,-1-66 0 0 0,1 0 0 0 0,2-1 0 0 0,5 37 0 0 0,1-36 0 0 0,-6-18 0 0 0,0-2 0 0 0,2-6-4 0 0,-2-5-312 0 0,-3-7-3220 0 0,-13-28-111 0 0,9 26-1106 0 0,-2-2-3741 0 0,-2-3 1737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1 191 2244 0 0,'0'-1'901'0'0,"0"-1"-1"0"0,1 0 1 0 0,-1 0 0 0 0,0 1-1 0 0,1-1 1 0 0,0 0-1 0 0,-1 1 1 0 0,1-1 0 0 0,0 1-1 0 0,0-1 1 0 0,0 1-1 0 0,0-1 1 0 0,0 1 0 0 0,2-3-1 0 0,28-20 4225 0 0,37-11-2034 0 0,-66 34-2687 0 0,106-58 1566 0 0,-58 29-8026 0 0,-28 15-9739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27 56 0 0,'-7'-5'2686'0'0,"-1"1"-1"0"0,0 0 1 0 0,0 1 0 0 0,0-1-1 0 0,-12-2 1 0 0,-10 6 3748 0 0,-4 11-3536 0 0,22-5-2090 0 0,0 0-1 0 0,0 1 0 0 0,1 0 0 0 0,-1 0 0 0 0,2 2 0 0 0,-1-1 1 0 0,1 1-1 0 0,-17 21 0 0 0,25-20-807 0 0,2-6 0 0 0,0-1 0 0 0,1 0 0 0 0,-1 1 0 0 0,0-1 0 0 0,1 1 0 0 0,0-1 0 0 0,0 0 0 0 0,0 1 0 0 0,0-1 0 0 0,1 0 0 0 0,-1 0 0 0 0,1 0 0 0 0,0 0 0 0 0,0 0 0 0 0,0 0 0 0 0,0-1 0 0 0,0 1 0 0 0,0-1 0 0 0,1 1 0 0 0,0-1 0 0 0,-1 0 0 0 0,1 0 0 0 0,5 3 0 0 0,2 0 0 0 0,0-1 0 0 0,0 0 0 0 0,0-1 0 0 0,0 0 0 0 0,17 2 0 0 0,-9-1 0 0 0,30 6 0 0 0,-16-3 0 0 0,0 0 0 0 0,47 19 0 0 0,-77-25 0 0 0,-1-1 0 0 0,0 1 0 0 0,0 0 0 0 0,0 0 0 0 0,0 0 0 0 0,0 0 0 0 0,0 1 0 0 0,0-1 0 0 0,0 0 0 0 0,0 0 0 0 0,0 0 0 0 0,0 1 0 0 0,-1-1 0 0 0,1 1 0 0 0,-1-1 0 0 0,1 0 0 0 0,-1 1 0 0 0,1-1 0 0 0,-1 1 0 0 0,0-1 0 0 0,0 1 0 0 0,0-1 0 0 0,1 1 0 0 0,-2-1 0 0 0,1 1 0 0 0,0-1 0 0 0,-1 3 0 0 0,-9 32 0 0 0,4-28 0 0 0,0-1 0 0 0,-1 0 0 0 0,0-1 0 0 0,0 1 0 0 0,0-1 0 0 0,-1-1 0 0 0,0 0 0 0 0,0 0 0 0 0,0 0 0 0 0,-1-1 0 0 0,-14 5 0 0 0,-15 0-3264 0 0,32-9 1994 0 0,-1 1 0 0 0,1-2 0 0 0,0 1 0 0 0,0-1 0 0 0,-1 1 0 0 0,1-2-1 0 0,0 1 1 0 0,0-1 0 0 0,0 0 0 0 0,0 0 0 0 0,0-1 0 0 0,-8-4 0 0 0,-4-4-6033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1 172 652 0 0,'21'-20'11456'0'0,"48"-13"-3588"0"0,6 4-5470 0 0,32-13-3315 0 0,-70 23-789 0 0,1 0-1934 0 0,-15 10-4185 0 0,-20 9 3167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180 12 168 0 0,'0'0'16037'0'0,"-1"-2"-13653"0"0,-13-8 10957 0 0,-18 41-13026 0 0,20-21-250 0 0,2 0 0 0 0,-1 1 1 0 0,2 0-1 0 0,-1 0 0 0 0,1 1 0 0 0,1 1 1 0 0,-8 15-1 0 0,4-1-65 0 0,2 1 0 0 0,2 0 0 0 0,-9 44 0 0 0,16-67 0 0 0,1-1 0 0 0,0 1 0 0 0,0-1 0 0 0,1 1 0 0 0,-1-1 0 0 0,1 1 0 0 0,0-1 0 0 0,0 1 0 0 0,0-1 0 0 0,1 0 0 0 0,0 0 0 0 0,-1 1 0 0 0,1-1 0 0 0,1-1 0 0 0,-1 1 0 0 0,1 0 0 0 0,-1 0 0 0 0,1-1 0 0 0,0 1 0 0 0,1-1 0 0 0,4 4 0 0 0,-2-2 0 0 0,-1 0 0 0 0,1-1 0 0 0,0 0 0 0 0,0 0 0 0 0,0 0 0 0 0,0-1 0 0 0,1 0 0 0 0,-1 0 0 0 0,1-1 0 0 0,0 0 0 0 0,0 0 0 0 0,0-1 0 0 0,9 2 0 0 0,-2-4 0 0 0,-1 1 0 0 0,1-2 0 0 0,-1 0 0 0 0,0-1 0 0 0,1 0 0 0 0,-1-1 0 0 0,-1 0 0 0 0,1-1 0 0 0,-1 0 0 0 0,1-1 0 0 0,12-9 0 0 0,-20 12 0 0 0,0 0 0 0 0,-1 0 0 0 0,1 0 0 0 0,-1 0 0 0 0,0-1 0 0 0,0 0 0 0 0,-1 0 0 0 0,1 0 0 0 0,-1 0 0 0 0,0 0 0 0 0,0-1 0 0 0,0 1 0 0 0,0-1 0 0 0,-1 0 0 0 0,0 0 0 0 0,0 0 0 0 0,0 0 0 0 0,-1 0 0 0 0,1 0 0 0 0,-1-1 0 0 0,-1 1 0 0 0,1 0 0 0 0,-1-1 0 0 0,0 1 0 0 0,0 0 0 0 0,0-1 0 0 0,-1 1 0 0 0,0 0 0 0 0,0-1 0 0 0,0 1 0 0 0,-3-6 0 0 0,-4-6 0 0 0,-1 1 0 0 0,-1 0 0 0 0,0 0 0 0 0,-1 1 0 0 0,-1 1 0 0 0,0 0 0 0 0,-1 0 0 0 0,-1 2 0 0 0,-22-18 0 0 0,3 9 0 0 0,21 17 0 0 0,0 1 0 0 0,0 5 0 0 0,2 5 0 0 0,10 5 0 0 0,1-9-697 0 0,0 0 0 0 0,1 0-1 0 0,0 0 1 0 0,-1-1 0 0 0,1 1 0 0 0,0 0 0 0 0,0-1-1 0 0,1 0 1 0 0,-1 1 0 0 0,1-1 0 0 0,-1 0 0 0 0,1 0-1 0 0,3 2 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2212 0 0,'0'0'25349'0'0,"0"5"-23767"0"0,0 67 2042 0 0,1-61-3624 0 0,4 3-3194 0 0,5-2-7791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0 852 0 0,'0'0'3180'0'0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77 76 0 0,'0'0'19604'0'0,"8"-18"-8907"0"0,0 17-10017 0 0,51-17 1030 0 0,-36 10-1710 0 0,-9 2 0 0 0,2 0 0 0 0,-1 1 0 0 0,1 1 0 0 0,-1 1 0 0 0,1 0 0 0 0,29-1 0 0 0,-40 3 0 0 0,0 1 0 0 0,0 0 0 0 0,0 1 0 0 0,0-1 0 0 0,0 1 0 0 0,0 0 0 0 0,0 0 0 0 0,-1 0 0 0 0,1 1 0 0 0,0-1 0 0 0,-1 1 0 0 0,1 1 0 0 0,-1-1 0 0 0,1 0 0 0 0,-1 1 0 0 0,0 0 0 0 0,0 0 0 0 0,0 0 0 0 0,-1 1 0 0 0,1-1 0 0 0,-1 1 0 0 0,0 0 0 0 0,0 0 0 0 0,0 0 0 0 0,0 0 0 0 0,-1 1 0 0 0,0-1 0 0 0,1 1 0 0 0,-2-1 0 0 0,1 1 0 0 0,0 0 0 0 0,-1 0 0 0 0,0 0 0 0 0,0-1 0 0 0,0 11 0 0 0,0 3 0 0 0,-1 0 0 0 0,-1-1 0 0 0,-1 1 0 0 0,0-1 0 0 0,-1 1 0 0 0,-1-1 0 0 0,-11 33 0 0 0,10-38 0 0 0,-18 47 0 0 0,-19 81 0 0 0,30-90 0 0 0,10-44 0 0 0,21-28 0 0 0,-18 14 0 0 0,0-12 0 0 0,4-1-3300 0 0,-5 17 1917 0 0,1 1-1 0 0,-1-1 1 0 0,0 1 0 0 0,0-1 0 0 0,0 0-1 0 0,0 1 1 0 0,0-1 0 0 0,-1 1 0 0 0,0-1-1 0 0,1 1 1 0 0,-4-7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2128 0 0,'4'-10'24092'0'0,"13"14"-23331"0"0,1 0 1 0 0,0-2-1 0 0,0 0 0 0 0,0-1 1 0 0,0-1-1 0 0,0-1 1 0 0,27-4-1 0 0,-24 1-916 0 0,0 0 0 0 0,1-2 0 0 0,24-9 0 0 0,14-9-10416 0 0,-57 24 6583 0 0,9-7-8484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65 280 0 0,'-2'-4'1786'0'0,"1"-1"-1738"0"0,0 2 813 0 0,0-1 0 0 0,0 1 0 0 0,0-1 0 0 0,0 1 0 0 0,-1-1 0 0 0,1 1 0 0 0,-1 0 0 0 0,0 0 0 0 0,0 0 0 0 0,0 0-1 0 0,0 0 1 0 0,-1 0 0 0 0,-3-3 0 0 0,3 5-502 0 0,1 0 0 0 0,-1 0 0 0 0,0 0 0 0 0,1 0 1 0 0,-1 0-1 0 0,0 0 0 0 0,0 1 0 0 0,1 0 0 0 0,-1-1 0 0 0,0 1 0 0 0,0 0 0 0 0,0 0 0 0 0,0 1 0 0 0,1-1 0 0 0,-1 1 0 0 0,0-1 0 0 0,0 1 0 0 0,1 0 0 0 0,-1 0 0 0 0,0 0 0 0 0,1 0 0 0 0,-5 3 0 0 0,-5 4 2087 0 0,1 0 0 0 0,-1 0-1 0 0,-14 16 1 0 0,14-13-1887 0 0,9-10-559 0 0,-6 5 0 0 0,5 29 0 0 0,4-32 0 0 0,1 0 0 0 0,0 0 0 0 0,0 0 0 0 0,0 1 0 0 0,0-2 0 0 0,0 1 0 0 0,0 0 0 0 0,1 0 0 0 0,-1 0 0 0 0,1 0 0 0 0,0-1 0 0 0,0 1 0 0 0,0-1 0 0 0,0 0 0 0 0,0 1 0 0 0,1-1 0 0 0,-1 0 0 0 0,1 0 0 0 0,-1-1 0 0 0,1 1 0 0 0,0 0 0 0 0,0-1 0 0 0,0 0 0 0 0,0 1 0 0 0,5 0 0 0 0,13 6 0 0 0,0-2 0 0 0,38 7 0 0 0,-29-7 0 0 0,-27-6 0 0 0,1 0 0 0 0,1 0 0 0 0,-1 1 0 0 0,1-1 0 0 0,-1 1 0 0 0,0 0 0 0 0,1 1 0 0 0,-1-1 0 0 0,0 1 0 0 0,0 0 0 0 0,0 0 0 0 0,0 0 0 0 0,0 0 0 0 0,0 1 0 0 0,-1-1 0 0 0,1 1 0 0 0,-1 0 0 0 0,4 4 0 0 0,-2 5 0 0 0,-4-11 0 0 0,-1 0 0 0 0,0 0 0 0 0,1 0 0 0 0,-1-1 0 0 0,0 1 0 0 0,0 0 0 0 0,0 0 0 0 0,1 0 0 0 0,-1 0 0 0 0,0 0 0 0 0,0 0 0 0 0,-1 0 0 0 0,1 0 0 0 0,0 0 0 0 0,0 0 0 0 0,0 0 0 0 0,-1 0 0 0 0,1 0 0 0 0,0 0 0 0 0,-1 0 0 0 0,1 0 0 0 0,-1 0 0 0 0,1 0 0 0 0,-1 0 0 0 0,1-1 0 0 0,-1 1 0 0 0,0 0 0 0 0,1 0 0 0 0,-1-1 0 0 0,-1 2 0 0 0,0-1 0 0 0,0 5 0 0 0,-1-1 0 0 0,1 0 0 0 0,-1 0 0 0 0,0 0 0 0 0,0 0 0 0 0,0-1 0 0 0,-1 1 0 0 0,0-1 0 0 0,0 0 0 0 0,0 0 0 0 0,0 0 0 0 0,-1 0 0 0 0,1-1 0 0 0,-1 0 0 0 0,0 0 0 0 0,0 0 0 0 0,-9 3 0 0 0,13-5-20 0 0,0-1 0 0 0,-1 1 0 0 0,1 0 0 0 0,-1-1 0 0 0,1 0 0 0 0,-1 1 0 0 0,0-1 0 0 0,1 0 0 0 0,-1 0 0 0 0,1 0 0 0 0,-1 0 0 0 0,1 0 0 0 0,-1 0 0 0 0,0 0 0 0 0,1 0 0 0 0,-1-1 1 0 0,1 1-1 0 0,-1 0 0 0 0,1-1 0 0 0,-1 0 0 0 0,-1-1 0 0 0,0 1-380 0 0,0-1-267 0 0,1 1 0 0 0,0-1 0 0 0,-1 0-1 0 0,1 1 1 0 0,0-1 0 0 0,0-1 0 0 0,0 1-1 0 0,1 0 1 0 0,-1 0 0 0 0,0-1 0 0 0,1 1-1 0 0,0-1 1 0 0,-1 1 0 0 0,1-1 0 0 0,0 1-1 0 0,0-1 1 0 0,0 0 0 0 0,0-4 0 0 0,-3-3-5962 0 0,-1-6-468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76 0 0,'13'-29'8471'0'0,"23"-5"-2063"0"0,30-7-1883 0 0,-24 15-2250 0 0,-1 2-361 0 0,14-10-876 0 0,-23 7-4870 0 0,-31 26 2502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80 31 620 0 0,'0'-16'32122'0'0,"-10"24"-32116"0"0,0 1 0 0 0,0 1 0 0 0,1 0 0 0 0,-9 12 0 0 0,16-19-6 0 0,0 0 0 0 0,0 1-1 0 0,1-1 1 0 0,-1 1-1 0 0,1 0 1 0 0,0 0 0 0 0,0-1-1 0 0,-1 7 1 0 0,-2 12-2 0 0,3-18 2 0 0,0 0 0 0 0,0 0 0 0 0,0 1 0 0 0,0-1 0 0 0,1 0 0 0 0,0 1 0 0 0,0-1 0 0 0,0 1 0 0 0,1-1 0 0 0,-1 0 0 0 0,1 1 0 0 0,0-1 0 0 0,0 0 0 0 0,1 1 0 0 0,-1-1 0 0 0,1 0 0 0 0,0 0 0 0 0,0 0 0 0 0,0-1 0 0 0,5 8 0 0 0,-4-9 0 0 0,1 1 0 0 0,-1 0 0 0 0,0-1 0 0 0,0 0 0 0 0,1 0 0 0 0,0 0 0 0 0,-1 0 0 0 0,1 0 0 0 0,0-1 0 0 0,0 1 0 0 0,0-1 0 0 0,0 0 0 0 0,0 0 0 0 0,0-1 0 0 0,0 1 0 0 0,0-1 0 0 0,0 0 0 0 0,0 0 0 0 0,0 0 0 0 0,0-1 0 0 0,0 0 0 0 0,7-1 0 0 0,-3 0 0 0 0,-1-1 0 0 0,0 1 0 0 0,0-1 0 0 0,0-1 0 0 0,0 1 0 0 0,-1-1 0 0 0,1 0 0 0 0,-1-1 0 0 0,9-7 0 0 0,45-52 0 0 0,-54 55 0 0 0,-1 0 0 0 0,0-1 0 0 0,-1 0 0 0 0,6-18 0 0 0,-8 15 0 0 0,-2-4 0 0 0,-1 14 0 0 0,1 1 0 0 0,0 0 0 0 0,-1 0 0 0 0,1 0 0 0 0,-1 0 0 0 0,0 0 0 0 0,1 0 0 0 0,-1 0 0 0 0,0 0 0 0 0,0 0 0 0 0,-1 1 0 0 0,1-1 0 0 0,0 0 0 0 0,0 1 0 0 0,-1-1 0 0 0,1 1 0 0 0,-1-1 0 0 0,0 1 0 0 0,1-1 0 0 0,-1 1 0 0 0,0 0 0 0 0,0 0 0 0 0,-3-1 0 0 0,4 1 0 0 0,-13-3 0 0 0,6 3 0 0 0,-1 0 0 0 0,0 0 0 0 0,0 1 0 0 0,0 0 0 0 0,0 1 0 0 0,0 0 0 0 0,0 0 0 0 0,-17 5 0 0 0,17-2 0 0 0,-17 0 75 0 0,25-4-89 0 0,0 0-1 0 0,0 0 0 0 0,0 0 0 0 0,0 0 0 0 0,0 1 0 0 0,0-1 1 0 0,0 0-1 0 0,0 1 0 0 0,0-1 0 0 0,0 0 0 0 0,0 1 0 0 0,1-1 0 0 0,-1 1 1 0 0,0 0-1 0 0,0-1 0 0 0,1 1 0 0 0,-1 0 0 0 0,0-1 0 0 0,1 1 1 0 0,-1 0-1 0 0,0 0 0 0 0,1 0 0 0 0,-1-1 0 0 0,1 1 0 0 0,-1 0 1 0 0,1 2-1 0 0,0-3-165 0 0,-1 1 1 0 0,1-1 0 0 0,0 1-1 0 0,0-1 1 0 0,0 1 0 0 0,0-1-1 0 0,1 1 1 0 0,-1-1 0 0 0,0 1-1 0 0,0-1 1 0 0,0 1 0 0 0,0-1-1 0 0,0 1 1 0 0,1-1 0 0 0,-1 0-1 0 0,0 1 1 0 0,0-1 0 0 0,1 1-1 0 0,-1-1 1 0 0,0 1 0 0 0,1-1-1 0 0,-1 0 1 0 0,0 1 0 0 0,1-1-1 0 0,-1 0 1 0 0,0 1 0 0 0,1-1-1 0 0,-1 0 1 0 0,1 0 0 0 0,-1 0-1 0 0,1 1 1 0 0,0-1 0 0 0,12 8-12466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78 15 32 0 0,'-2'-10'12377'0'0,"-3"6"-4751"0"0,-11 6-1489 0 0,-9 13-4657 0 0,18-9 1531 0 0,-13 12-907 0 0,19-18-2104 0 0,1 0 0 0 0,0 0 0 0 0,0 0 0 0 0,0 0 0 0 0,0 1 0 0 0,0-1 0 0 0,0 0 0 0 0,-1 0 0 0 0,1 0 0 0 0,0 0 0 0 0,0 0 0 0 0,0 0 0 0 0,0 1 0 0 0,0-1 0 0 0,0 0 0 0 0,0 0 0 0 0,0 0 0 0 0,0 0 0 0 0,0 1 0 0 0,0-1 0 0 0,-1 0 0 0 0,1 0 0 0 0,0 0 0 0 0,0 0 0 0 0,0 1 0 0 0,0-1 0 0 0,0 0 0 0 0,0 0 0 0 0,1 0 0 0 0,-1 0 0 0 0,0 1 0 0 0,0-1 0 0 0,0 0 0 0 0,0 0 0 0 0,0 0 0 0 0,0 0 0 0 0,0 1 0 0 0,0-1 0 0 0,0 0 0 0 0,0 0 0 0 0,0 0 0 0 0,1 0 0 0 0,-1 0 0 0 0,0 0 0 0 0,0 1 0 0 0,0-1 0 0 0,20 4 0 0 0,8-4 0 0 0,55 3 0 0 0,-70-1 0 0 0,4 3 0 0 0,-13-3 0 0 0,8 6 0 0 0,-3 0 0 0 0,-6 2 0 0 0,0-2 0 0 0,-2-5 0 0 0,-1-1 0 0 0,1 1 0 0 0,-1 0 0 0 0,0-1 0 0 0,0 1 0 0 0,0 0 0 0 0,-1-1 0 0 0,1 1 0 0 0,-1 0 0 0 0,1-1 0 0 0,-1 1 0 0 0,0-1 0 0 0,0 1 0 0 0,0-1 0 0 0,0 1 0 0 0,0-1 0 0 0,-1 1 0 0 0,-2 3 0 0 0,1-2 0 0 0,-1 0 0 0 0,0 0 0 0 0,0-1 0 0 0,0 1 0 0 0,-1-1 0 0 0,1 0 0 0 0,-1 0 0 0 0,1 0 0 0 0,-8 2 0 0 0,5 0 0 0 0,-36 8 0 0 0,31-10 0 0 0,-1-2 0 0 0,-10-1 1 0 0,20-1-40 0 0,0 0-342 0 0,-1-10-9757 0 0,1-2-375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0 170 2048 0 0,'1'0'9237'0'0,"14"0"3750"0"0,0-2-12239 0 0,1-1 0 0 0,-2-1 0 0 0,1 0 0 0 0,0 0 0 0 0,19-10 0 0 0,71-39 3249 0 0,-101 51-3987 0 0,127-70-10 0 0,-120 66 0 0 0,2 0 0 0 0,-28 10-382 0 0,11-4 176 0 0,0 1 1 0 0,0 0-1 0 0,0 0 1 0 0,0 0-1 0 0,0 0 1 0 0,0 0-1 0 0,0 1 0 0 0,-4 2 1 0 0,-45 29-6827 0 0,20-8-3623 0 0,15-8 3432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77 924 0 0,'0'0'1620'0'0,"6"-9"919"0"0,-6 3 6282 0 0,-1 5-9069 0 0,-6-14 3196 0 0,6 14-2868 0 0,1 1 1 0 0,0 0-1 0 0,0 0 0 0 0,0-1 1 0 0,-1 1-1 0 0,1 0 1 0 0,0 0-1 0 0,0-1 0 0 0,0 1 1 0 0,0 0-1 0 0,0 0 1 0 0,0-1-1 0 0,0 1 1 0 0,-1 0-1 0 0,1 0 0 0 0,0-1 1 0 0,0 1-1 0 0,0 0 1 0 0,0-1-1 0 0,0 1 0 0 0,0 0 1 0 0,1-1-1 0 0,-1 1 1 0 0,0 0-1 0 0,0 0 1 0 0,0-1-1 0 0,0 1 0 0 0,0 0 1 0 0,0 0-1 0 0,0-1 1 0 0,0 1-1 0 0,1 0 0 0 0,-1 0 1 0 0,0-1-1 0 0,0 1 1 0 0,0 0-1 0 0,1 0 0 0 0,-1 0 1 0 0,0-1-1 0 0,0 1 1 0 0,1 0-1 0 0,-1 0 1 0 0,0 0-1 0 0,0 0 0 0 0,1 0 1 0 0,-1-1-1 0 0,-3-7 1445 0 0,-1 4 2527 0 0,4 3-4390 0 0,-7-6 2873 0 0,-26 6 2063 0 0,27 2-4597 0 0,-1 0 0 0 0,1 1 0 0 0,-1 0 0 0 0,1 0 0 0 0,-1 0 0 0 0,1 1 0 0 0,0 0 0 0 0,0 0 0 0 0,1 1 0 0 0,-1-1 0 0 0,0 1 0 0 0,1 0 0 0 0,0 1 0 0 0,-7 7 0 0 0,5-3-1 0 0,0 1-1 0 0,0 0 1 0 0,1 0-1 0 0,0 0 1 0 0,1 1-1 0 0,-5 11 1 0 0,8-17 0 0 0,0 0 0 0 0,1 0 0 0 0,-1 0 0 0 0,1 0 0 0 0,0 0 0 0 0,0 0 0 0 0,1 0 0 0 0,-1 0 0 0 0,1 0 0 0 0,1 0 0 0 0,-1 1 0 0 0,0-1 0 0 0,1 0 0 0 0,0 0 0 0 0,0 0 0 0 0,1 0 0 0 0,0 0 0 0 0,0 0 0 0 0,3 5 0 0 0,-3-6 0 0 0,1 0 0 0 0,0-1 0 0 0,0 0 0 0 0,0 1 0 0 0,0-1 0 0 0,1-1 0 0 0,-1 1 0 0 0,1 0 0 0 0,0-1 0 0 0,0 0 0 0 0,0 0 0 0 0,0 0 0 0 0,0 0 0 0 0,0-1 0 0 0,0 1 0 0 0,1-1 0 0 0,-1 0 0 0 0,0 0 0 0 0,1-1 0 0 0,-1 1 0 0 0,1-1 0 0 0,8-1 0 0 0,0 0 0 0 0,0-1 0 0 0,1 0 0 0 0,-1-1 0 0 0,0-1 0 0 0,0 0 0 0 0,-1-1 0 0 0,1 0 0 0 0,13-8 0 0 0,8-7 0 0 0,48-36 0 0 0,-79 54 0 0 0,0-1 0 0 0,0 1 0 0 0,0-1 0 0 0,0 0 0 0 0,0 1 0 0 0,-1-1 0 0 0,0-1 0 0 0,1 1 0 0 0,-1 0 0 0 0,0 0 0 0 0,-1-1 0 0 0,1 1 0 0 0,-1-1 0 0 0,1 0 0 0 0,-1 1 0 0 0,0-1 0 0 0,0 0 0 0 0,-1 0 0 0 0,1 0 0 0 0,-1 0 0 0 0,0 1 0 0 0,0-1 0 0 0,0 0 0 0 0,-1 0 0 0 0,1 0 0 0 0,-1 0 0 0 0,0 0 0 0 0,0 1 0 0 0,0-1 0 0 0,0 0 0 0 0,-1 1 0 0 0,0-1 0 0 0,1 1 0 0 0,-1-1 0 0 0,-1 1 0 0 0,1 0 0 0 0,-5-6 0 0 0,3 5 0 0 0,1 0 0 0 0,-1 1 0 0 0,1-1 0 0 0,-1 1 0 0 0,0 0 0 0 0,-1 0 0 0 0,1 0 0 0 0,0 0 0 0 0,-1 1 0 0 0,0-1 0 0 0,1 1 0 0 0,-1 0 0 0 0,0 1 0 0 0,0-1 0 0 0,0 1 0 0 0,0 0 0 0 0,0 1 0 0 0,-1-1 0 0 0,1 1 0 0 0,0 0 0 0 0,0 0 0 0 0,0 0 0 0 0,-9 2 0 0 0,8-1 0 0 0,0 1 0 0 0,0-1 0 0 0,0 1 0 0 0,1 0 0 0 0,-1 1 0 0 0,1-1 0 0 0,-1 1 0 0 0,1 0 0 0 0,0 0 0 0 0,0 1 0 0 0,0-1 0 0 0,0 1 0 0 0,1 0 0 0 0,0 1 0 0 0,-1-1 0 0 0,2 1 0 0 0,-1 0 0 0 0,0 0 0 0 0,-2 6 0 0 0,4-5-106 0 0,1-1 0 0 0,0 1 0 0 0,0-1 0 0 0,0 1 0 0 0,1-1 0 0 0,0 1 0 0 0,0 0 0 0 0,1-1 0 0 0,-1 1 0 0 0,1 0 0 0 0,0-1 0 0 0,1 1 0 0 0,-1-1 0 0 0,3 6 0 0 0,6-4-2348 0 0,8 4-13170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2336 0 0,'0'0'15010'0'0,"2"0"-11933"0"0,16 4 8843 0 0,-18 6-11555 0 0,5 0-306 0 0,1-3-127 0 0,-5-5-405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117 57 1152 0 0,'-1'-14'13514'0'0,"-1"4"-4678"0"0,-5 1-1096 0 0,5 9-7672 0 0,-1 1 0 0 0,1-1 0 0 0,-1 1 0 0 0,1 0 0 0 0,0 0 0 0 0,-1 0 0 0 0,1 0 0 0 0,0 0 0 0 0,0 1 0 0 0,0-1 0 0 0,-3 3 0 0 0,1-1 526 0 0,-2 1-589 0 0,0 1 0 0 0,1-1 0 0 0,-1 1 1 0 0,1 1-1 0 0,0-1 0 0 0,1 1 0 0 0,-1 0 1 0 0,1 0-1 0 0,0 0 0 0 0,1 0 0 0 0,-1 1 1 0 0,1 0-1 0 0,1-1 0 0 0,-1 1 0 0 0,1 0 1 0 0,0 0-1 0 0,1 1 0 0 0,0-1 0 0 0,0 0 1 0 0,0 0-1 0 0,1 9 0 0 0,1-14-5 0 0,-1 0 0 0 0,1 0 0 0 0,0 0 0 0 0,-1 1 0 0 0,1-1 0 0 0,0 0 0 0 0,0 0 0 0 0,0 0 0 0 0,1 0 0 0 0,-1 0 0 0 0,0-1 0 0 0,1 1 0 0 0,-1 0 0 0 0,1-1 0 0 0,0 1 0 0 0,0 0 0 0 0,-1-1 0 0 0,1 0 0 0 0,0 0 0 0 0,4 2 0 0 0,-2-1 0 0 0,1 0 0 0 0,0-1 0 0 0,0 0 0 0 0,0 0 0 0 0,0 0 0 0 0,0 0 0 0 0,0-1 0 0 0,0 0 0 0 0,6-1 0 0 0,5 0 0 0 0,0-2 0 0 0,-1 0 0 0 0,0-1 0 0 0,1 0 0 0 0,19-9 0 0 0,-16 4 0 0 0,0 0 0 0 0,0-1 0 0 0,28-20 0 0 0,-42 27 0 0 0,-1 0 0 0 0,0-1 0 0 0,0 1 0 0 0,0-1 0 0 0,-1 0 0 0 0,1 0 0 0 0,-1-1 0 0 0,0 1 0 0 0,0-1 0 0 0,0 1 0 0 0,0-1 0 0 0,-1 0 0 0 0,0 0 0 0 0,0 0 0 0 0,0 0 0 0 0,-1 0 0 0 0,0-1 0 0 0,0 1 0 0 0,0-8 0 0 0,-1 11 0 0 0,0 0 0 0 0,0 0 0 0 0,0 0 0 0 0,-1 0 0 0 0,1 0 0 0 0,0 1 0 0 0,-1-1 0 0 0,0 0 0 0 0,0 0 0 0 0,1 0 0 0 0,-1 0 0 0 0,0 1 0 0 0,0-1 0 0 0,-1 0 0 0 0,1 1 0 0 0,0-1 0 0 0,-1 1 0 0 0,1-1 0 0 0,0 1 0 0 0,-1 0 0 0 0,0 0 0 0 0,1 0 0 0 0,-1-1 0 0 0,0 1 0 0 0,1 1 0 0 0,-1-1 0 0 0,0 0 0 0 0,0 0 0 0 0,0 1 0 0 0,-2-1 0 0 0,-2-1 0 0 0,0 1 0 0 0,0 0 0 0 0,-1 1 0 0 0,1 0 0 0 0,0-1 0 0 0,-12 3 0 0 0,4 0 3 0 0,7-2-9 0 0,0 1 1 0 0,0 1-1 0 0,0-1 0 0 0,1 1 0 0 0,-1 1 0 0 0,0-1 0 0 0,1 1 0 0 0,-1 0 0 0 0,1 0 1 0 0,0 1-1 0 0,0 0 0 0 0,0 0 0 0 0,1 1 0 0 0,-1-1 0 0 0,-7 9 0 0 0,13-12-73 0 0,0-1 0 0 0,0 0 0 0 0,-1 1 0 0 0,1-1 0 0 0,0 0 0 0 0,0 0 0 0 0,0 1 0 0 0,0-1 0 0 0,0 0 0 0 0,0 1 0 0 0,0-1 0 0 0,0 0 0 0 0,0 1 0 0 0,-1-1 0 0 0,1 0 0 0 0,1 1 0 0 0,-1-1 1 0 0,0 0-1 0 0,0 1 0 0 0,0-1 0 0 0,0 0 0 0 0,0 1 0 0 0,0-1 0 0 0,0 0 0 0 0,0 1 0 0 0,0-1 0 0 0,1 0 0 0 0,-1 1 0 0 0,0-1 0 0 0,0 0 0 0 0,0 0 0 0 0,1 1 0 0 0,-1-1 0 0 0,0 0 0 0 0,0 0 0 0 0,1 0 0 0 0,-1 1 0 0 0,0-1 0 0 0,0 0 0 0 0,1 0 0 0 0,-1 0 0 0 0,0 0 0 0 0,1 1 0 0 0,-1-1 0 0 0,0 0 0 0 0,1 0 0 0 0,0 0 0 0 0,15 7-11606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60 7 1852 0 0,'0'0'15454'0'0,"-9"-7"-12700"0"0,3 10 4632 0 0,0 3-6888 0 0,1-2 76 0 0,1 0 0 0 0,-1 1 0 0 0,1 0 0 0 0,0 0 0 0 0,1 0 0 0 0,-1 0 0 0 0,-3 7 0 0 0,4 1-368 0 0,3 1-181 0 0,5 0-25 0 0,-5-13 0 0 0,1 0 0 0 0,0 0 0 0 0,0 0 0 0 0,0 0 0 0 0,0 0 0 0 0,0 0 0 0 0,0 0 0 0 0,0 0 0 0 0,0 0 0 0 0,0 0 0 0 0,1 0 0 0 0,-1-1 0 0 0,0 1 0 0 0,1 0 0 0 0,-1-1 0 0 0,0 1 0 0 0,1-1 0 0 0,-1 0 0 0 0,0 1 0 0 0,1-1 0 0 0,-1 0 0 0 0,1 0 0 0 0,-1 0 0 0 0,1 0 0 0 0,-1 0 0 0 0,1 0 0 0 0,-1 0 0 0 0,0 0 0 0 0,1-1 0 0 0,1 0 0 0 0,-1 1 0 0 0,48-4 0 0 0,53 0 0 0 0,-94 4 0 0 0,1 1 0 0 0,-1 0 0 0 0,0 1 0 0 0,1 0 0 0 0,-1 1 0 0 0,0 0 0 0 0,-1 0 0 0 0,16 8 0 0 0,-12-4 0 0 0,0 1 0 0 0,0-1 0 0 0,-1 2 0 0 0,0 0 0 0 0,-1 0 0 0 0,14 16 0 0 0,-21-22 0 0 0,-1-1 0 0 0,0 1 0 0 0,0 0 0 0 0,0 0 0 0 0,-1 0 0 0 0,1 0 0 0 0,-1 0 0 0 0,1 0 0 0 0,-1 1 0 0 0,0-1 0 0 0,0 0 0 0 0,-1 1 0 0 0,1-1 0 0 0,-1 0 0 0 0,1 1 0 0 0,-1-1 0 0 0,0 1 0 0 0,-1-1 0 0 0,1 1 0 0 0,0-1 0 0 0,-1 0 0 0 0,0 1 0 0 0,0-1 0 0 0,0 0 0 0 0,0 1 0 0 0,0-1 0 0 0,-1 0 0 0 0,0 0 0 0 0,1 0 0 0 0,-1 0 0 0 0,0 0 0 0 0,-4 4 0 0 0,-4 5 0 0 0,7-7 0 0 0,-1 0 0 0 0,1-1 0 0 0,-1 1 0 0 0,0-1 0 0 0,0 0 0 0 0,0 0 0 0 0,-1 0 0 0 0,1-1 0 0 0,-1 1 0 0 0,0-1 0 0 0,0-1 0 0 0,0 1 0 0 0,0 0 0 0 0,-1-1 0 0 0,1 0 0 0 0,-8 1 0 0 0,9-2-428 0 0,1-1-1 0 0,-1 1 1 0 0,1-1-1 0 0,-1 0 1 0 0,1-1-1 0 0,-1 1 1 0 0,1-1 0 0 0,-1 1-1 0 0,-5-3 1 0 0,5 1-837 0 0,0 0 1 0 0,0 0-1 0 0,1 0 1 0 0,-1-1-1 0 0,1 0 1 0 0,0 1-1 0 0,0-1 1 0 0,0 0-1 0 0,0 0 0 0 0,0-1 1 0 0,1 1-1 0 0,-1-1 1 0 0,1 1-1 0 0,-3-7 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0 207 1012 0 0,'2'-5'1708'0'0,"-1"0"0"0"0,0 1 0 0 0,1-1-1 0 0,0 1 1 0 0,0-1 0 0 0,1 1 0 0 0,-1 0 0 0 0,1-1 0 0 0,0 1 0 0 0,0 1-1 0 0,7-8 1 0 0,-6 8-1197 0 0,0 1-1 0 0,0-1 1 0 0,1 1-1 0 0,-1 0 1 0 0,1 1-1 0 0,-1-1 0 0 0,1 1 1 0 0,6-2-1 0 0,11-1-313 0 0,46-10 1960 0 0,0-3-1 0 0,90-36 1 0 0,-146 49-2157 0 0,-5-1 0 0 0,-1-5 0 0 0,-6 10 1 0 0,0-1 0 0 0,1 1-1 0 0,-1-1 1 0 0,0 1 0 0 0,0 0 0 0 0,0-1-1 0 0,1 1 1 0 0,-1 0 0 0 0,0-1 0 0 0,0 1 0 0 0,0-1-1 0 0,0 1 1 0 0,0-1 0 0 0,0 1 0 0 0,0 0-1 0 0,0-1 1 0 0,0 1 0 0 0,0-1 0 0 0,0 1 0 0 0,0-1-1 0 0,0 1 1 0 0,0-1 0 0 0,0 1 0 0 0,0 0-1 0 0,0-1 1 0 0,0 1 0 0 0,-1-1 0 0 0,1 1 0 0 0,0 0-1 0 0,0-1 1 0 0,-1 1 0 0 0,1 0 0 0 0,0-1-1 0 0,0 1 1 0 0,-1 0 0 0 0,1-1 0 0 0,0 1 0 0 0,-1 0-1 0 0,1 0 1 0 0,0-1 0 0 0,-1 1 0 0 0,1 0-1 0 0,-1 0 1 0 0,1 0 0 0 0,-1-1 0 0 0,-11-2-180 0 0,-20 2-3396 0 0,-1 7-9241 0 0,32-6 12514 0 0,-27 7-8652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12 2704 0 0,'0'0'22295'0'0,"-1"-8"-20819"0"0,3 4 2 0 0,1 6 3200 0 0,1 2-4668 0 0,0 0 0 0 0,-1 1 0 0 0,1-1-1 0 0,-1 1 1 0 0,0 0 0 0 0,0-1 0 0 0,0 2 0 0 0,-1-1 0 0 0,0 0-1 0 0,0 0 1 0 0,0 1 0 0 0,-1-1 0 0 0,0 1 0 0 0,0-1 0 0 0,0 7-1 0 0,2 21-7 0 0,-2 51-1 0 0,-2-56-13 0 0,4 45 0 0 0,8 48 12 0 0,-9-85 0 0 0,1 0 0 0 0,1-1 0 0 0,13 46 0 0 0,-12-59 0 0 0,-4-16 0 0 0,1 0 0 0 0,-1 0 0 0 0,1 0 0 0 0,1 0 0 0 0,-1-1 0 0 0,1 1 0 0 0,0-1 0 0 0,0 1 0 0 0,5 6 0 0 0,4-8 0 0 0,3-18 0 0 0,-14 9 0 0 0,0 0 0 0 0,-1 0 0 0 0,1 0 0 0 0,-1 1 0 0 0,0-1 0 0 0,0 0 0 0 0,0 0 0 0 0,-1 0 0 0 0,0 0 0 0 0,0 0 0 0 0,0 0 0 0 0,0 0 0 0 0,-1 1 0 0 0,-4-9 0 0 0,5 8 0 0 0,-7-14 0 0 0,-7 6-1120 0 0,10 14-4210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127 89 2632 0 0,'-3'-3'2677'0'0,"-12"-9"60"0"0,-18-11 12074 0 0,17 12-7172 0 0,15 11-5811 0 0,4-3-1787 0 0,1 1-1 0 0,0 0 0 0 0,-1 0 0 0 0,1 0 1 0 0,0 0-1 0 0,0 1 0 0 0,0 0 0 0 0,0 0 0 0 0,0 0 1 0 0,7-1-1 0 0,-11 2-40 0 0,11-2 0 0 0,17-4 0 0 0,0 1 0 0 0,0 1 0 0 0,0 2 0 0 0,29 1 0 0 0,-55 1 0 0 0,0 0 0 0 0,0 0 0 0 0,-1 0 0 0 0,1 1 0 0 0,0-1 0 0 0,0 0 0 0 0,-1 1 0 0 0,1-1 0 0 0,0 1 0 0 0,-1 0 0 0 0,1 0 0 0 0,-1 0 0 0 0,1 0 0 0 0,-1 0 0 0 0,1 0 0 0 0,-1 0 0 0 0,0 0 0 0 0,1 0 0 0 0,-1 0 0 0 0,0 1 0 0 0,0-1 0 0 0,0 1 0 0 0,0-1 0 0 0,0 1 0 0 0,0-1 0 0 0,-1 1 0 0 0,1-1 0 0 0,0 1 0 0 0,-1 0 0 0 0,1-1 0 0 0,-1 1 0 0 0,0 0 0 0 0,1 0 0 0 0,-1-1 0 0 0,0 1 0 0 0,0 0 0 0 0,0 0 0 0 0,0-1 0 0 0,-1 1 0 0 0,1 0 0 0 0,0 0 0 0 0,-1-1 0 0 0,1 1 0 0 0,-2 2 0 0 0,-1 8 0 0 0,-1 0 0 0 0,-1 1 0 0 0,0-2 0 0 0,-8 16 0 0 0,12-25 0 0 0,-15 22 0 0 0,0-1 0 0 0,-1 0 0 0 0,-2-2 0 0 0,-28 28 0 0 0,5-6 0 0 0,0-1 0 0 0,21-23 0 0 0,1 2 0 0 0,-19 25 0 0 0,27-15 0 0 0,12-30 0 0 0,-1-1 0 0 0,1 1 0 0 0,-1 0 0 0 0,1-1 0 0 0,0 1 0 0 0,-1-1 0 0 0,1 1 0 0 0,0 0 0 0 0,0-1 0 0 0,0 1 0 0 0,0 0 0 0 0,-1 0 0 0 0,1-1 0 0 0,0 1 0 0 0,0 0 0 0 0,0-1 0 0 0,0 1 0 0 0,0 0 0 0 0,1-1 0 0 0,-1 1 0 0 0,0 0 0 0 0,0-1 0 0 0,0 1 0 0 0,0 0 0 0 0,1-1 0 0 0,-1 1 0 0 0,0 0 0 0 0,1-1 0 0 0,-1 1 0 0 0,1-1 0 0 0,-1 1 0 0 0,0-1 0 0 0,1 1 0 0 0,-1-1 0 0 0,1 1 0 0 0,0-1 0 0 0,-1 1 0 0 0,1-1 0 0 0,-1 0 0 0 0,2 1 0 0 0,-1 1 0 0 0,0-1 0 0 0,1 1 0 0 0,-1-1 0 0 0,1 0 0 0 0,0 1 0 0 0,-1-1 0 0 0,1 0 0 0 0,0 0 0 0 0,0 0 0 0 0,-1 0 0 0 0,1-1 0 0 0,0 1 0 0 0,0 0 0 0 0,0-1 0 0 0,0 1 0 0 0,0-1 0 0 0,0 0 0 0 0,3 1 0 0 0,35-4 0 0 0,-34 2 0 0 0,23-5 0 0 0,1-2 0 0 0,-1 0 0 0 0,0-2 0 0 0,-1-1 0 0 0,42-23 0 0 0,55-22 0 0 0,-113 50 0 0 0,-17 6 0 0 0,2 2 0 0 0,-1 0 0 0 0,1-1 0 0 0,0 1 0 0 0,0 0 0 0 0,0 1 0 0 0,1-1 0 0 0,-1 0 0 0 0,1 1 0 0 0,-5 5 0 0 0,-4 6-4104 0 0,-7 3-8756 0 0,10-11 3978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08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217 98 192,'2'-4'27715,"-4"8"-27715,-2-1 159,1 0-1,1 0 1,-1 1-1,0 0 0,1-1 1,0 1-1,-3 7 1,5-10 53,-7 11 870,13 9-674,-5-19-363,39 6 245,-36-8-286,0 0 0,0-1 1,-1 0-1,1 0 1,0 0-1,0 0 1,0 0-1,-1-1 0,1 0 1,0 0-1,-1 0 1,0 0-1,1-1 1,-1 1-1,0-1 0,0 0 1,4-5-1,-5 5 1,0 0 0,-1 1 1,0-1-1,0 0 0,0 0 0,0 1 0,0-1 0,0 0 0,-1 0 0,1 0 0,-1 0 0,0 0 0,0 0 1,0 0-1,0 0 0,-1 0 0,0-4 0,1 6 15,-1 0 0,1 0 0,-1 0 0,1 0-1,-1 0 1,0 0 0,1 0 0,-1 0 0,0 0 0,0 0 0,0 1 0,0-1 0,1 0 0,-1 0 0,0 1-1,0-1 1,0 1 0,0-1 0,-1 1 0,1-1 0,0 1 0,0 0 0,0 0 0,0-1 0,0 1 0,0 0-1,-1 0 1,1 0 0,0 0 0,0 0 0,0 0 0,0 1 0,0-1 0,-3 1 0,-31 11 370,21-4-329,2-1-22,1 0 0,0 1 1,1 0-1,0 1 1,-10 10-1,10-10-39,5 1 0,5 0 0,5 3 0,6-7 0,2-5 0,-8-1 0,-1 0 0,0 0 0,0 0 0,0-1 0,0 1 0,0-1 0,0 0 0,0 0 0,0-1 0,0 1 0,0-1 0,0 0 0,4-3 0,5-2 0,-2 3 0,-1-1 0,1 0 0,-1 0 0,0-1 0,0-1 0,-1 0 0,0 0 0,0-1 0,13-13 0,-19 13 0,-1-2 0,-7-4 0,-13 11 0,10 5 0,1 1 0,-1-1 0,1 1 0,0 1 0,0-1 0,0 1 0,0 0 0,1 1 0,-1 0 0,1 0 0,0 0 0,1 1 0,-1-1 0,1 2 0,-5 7 0,8-12 0,-3 4 0,-1 2 0,-1 10 0,1-6 0,5 0 0,3 2 0,9-7 0,6-7 0,-11-1 0,-1 0 0,0-1 0,0 0 0,0 0 0,0 0 0,0 0 0,-1-1 0,1 0 0,-1 0 0,1 0 0,-1 0 0,0-1 0,4-4 0,-1-1 0,-1-1 0,0 0 0,0 0 0,5-13 0,-7 7 0,-7 1 0,1 3 0,-3 2 0,-2 1 0,-4 2 0,-3 6 0,8 1 0,1 1 0,-1 0 0,1 0 0,-1 0 0,1 1 0,0-1 0,0 1 0,-1 1 0,1-1 0,0 1 0,1 0 0,-1 0 0,0 0 0,1 0 0,-8 8 0,3-2 0,-11 8 0,11-9 0,0-1 0,1 1 0,0 0 0,0 1 0,1 0 0,-12 18 0,15-18 0,4 5 0,6-2 0,7-7 0,4-3 0,-12-2 0,0 0 0,-1-1 0,1 1 0,-1-1 0,1 0 0,0 0 0,-1 0 0,0-1 0,1 0 0,-1 1 0,0-1 0,0-1 0,6-3 0,2-1 0,-9 5 0,1 0 0,0 0 0,-1 0 0,1-1 0,-1 1 0,0-1 0,0 0 0,0 0 0,0 0 0,2-3 0,8-10 0,-8 6 0,-5-4 0,0-3 0,-5 2 0,-2 6 0,0 1 0,0 1 0,-10 8 0,1 6 0,6 0 0,0 0 0,4 2 0,0 0 0,3 0 0,-2 3 0,1 0 0,9-1 0,6-3 0,-2-5 0,-6-3 0,-1 0 0,0 0 0,1 0 0,-1 0 0,0-1 0,0 1 0,1-1 0,-1 1 0,0-1 0,0 0 0,0 0 0,0 0 0,1 0 0,-1 0 0,-1 0 0,4-3 0,1 0 0,-1 0 0,1 0 0,-1-1 0,-1 0 0,1 1 0,-1-2 0,1 1 0,-1 0 0,-1-1 0,1 0 0,-1 0 0,0 0 0,0 0 0,-1 0 0,0-1 0,0 1 0,1-9 0,-4 1 0,1 13 0,0 0 0,0 0 0,-1 0 0,1 0 0,0 0 0,-1 0 0,1 0 0,-1 0 0,1 0 0,-1 0 0,1 0 0,-1 0 0,0 0 0,1 0 0,-1 1 0,0-1 0,0 0 0,0 1 0,0-1 0,1 0 0,-3 0 0,0-1 0,-5-4 0,4 4 0,0 0 0,0 1 0,0-1 0,0 1 0,0 0 0,-1 0 0,1 0 0,0 1 0,-1 0 0,1 0 0,-1 0 0,1 0 0,0 1 0,-1-1 0,-4 2 0,4-1 0,-6 2 0,-1 1 0,1 0 0,-1 0 0,2 1 0,-1 1 0,0 0 0,1 0 0,0 1 0,0 0 0,-16 17 0,-17 11 0,39-32 0,-9 14 0,7-6 0,2 1 0,3 2 0,3-1 0,8-4 0,-7-7 0,20 2 0,-19-4 0,0 0 0,0 0 0,0 0 0,0 0 0,0-1 0,0 1 0,0-1 0,-1 0 0,1-1 0,0 1 0,6-4 0,3 0 0,1 0 0,-1 0 0,1 0 0,-1-1 0,0-1 0,-1 0 0,1-1 0,-2 0 0,1-1 0,-1 0 0,14-15 0,-21 22 0,0-1 0,5-22 0,-10 11 0,-11 1 0,0 8 0,0 3 0,5 2 0,0 1 0,0 0 0,0 1 0,0 0 0,0 0 0,0 0 0,1 1 0,0 0 0,-1 0 0,1 1 0,-6 4 0,-6 4 0,10-7 0,0 0 0,0 0 0,1 1 0,0 0 0,0 0 0,0 1 0,1 0 0,0 0 0,-10 16 0,13-14 0,-1 3 0,0-1 0,13-1 0,5-6 0,0-8 0,-1-1 0,1-1 0,-1 1 0,0-2 0,-1 0 0,0-1 0,0 0 0,0 0 0,-1-1 0,-1-1 0,19-21 0,-26 27 0,0 0 0,0 0 0,-1 0 0,0 0 0,0-1 0,2-8 0,-3 12 0,3-11 0,-9-1 0,-1 3 0,-5 2 0,-4 5 0,-13 6 0,23 2 0,2-2 0,-8 1 0,-15 11 0,-11 28 0,30-34 0,3 1-239,3-8-2277,5 13 2591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14.0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1148,'0'0'1532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14.8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113 77 4076,'2'-4'10905,"-23"32"-5253,18-23-5169,2-3 469,3-6 4917,2-2-5771,1-1 0,0 1 0,0 0 0,1 0 0,0 0 0,0 1 0,9-6 0,-14 10 19,3-6 496,1-1 41,-8 6 1987,-5 5-2639,0 1 0,0-1 0,0 2 0,1-1 0,0 1 0,0 0-1,0 0 1,0 1 0,1 0 0,-9 10 0,0 1-2,10-10 0,-1-1 0,1 1 0,0 0 0,0 0 0,1 0 0,0 1 0,1-1 0,-6 17 0,8-11 0,3 1 0,9-7 0,6-11 0,-7 0 0,0-2 0,-1 1 0,1-1 0,-2-1 0,1 1 0,-1-2 0,0 1 0,0-1 0,-1 0 0,12-17 0,-15 23 0,4-29 0,-7 16 0,-3 3 0,-10 9 0,-8 13 0,15-5 0,-2 0 0,1 1 0,0 0 0,1 0 0,-1 1 0,1 0 0,0 0 0,1 0 0,0 0 0,0 1 0,-5 13 0,5-10 0,5-2 0,-1-8 0,1-1 0,-1 0 0,0 1 0,1-1 0,-1 0 0,1 0 0,-1 1 0,1-1 0,-1 0 0,0 0 0,1 0 0,-1 0 0,1 1 0,-1-1 0,1 0 0,-1 0 0,1 0 0,-1 0 0,1 0 0,-1 0 0,1 0 0,-1-1 0,1 1 0,-1 0 0,1 0 0,-1 0 0,1-1 0,12-5 0,-1-1 0,0 0 0,0-1 0,-1 0 0,0-1 0,10-10 0,20-14 0,-36 28 0,0 1 0,0-1 0,-1 0 0,1 0 0,5-10 0,0 1 0,-5 5 0,-5-5 0,-5 1 0,-4 6 0,-12 7 0,13 2 0,0 1 0,0-1 0,0 1 0,0 1 0,1-1 0,-1 1 0,1 1 0,0-1 0,0 1 0,1 0 0,-1 1 0,-7 8 0,5-5 0,8-9 0,0 1 0,-1 0 0,1 0 0,0 0 0,0 0 0,0 0 0,0 0 0,1 0 0,-1 0 0,0 0 0,0 0 0,1 0 0,-1 1 0,0-1 0,1 0 0,0 0 0,-1 1 0,0 1 0,-1 6 0,2 3 0,2 1 0,8-6 0,3-4 0,4-3 0,0-2 0,-3 0 0,-4 1-88,-8 0-444,-2 1 474,-1 0 0,1-1 1,-1 1-1,1-1 0,-1 1 0,1 0 1,-1-1-1,0 1 0,1 0 0,-1 0 1,1-1-1,-1 1 0,0 0 0,1 0 0,-1 0 1,1 0-1,-1 0 0,0 0 0,1 0 1,-1 0-1,0 0 0,1 0 0,-1 0 1,1 0-1,-1 0 0,0 1 0,0-1 0,0 0-47,0 1-1,0-1 0,0 0 1,1 0-1,-1 1 0,0-1 1,0 0-1,0 0 0,0 0 1,0 0-1,0-1 0,0 1 0,0 0 1,0 0-1,0 0 0,0-1 1,0 1-1,1-1 0,-1 1 1,0 0-1,0-1 0,-1 0 1,-8-11-4641,10 5 651,1-1-3383,3-6 854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7.9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349 11 1192 0 0,'3'-1'1659'0'0,"18"-8"28104"0"0,-73 47-29686 0 0,-74 73-1 0 0,-15 48-76 0 0,139-156 0 0 0,-36 51 0 0 0,32-43 0 0 0,2-26-2948 0 0,1-19-6103 0 0,4 28 1193 0 0,-1-11 601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8.3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9 584 0 0,'10'-8'28051'0'0,"24"110"-25152"0"0,-10-26-1666 0 0,-18-58-1233 0 0,1 1 0 0 0,1-1 0 0 0,1 0 0 0 0,0-1 0 0 0,1 0 0 0 0,21 27 0 0 0,-5-7 0 0 0,-20-29-23 0 0,-5-7-527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8.7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44 336 0 0,'0'0'7950'0'0,"-20"22"14444"0"0,16-18-21104 0 0,4-3-1265 0 0,0-1 1 0 0,0 1 0 0 0,0 0-1 0 0,0-1 1 0 0,0 1 0 0 0,1 0 0 0 0,-1-1-1 0 0,0 1 1 0 0,0 0 0 0 0,0-1 0 0 0,1 1-1 0 0,-1-1 1 0 0,0 1 0 0 0,1-1-1 0 0,-1 1 1 0 0,1-1 0 0 0,-1 1 0 0 0,0-1-1 0 0,1 1 1 0 0,-1-1 0 0 0,1 1 0 0 0,-1-1-1 0 0,1 0 1 0 0,0 1 0 0 0,-1-1-1 0 0,1 0 1 0 0,-1 1 0 0 0,1-1 0 0 0,-1 0-1 0 0,2 1 1 0 0,10 1-26 0 0,2-1 0 0 0,-4-1 0 0 0,0-1 0 0 0,0 0 0 0 0,0 0 0 0 0,0-1 0 0 0,0 0 0 0 0,0-1 0 0 0,0 0 0 0 0,-1 0 0 0 0,10-6 0 0 0,13-4 0 0 0,-7 5 0 0 0,5-2 0 0 0,44-22 0 0 0,-78 33-3798 0 0,-40 17-14001 0 0,31-12 11517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9.2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48 596 0 0,'0'0'1610'0'0,"-4"8"811"0"0,4-3 3249 0 0,0-4-5496 0 0,1 0 0 0 0,0 0 1 0 0,0 0-1 0 0,-1 0 0 0 0,1 0 0 0 0,0 0 1 0 0,0 0-1 0 0,0 0 0 0 0,0 0 0 0 0,0-1 0 0 0,0 1 1 0 0,0 0-1 0 0,0-1 0 0 0,0 1 0 0 0,1-1 1 0 0,-1 1-1 0 0,0-1 0 0 0,0 1 0 0 0,1-1 1 0 0,-1 0-1 0 0,0 1 0 0 0,0-1 0 0 0,1 0 0 0 0,-1 0 1 0 0,0 0-1 0 0,0 0 0 0 0,1 0 0 0 0,-1-1 1 0 0,0 1-1 0 0,2-1 0 0 0,53-12 3648 0 0,-29 6-2523 0 0,40-12 1320 0 0,25-4 1663 0 0,-33 19 755 0 0,-44 1-5027 0 0,-12 1-10 0 0,-5 2 0 0 0,-6 3-101 0 0,-26 6-5201 0 0,23-12-3706 0 0,6 0 6077 0 0,-12-6-5741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1.2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283 14 176 0 0,'3'-11'32534'0'0,"-23"9"-32477"0"0,14 2-57 0 0,1 1 0 0 0,-1 0 0 0 0,1 0 0 0 0,-1 0 0 0 0,1 0 0 0 0,0 1 0 0 0,0 0 0 0 0,0 0 0 0 0,0 0 0 0 0,0 1 0 0 0,0 0 0 0 0,1 0 0 0 0,-1 0 0 0 0,1 0 0 0 0,0 1 0 0 0,-5 4 0 0 0,3-2 0 0 0,-12 9 0 0 0,0 2 0 0 0,1 0 0 0 0,1 1 0 0 0,1 0 0 0 0,1 1 0 0 0,0 1 0 0 0,1 1 0 0 0,1-1 0 0 0,-12 31 0 0 0,23-48 0 0 0,-1 1 0 0 0,1 0 0 0 0,-1 0 0 0 0,1 0 0 0 0,0-1 0 0 0,1 1 0 0 0,-1 0 0 0 0,1 0 0 0 0,-1 1 0 0 0,1-1 0 0 0,0 0 0 0 0,1 0 0 0 0,-1 0 0 0 0,1 0 0 0 0,0 0 0 0 0,0 0 0 0 0,0-1 0 0 0,0 1 0 0 0,1 0 0 0 0,-1 0 0 0 0,1-1 0 0 0,0 1 0 0 0,0-1 0 0 0,1 1 0 0 0,-1-1 0 0 0,1 0 0 0 0,-1 0 0 0 0,1 0 0 0 0,4 3 0 0 0,-2-3 0 0 0,0 1 0 0 0,0-1 0 0 0,0-1 0 0 0,1 1 0 0 0,-1-1 0 0 0,1 1 0 0 0,0-2 0 0 0,0 1 0 0 0,0-1 0 0 0,0 0 0 0 0,0 0 0 0 0,0 0 0 0 0,0-1 0 0 0,0 0 0 0 0,0 0 0 0 0,0-1 0 0 0,0 1 0 0 0,9-4 0 0 0,3-1 0 0 0,1 0 0 0 0,-1-2 0 0 0,-1 0 0 0 0,1-1 0 0 0,-1-1 0 0 0,-1-1 0 0 0,0 0 0 0 0,0-1 0 0 0,-1-1 0 0 0,0 0 0 0 0,-1-1 0 0 0,0 0 0 0 0,-1-1 0 0 0,-1-1 0 0 0,15-23 0 0 0,-23 31 0 0 0,0-1 0 0 0,-1 1 0 0 0,0-1 0 0 0,0 0 0 0 0,0 0 0 0 0,-1 0 0 0 0,1-13 0 0 0,-3 20 0 0 0,1 0 0 0 0,-1 0 0 0 0,0 0 0 0 0,0-1 0 0 0,0 1 0 0 0,0 0 0 0 0,0 0 0 0 0,0-1 0 0 0,0 1 0 0 0,-1 0 0 0 0,1 0 0 0 0,0 0 0 0 0,-1-1 0 0 0,1 1 0 0 0,-1 0 0 0 0,1 0 0 0 0,-1 0 0 0 0,1 0 0 0 0,-1 0 0 0 0,0 0 0 0 0,-1-1 0 0 0,0-2 0 0 0,1 3 0 0 0,-9-19 0 0 0,8 19 0 0 0,-1 0 0 0 0,1-1 0 0 0,-1 1 0 0 0,1 0 0 0 0,-1 0 0 0 0,0 1 0 0 0,1-1 0 0 0,-1 0 0 0 0,0 1 0 0 0,0 0 0 0 0,1 0 0 0 0,-1-1 0 0 0,-4 2 0 0 0,1-2 0 0 0,-1 1 0 0 0,0 1 0 0 0,1-1 0 0 0,-1 1 0 0 0,0 0 0 0 0,1 1 0 0 0,-1-1 0 0 0,1 1 0 0 0,0 0 0 0 0,0 1 0 0 0,0 0 0 0 0,0 0 0 0 0,0 0 0 0 0,0 1 0 0 0,1-1 0 0 0,-1 1 0 0 0,1 1 0 0 0,-8 8 0 0 0,4-3 0 0 0,9 3 0 0 0,17-1-1754 0 0,-2-6-2942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1.6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1 2172 0 0,'0'0'24596'0'0,"-5"3"-22711"0"0,1-2-1309 0 0,2 0-421 0 0,1-1 1 0 0,-1 1-1 0 0,1-1 1 0 0,-1 1-1 0 0,1 0 1 0 0,-1-1-1 0 0,1 1 1 0 0,-1 0-1 0 0,1 0 1 0 0,0 0-1 0 0,0 0 1 0 0,0 0 0 0 0,-1 1-1 0 0,1-1 1 0 0,0 0-1 0 0,0 0 1 0 0,1 1-1 0 0,-1-1 1 0 0,0 1-1 0 0,0-1 1 0 0,0 3-1 0 0,-9 9-10 0 0,-5 17-173 0 0,9-18 28 0 0,4-2 0 0 0,-3-2 0 0 0,0 0-144 0 0,6-10-318 0 0,0-1 0 0 0,0 0 0 0 0,-1 1 1 0 0,1-1-1 0 0,-1 1 0 0 0,1-1 0 0 0,-1 0 0 0 0,0 1 0 0 0,0-1 1 0 0,0-3-1 0 0,0-1-1458 0 0,0-12-7773 0 0,-6 6 740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2.1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177 9 2092 0 0,'0'0'9992'0'0,"-3"-3"-8305"0"0,2 3-1304 0 0,0-1 0 0 0,0 0-1 0 0,-1 0 1 0 0,1 1-1 0 0,-1-1 1 0 0,1 1 0 0 0,0-1-1 0 0,-1 1 1 0 0,1 0 0 0 0,-1 0-1 0 0,1 0 1 0 0,-1-1 0 0 0,1 1-1 0 0,-1 0 1 0 0,1 1-1 0 0,-1-1 1 0 0,1 0 0 0 0,0 0-1 0 0,-1 1 1 0 0,1-1 0 0 0,-1 1-1 0 0,1-1 1 0 0,0 1 0 0 0,-1-1-1 0 0,1 1 1 0 0,0 0-1 0 0,-2 1 1 0 0,-8 3-154 0 0,7-3 441 0 0,1 1 1 0 0,-1-1-1 0 0,1 1 0 0 0,-1 0 0 0 0,1 0 0 0 0,0 1 0 0 0,0-1 0 0 0,1 1 0 0 0,-1-1 0 0 0,1 1 1 0 0,-3 4-1 0 0,-1 1-659 0 0,4 2-11 0 0,-1-2 0 0 0,2 2 0 0 0,1-8 0 0 0,0 0 0 0 0,0-1 0 0 0,1 1 0 0 0,-1-1 0 0 0,1 1 0 0 0,-1 0 0 0 0,1-1 0 0 0,0 1 0 0 0,0-1 0 0 0,0 0 0 0 0,0 1 0 0 0,0-1 0 0 0,1 0 0 0 0,-1 1 0 0 0,1-1 0 0 0,-1 0 0 0 0,1 0 0 0 0,0 0 0 0 0,0-1 0 0 0,0 1 0 0 0,0 0 0 0 0,3 1 0 0 0,2 1 0 0 0,1 0 0 0 0,-1-1 0 0 0,1 0 0 0 0,0 0 0 0 0,10 2 0 0 0,10 3 0 0 0,15 7 0 0 0,-36-14 0 0 0,0 1 0 0 0,1 0 0 0 0,-1 1 0 0 0,0 0 0 0 0,0 0 0 0 0,0 0 0 0 0,-1 1 0 0 0,1 0 0 0 0,-1 0 0 0 0,0 1 0 0 0,0-1 0 0 0,-1 1 0 0 0,1 1 0 0 0,-1-1 0 0 0,6 9 0 0 0,-7-4 0 0 0,-1 5 0 0 0,-7 0 0 0 0,2-10 0 0 0,-1-1 0 0 0,1 0 0 0 0,-1 1 0 0 0,1-1 0 0 0,-1 0 0 0 0,-1-1 0 0 0,1 1 0 0 0,0 0 0 0 0,-1-1 0 0 0,0 0 0 0 0,0 0 0 0 0,0 0 0 0 0,0 0 0 0 0,0-1 0 0 0,-1 0 0 0 0,1 1 0 0 0,-1-2 0 0 0,1 1 0 0 0,-1 0 0 0 0,0-1 0 0 0,0 0 0 0 0,1 0 0 0 0,-1 0 0 0 0,0-1 0 0 0,0 0 0 0 0,-8 0 0 0 0,-14-1 0 0 0,-1-1 0 0 0,1-1 0 0 0,-43-12 0 0 0,45 10 0 0 0,11 2 0 0 0,-3-2 0 0 0,5-1 0 0 0,7-5-354 0 0,9 3 539 0 0,7-13-8809 0 0,-3 7-1381 0 0,-3 5 2149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2.5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59 1984 0 0,'6'-1'441'0'0,"6"0"11011"0"0,-8 1-9616 0 0,-2 0 136 0 0,3 0-125 0 0,45 0 783 0 0,-1-2 1 0 0,0-3-1 0 0,0-1 1 0 0,50-14-1 0 0,-84 17-2547 0 0,-12 4-83 0 0,24-16 0 0 0,-20 10-38 0 0,-8 6-1 0 0,1-1 1 0 0,-1 0-1 0 0,1 0 0 0 0,-1 1 0 0 0,1-1 1 0 0,-1 0-1 0 0,0 0 0 0 0,1 0 1 0 0,-1 1-1 0 0,1-1 0 0 0,-1 0 0 0 0,0 0 1 0 0,1 0-1 0 0,-1 0 0 0 0,0 0 1 0 0,1 0-1 0 0,-1 0 0 0 0,0-1 0 0 0,1 1 1 0 0,-1 0-1 0 0,1 0 0 0 0,-2-1 1 0 0,0 1-164 0 0,1-1 1 0 0,-1 1 0 0 0,1-1 0 0 0,-1 1 0 0 0,0 0 0 0 0,1 0 0 0 0,-1 0 0 0 0,0 0 0 0 0,1 0 0 0 0,-1 0 0 0 0,0 0 0 0 0,1 1-1 0 0,-3-1 1 0 0,-17 4-2223 0 0,-3 1-4618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7.4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106 6 1368 0 0,'-10'-6'31163'0'0,"4"12"-31132"0"0,1 1 0 0 0,0-1 0 0 0,1 1 0 0 0,0 0 0 0 0,0 0 1 0 0,0 0-1 0 0,1 1 0 0 0,-5 15 0 0 0,-13 73-42 0 0,8-28-22 0 0,12-26 33 0 0,2-31 0 0 0,-1-10 0 0 0,0-1 0 0 0,0 0 0 0 0,0 0 0 0 0,0 0 0 0 0,0 0 0 0 0,0 1 0 0 0,0-1 0 0 0,0 0 0 0 0,0 0 0 0 0,0 0 0 0 0,0 0 0 0 0,1 1 0 0 0,-1-1 0 0 0,0 0 0 0 0,0 0 0 0 0,0 0 0 0 0,0 0 0 0 0,0 1 0 0 0,0-1 0 0 0,0 0 0 0 0,1 0 0 0 0,-1 0 0 0 0,0 0 0 0 0,0 0 0 0 0,0 0 0 0 0,0 0 0 0 0,1 0 0 0 0,-1 0 0 0 0,0 1 0 0 0,0-1 0 0 0,0 0 0 0 0,0 0 0 0 0,1 0 0 0 0,-1 0 0 0 0,0 0 0 0 0,0 0 0 0 0,0 0 0 0 0,0 0 0 0 0,1 0 0 0 0,-1 0 0 0 0,0 0 0 0 0,0 0 0 0 0,0 0 0 0 0,1 0 0 0 0,-1-1 0 0 0,0 1 0 0 0,0 0 0 0 0,0 0 0 0 0,0 0 0 0 0,1 0 0 0 0,-1 0 0 0 0,2-3-131 0 0,-1 1 1 0 0,1-1-1 0 0,-1 1 1 0 0,1-1-1 0 0,-1 0 1 0 0,0 1-1 0 0,0-1 1 0 0,-1 0-1 0 0,1 0 1 0 0,0 0-1 0 0,-1 0 1 0 0,0 0-1 0 0,1 0 1 0 0,-1 0-1 0 0,0 0 1 0 0,-1 0-1 0 0,0-3 0 0 0,1 0-560 0 0,-1 0 0 0 0,0 0-1 0 0,-1 0 1 0 0,1 0 0 0 0,-1 1 0 0 0,-1-1-1 0 0,1 0 1 0 0,-6-8 0 0 0,2 6-8466 0 0,-5 0 699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7.6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82 560 0 0,'0'0'545'0'0,"1"1"1"0"0,-1-1-1 0 0,0 1 0 0 0,0-1 1 0 0,0 1-1 0 0,0-1 0 0 0,1 1 1 0 0,-1-1-1 0 0,0 1 0 0 0,1-1 1 0 0,-1 1-1 0 0,0-1 1 0 0,1 0-1 0 0,-1 1 0 0 0,0-1 1 0 0,1 1-1 0 0,-1-1 0 0 0,1 0 1 0 0,-1 1-1 0 0,1-1 0 0 0,-1 0 1 0 0,0 0-1 0 0,1 1 0 0 0,-1-1 1 0 0,1 0-1 0 0,-1 0 0 0 0,1 0 1 0 0,0 0-1 0 0,0 0 0 0 0,26 3 6018 0 0,34-9-4726 0 0,-49 4 356 0 0,56-1 7 0 0,-33 3-673 0 0,56-9 0 0 0,-76 6-1527 0 0,-1-1 0 0 0,15-12-2654 0 0,-5-8-7115 0 0,-3 2 1249 0 0,-15 17 1872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8.3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169 23 36 0 0,'0'0'1316'0'0,"42"-22"29207"0"0,-49 24-29771 0 0,-22 7-612 0 0,14-5-140 0 0,1-1 0 0 0,5 3 0 0 0,-3 0 0 0 0,-20 5 0 0 0,25-9 0 0 0,0 0 0 0 0,0 1 0 0 0,0 0 0 0 0,0 0 0 0 0,1 0 0 0 0,-9 7 0 0 0,4-3 0 0 0,5 1 0 0 0,2 2 0 0 0,14 5 0 0 0,-4-11 0 0 0,0-1 0 0 0,0 0 0 0 0,0-1 0 0 0,0 1 0 0 0,1-1 0 0 0,-1-1 0 0 0,1 1 0 0 0,-1-1 0 0 0,1 0 0 0 0,8 0 0 0 0,-7 0 0 0 0,0 0 0 0 0,0 0 0 0 0,0 0 0 0 0,0 1 0 0 0,-1 1 0 0 0,15 5 0 0 0,-15-4 0 0 0,-1-1 0 0 0,0 1 0 0 0,0 0 0 0 0,0 1 0 0 0,0-1 0 0 0,-1 1 0 0 0,0 0 0 0 0,0 1 0 0 0,0-1 0 0 0,8 13 0 0 0,-11-14 0 0 0,1 1 0 0 0,-1-1 0 0 0,0 1 0 0 0,0-1 0 0 0,-1 1 0 0 0,0 0 0 0 0,1 0 0 0 0,-2 0 0 0 0,1-1 0 0 0,0 1 0 0 0,-1 0 0 0 0,0 0 0 0 0,0 0 0 0 0,-1 0 0 0 0,1 0 0 0 0,-1 0 0 0 0,0 0 0 0 0,0 0 0 0 0,-1-1 0 0 0,0 1 0 0 0,1 0 0 0 0,-1-1 0 0 0,-1 1 0 0 0,1-1 0 0 0,-1 0 0 0 0,0 0 0 0 0,0 0 0 0 0,0 0 0 0 0,-5 5 0 0 0,6-8 0 0 0,-1 2 0 0 0,0-1 0 0 0,-1 1 0 0 0,1-1 0 0 0,0 0 0 0 0,-1 0 0 0 0,1 0 0 0 0,-1-1 0 0 0,0 1 0 0 0,0-1 0 0 0,0 0 0 0 0,0 0 0 0 0,1 0 0 0 0,-1-1 0 0 0,0 1 0 0 0,0-1 0 0 0,0 0 0 0 0,0 0 0 0 0,0-1 0 0 0,0 1 0 0 0,0-1 0 0 0,-6-1 0 0 0,-6 0 0 0 0,9 1 0 0 0,-1 0 0 0 0,1 0 0 0 0,0-1 0 0 0,0 0 0 0 0,0 0 0 0 0,1-1 0 0 0,-1 0 0 0 0,0 0 0 0 0,1-1 0 0 0,0 1 0 0 0,0-1 0 0 0,0-1 0 0 0,0 1 0 0 0,-5-6 0 0 0,5 2 0 0 0,-1 0 0 0 0,7 1 0 0 0,15 4-377 0 0,-11 2-1981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8.9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5 1708 0 0,'4'-5'31002'0'0,"-10"16"-30994"0"0,1 0 0 0 0,0 1-1 0 0,1-1 1 0 0,1 1 0 0 0,-1 0 0 0 0,2 0-1 0 0,0 0 1 0 0,-1 17 0 0 0,0-9-12 0 0,0 0-1 0 0,-9 27 1 0 0,11-36 4 0 0,1 5 0 0 0,0-4 0 0 0,0 0 0 0 0,1-1 0 0 0,6-3 0 0 0,3-2-160 0 0,-8-5-785 0 0,2-21-18909 0 0,-3 16 13214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9.4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1 120 0 0,'-1'0'16686'0'0,"-18"6"-1494"0"0,20 1-14542 0 0,16 9-531 0 0,-10-13-119 0 0,-1-1 0 0 0,1 0 0 0 0,0 0 0 0 0,-1 0 0 0 0,1-1 0 0 0,0 0 0 0 0,0-1 0 0 0,0 0 0 0 0,0 0 0 0 0,0 0 0 0 0,0-1 0 0 0,7-1 0 0 0,4 1 0 0 0,7-3 0 0 0,-8 0 0 0 0,-1 1 0 0 0,1 1 0 0 0,31-1 0 0 0,-38 4-68 0 0,-8-1-718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0.8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39 8 492 0 0,'-3'-7'25284'0'0,"1"11"-24905"0"0,-1 0 1 0 0,2 0-1 0 0,-1 1 1 0 0,0-1-1 0 0,1 1 0 0 0,0 0 1 0 0,0-1-1 0 0,0 1 1 0 0,1 0-1 0 0,0 8 1 0 0,-3 18 1136 0 0,-1 57-695 0 0,4-66-661 0 0,-1-1 0 0 0,-4 32 0 0 0,4-36-160 0 0,2-11 0 0 0,-1-1 0 0 0,1 1 0 0 0,-2-1 0 0 0,1 1 0 0 0,0-1 0 0 0,-1 1 0 0 0,0-1 0 0 0,0 0 0 0 0,-4 9 0 0 0,4 1 0 0 0,1-4 0 0 0,0-1-265 0 0,6-32-2648 0 0,3-11-5341 0 0,-9 26 2853 0 0,2 2 2609 0 0,0 0 418 0 0,-1-5-3678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1.60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29 996 0 0,'0'0'5653'0'0,"-2"-5"-4136"0"0,2 4-572 0 0,-1 0-1 0 0,1 1 1 0 0,0-1-1 0 0,0 0 1 0 0,-1 0 0 0 0,1 0-1 0 0,0 0 1 0 0,0 0-1 0 0,0 0 1 0 0,0 1 0 0 0,0-1-1 0 0,0 0 1 0 0,0 0-1 0 0,0 0 1 0 0,0 0-1 0 0,0 0 1 0 0,0 0 0 0 0,1 0-1 0 0,0-1 1 0 0,26-1-311 0 0,-1 2 1 0 0,1 1-1 0 0,0 1 0 0 0,0 1 1 0 0,0 1-1 0 0,-1 2 0 0 0,1 0 1 0 0,26 10-1 0 0,-52-14-634 0 0,0 0 0 0 0,0 0 0 0 0,0 0 0 0 0,0 1 0 0 0,0-1 0 0 0,0 0 0 0 0,0 0 0 0 0,0 0 0 0 0,-1 1 0 0 0,1-1 0 0 0,-1 1 0 0 0,1-1 0 0 0,-1 0 0 0 0,1 1 0 0 0,-1-1 0 0 0,0 1 0 0 0,0-1 0 0 0,1 1 0 0 0,-1-1 0 0 0,0 1 0 0 0,-1 2 0 0 0,-2 3 0 0 0,0 1 0 0 0,-1-1 0 0 0,0 0 0 0 0,0 0 0 0 0,-1-1 0 0 0,0 1 0 0 0,0-1 0 0 0,0 0 0 0 0,-1 0 0 0 0,0-1 0 0 0,-10 8 0 0 0,-19 14 0 0 0,-38 23 0 0 0,36-26 0 0 0,-41 34 0 0 0,71-52 0 0 0,-4 1 0 0 0,11-7 0 0 0,0 0 0 0 0,0 1 0 0 0,0-1 0 0 0,0 0 0 0 0,-1 0 0 0 0,1 1 0 0 0,0-1 0 0 0,0 0 0 0 0,0 1 0 0 0,0-1 0 0 0,0 0 0 0 0,0 0 0 0 0,0 1 0 0 0,0-1 0 0 0,0 0 0 0 0,0 1 0 0 0,0-1 0 0 0,0 0 0 0 0,0 0 0 0 0,0 1 0 0 0,0-1 0 0 0,0 0 0 0 0,0 1 0 0 0,0-1 0 0 0,0 0 0 0 0,0 0 0 0 0,1 1 0 0 0,-1-1 0 0 0,0 0 0 0 0,0 0 0 0 0,0 1 0 0 0,0-1 0 0 0,1 0 0 0 0,-1 0 0 0 0,0 1 0 0 0,11 2 0 0 0,-1 0 0 0 0,1-1 0 0 0,-1-1 0 0 0,12 1 0 0 0,-13-1 0 0 0,0-1 0 0 0,-1 1 0 0 0,1 0 0 0 0,0 1 0 0 0,0 0 0 0 0,-1 0 0 0 0,1 1 0 0 0,-1 0 0 0 0,0 0 0 0 0,16 10 0 0 0,-18-8 0 0 0,0 0 0 0 0,-1 0 0 0 0,1 1 0 0 0,-1-1 0 0 0,0 1 0 0 0,-1 1 0 0 0,1-1 0 0 0,-1 1 0 0 0,-1-1 0 0 0,1 1 0 0 0,-1 0 0 0 0,0 1 0 0 0,-1-1 0 0 0,3 12 0 0 0,-3-4 0 0 0,1-4 0 0 0,0-3 0 0 0,7-4 0 0 0,4-6 0 0 0,2-5 0 0 0,-10-1 0 0 0,-4-12 18 0 0,-3 18-299 0 0,1-1-1114 0 0,-20 2-17495 0 0,15 1 12019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4.3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5 1760 0 0,'0'0'18337'0'0,"-5"-1"-17533"0"0,-19-2 10810 0 0,22 3-11393 0 0,-9 0-190 0 0,0 13-31 0 0,8-6 0 0 0,1 0 0 0 0,1 0 0 0 0,-1 1 0 0 0,1-1 0 0 0,0 9 0 0 0,-3 18 0 0 0,-4-4 0 0 0,-14 81 0 0 0,22-96 0 0 0,0-1 0 0 0,0-3 0 0 0,8-9-187 0 0,9-10-911 0 0,-13 6-869 0 0,-4-9-5758 0 0,7-3-8665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4.8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1992 0 0,'0'0'29301'0'0,"1"4"-28371"0"0,-1-2-913 0 0,1 0 0 0 0,0 0 0 0 0,0 0 0 0 0,0-1 0 0 0,0 1 0 0 0,0 0 0 0 0,0 0 0 0 0,0-1 0 0 0,1 1 0 0 0,-1 0 0 0 0,0-1 0 0 0,1 1 0 0 0,-1-1 0 0 0,1 0 0 0 0,0 1 0 0 0,0-1 0 0 0,-1 0 0 0 0,1 0 0 0 0,0 0 0 0 0,0 0 0 0 0,0-1 0 0 0,0 1 0 0 0,0 0 0 0 0,0-1 0 0 0,0 1 0 0 0,0-1 0 0 0,0 0 0 0 0,0 0 0 0 0,0 0 0 0 0,0 0 0 0 0,3 0 0 0 0,11 2-17 0 0,0-1 0 0 0,1 0 0 0 0,-1-1 0 0 0,1-1 0 0 0,-1-1 0 0 0,0 0 0 0 0,24-7 0 0 0,-7 3 0 0 0,-6-1 0 0 0,-18 4 0 0 0,1 0 0 0 0,0 1 0 0 0,-1 0 0 0 0,18-1 0 0 0,-26 3 0 0 0,5 0 0 0 0,-7 2 0 0 0,-18 10 0 0 0,9-5 0 0 0,4-2-156 0 0,5-4-1353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6.7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 88 52 0 0,'1'1'151'0'0,"10"19"10949"0"0,-11-18-6958 0 0,4 28 3985 0 0,0 1-3085 0 0,-4-29-4563 0 0,0 40 2539 0 0,1-23-2723 0 0,2 88 66 0 0,-1-95-361 0 0,0-8 0 0 0,-1-5 0 0 0,-5-26 0 0 0,-1 12 0 0 0,3 4 0 0 0,-3 0 0 0 0,-1 0 0 0 0,0-1 0 0 0,4 1 0 0 0,-1-2 0 0 0,2 9 0 0 0,1 1 0 0 0,-1-1 0 0 0,1 0 0 0 0,0 1 0 0 0,0-1 0 0 0,0 0 0 0 0,1 0 0 0 0,-1 1 0 0 0,1-1 0 0 0,0 1 0 0 0,0-1 0 0 0,0 1 0 0 0,0-1 0 0 0,1 1 0 0 0,-1-1 0 0 0,1 1 0 0 0,3-5 0 0 0,9-22 0 0 0,-12 23 0 0 0,2-1 0 0 0,-1 1 0 0 0,1 0 0 0 0,0 0 0 0 0,0 0 0 0 0,1 1 0 0 0,0-1 0 0 0,0 1 0 0 0,8-6 0 0 0,8-13 0 0 0,29-19 0 0 0,-44 41 0 0 0,4 12 0 0 0,-1 1 0 0 0,1-3 0 0 0,-3-1 0 0 0,0 3 0 0 0,-3-4-57 0 0,-3-4-497 0 0,6 1-9300 0 0,-1-1 6966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7.1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1 648 0 0,'6'0'-209'0'0,"12"1"19212"0"0,-22 3-17760 0 0,-85 68 8591 0 0,80-62-9600 0 0,1 0 0 0 0,0 1 0 0 0,0 0 0 0 0,1 0 0 0 0,-10 21 0 0 0,15-27-185 0 0,-1 0 1 0 0,1 0 0 0 0,0 1-1 0 0,1-1 1 0 0,-1 0 0 0 0,1 1-1 0 0,0-1 1 0 0,1 1 0 0 0,-1-1-1 0 0,1 1 1 0 0,0 0 0 0 0,0-1-1 0 0,1 1 1 0 0,-1-1 0 0 0,1 1-1 0 0,2 5 1 0 0,-1-9-50 0 0,-1 0 0 0 0,1 0 0 0 0,-1-1 0 0 0,1 1 0 0 0,0 0 0 0 0,0 0 0 0 0,0-1 0 0 0,0 0 0 0 0,0 1 0 0 0,0-1 0 0 0,0 0 0 0 0,0 0 0 0 0,0 0 0 0 0,1 0 0 0 0,-1 0 0 0 0,0 0 0 0 0,1-1 0 0 0,-1 1 0 0 0,1-1 0 0 0,-1 0 0 0 0,1 0 0 0 0,-1 0 0 0 0,1 0 0 0 0,-1 0 0 0 0,0 0 0 0 0,5-1 0 0 0,2 0 0 0 0,1-1 0 0 0,0 0 0 0 0,-1 0 0 0 0,1-1 0 0 0,9-4 0 0 0,-14 5 0 0 0,8-4 0 0 0,-1 1 0 0 0,0-2 0 0 0,0 0 0 0 0,17-13 0 0 0,-26 17 0 0 0,1 0 0 0 0,-1 0 0 0 0,1-1 0 0 0,-1 0 0 0 0,0 1 0 0 0,-1-1 0 0 0,1-1 0 0 0,-1 1 0 0 0,1 0 0 0 0,-1 0 0 0 0,-1-1 0 0 0,1 1 0 0 0,-1-1 0 0 0,1 0 0 0 0,-1 1 0 0 0,0-1 0 0 0,-1 0 0 0 0,1-8 0 0 0,-2-3 0 0 0,-3 2 0 0 0,4 14 0 0 0,-1-2 0 0 0,1 1 0 0 0,0 0 0 0 0,0 0 0 0 0,-1-1 0 0 0,1 1 0 0 0,0 0 0 0 0,-1 0 0 0 0,0 0 0 0 0,1 0 0 0 0,-1 0 0 0 0,1 0 0 0 0,-1 0 0 0 0,0 0 0 0 0,0 0 0 0 0,0 0 0 0 0,0 0 0 0 0,1 0 0 0 0,-1 0 0 0 0,0 1 0 0 0,0-1 0 0 0,0 0 0 0 0,-3 0 0 0 0,-4-3 0 0 0,-4 1 0 0 0,-5 0 0 0 0,4 0 0 0 0,7 0-293 0 0,4 2-1288 0 0,6 0-3731 0 0,12-4 2421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7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85 1 956 0 0,'0'1'2783'0'0,"-2"11"7409"0"0,-4-7-8284 0 0,0 0-1 0 0,0 0 0 0 0,0-1 0 0 0,0 1 1 0 0,-9 3-1 0 0,-10 22 4280 0 0,17-10-4982 0 0,3-7-1205 0 0,5 0 0 0 0,5-1 0 0 0,0-2 0 0 0,-5-9 0 0 0,0 0 0 0 0,0-1 0 0 0,1 1 0 0 0,-1 0 0 0 0,0-1 0 0 0,1 1 0 0 0,-1-1 0 0 0,0 1 0 0 0,1-1 0 0 0,-1 1 0 0 0,1-1 0 0 0,-1 1 0 0 0,0-1 0 0 0,1 1 0 0 0,0-1 0 0 0,-1 0 0 0 0,1 1 0 0 0,-1-1 0 0 0,1 0 0 0 0,-1 1 0 0 0,1-1 0 0 0,1 1 0 0 0,2 0 0 0 0,8 2 0 0 0,-8-2 0 0 0,1-1 0 0 0,-1 0 0 0 0,0 1 0 0 0,1-2 0 0 0,-1 1 0 0 0,0 0 0 0 0,0-1 0 0 0,1 0 0 0 0,-1 0 0 0 0,0 0 0 0 0,0 0 0 0 0,0-1 0 0 0,0 0 0 0 0,0 1 0 0 0,7-6 0 0 0,3-1 0 0 0,1 2 0 0 0,-8 4 0 0 0,-1-1 0 0 0,0 0 0 0 0,0-1 0 0 0,0 1 0 0 0,0-1 0 0 0,0 0 0 0 0,-1-1 0 0 0,0 1 0 0 0,5-6 0 0 0,-3 3 0 0 0,-7 6 0 0 0,0 1 0 0 0,0 0 0 0 0,1 0 0 0 0,-1 0 0 0 0,0 0 0 0 0,0 0 0 0 0,0 0 0 0 0,0 0 0 0 0,0 0 0 0 0,0 0 0 0 0,0-1 0 0 0,0 1 0 0 0,1 0 0 0 0,-1 0 0 0 0,0 0 0 0 0,0 0 0 0 0,0 0 0 0 0,0 0 0 0 0,0 0 0 0 0,0-1 0 0 0,0 1 0 0 0,0 0 0 0 0,0 0 0 0 0,0 0 0 0 0,0 0 0 0 0,0 0 0 0 0,0-1 0 0 0,0 1 0 0 0,0 0 0 0 0,0 0 0 0 0,0 0 0 0 0,0 0 0 0 0,0 0 0 0 0,0 0 0 0 0,0-1 0 0 0,0 1 0 0 0,0 0 0 0 0,0 0 0 0 0,0 0 0 0 0,0 0 0 0 0,0 0 0 0 0,0 0 0 0 0,0-1 0 0 0,0 1 0 0 0,0 0 0 0 0,0 0 0 0 0,-1 0 0 0 0,1 0 0 0 0,0 0 0 0 0,0 0 0 0 0,0 0 0 0 0,0 0 0 0 0,0-1 0 0 0,0 1 0 0 0,0 0 0 0 0,-1 0 0 0 0,-23-1 0 0 0,20 3 0 0 0,-1-1 0 0 0,1 1 0 0 0,-1 0 0 0 0,1 1 0 0 0,0-1 0 0 0,0 1 0 0 0,0-1 0 0 0,0 1 0 0 0,1 0 0 0 0,-1 1 0 0 0,1-1 0 0 0,0 1 0 0 0,-1-1 0 0 0,2 1 0 0 0,-1 0 0 0 0,0 0 0 0 0,-3 8 0 0 0,2 2 0 0 0,3-13 0 0 0,1-1 0 0 0,0 1 0 0 0,-1 0 0 0 0,1-1 0 0 0,0 1 0 0 0,0 0 0 0 0,0 0 0 0 0,0-1 0 0 0,0 1 0 0 0,0 0 0 0 0,0 0 0 0 0,0 0 0 0 0,0-1 0 0 0,0 1 0 0 0,0 0 0 0 0,1-1 0 0 0,-1 1 0 0 0,0 0 0 0 0,0 0 0 0 0,1-1 0 0 0,-1 1 0 0 0,0 0 0 0 0,1-1 0 0 0,-1 1 0 0 0,1 0 0 0 0,-1-1 0 0 0,1 1 0 0 0,-1-1 0 0 0,1 1 0 0 0,-1-1 0 0 0,1 1 0 0 0,0-1 0 0 0,-1 0 0 0 0,1 1 0 0 0,0-1 0 0 0,1 1 0 0 0,0 0 0 0 0,0 0 0 0 0,0 1 0 0 0,0-1 0 0 0,1-1 0 0 0,-1 1 0 0 0,0 0 0 0 0,1 0 0 0 0,-1-1 0 0 0,0 0 0 0 0,1 1 0 0 0,-1-1 0 0 0,1 0 0 0 0,-1 0 0 0 0,1 0 0 0 0,-1-1 0 0 0,0 1 0 0 0,1 0 0 0 0,-1-1 0 0 0,0 0 0 0 0,5-1 0 0 0,-3 1 0 0 0,27-6 0 0 0,-1-1 0 0 0,0-1 0 0 0,0-2 0 0 0,-2-1 0 0 0,38-20 0 0 0,-61 30 0 0 0,18-19 0 0 0,-14 11 0 0 0,-6 0 0 0 0,-2-2 0 0 0,-8 1-345 0 0,5 9-1890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8.2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219 7 1464 0 0,'-2'-6'11843'0'0,"-3"6"-4881"0"0,-10 10-2734 0 0,-5 11-5302 0 0,12-10 3985 0 0,-122 209 3522 0 0,123-205-6433 0 0,1-1 0 0 0,0 1 0 0 0,1 0 0 0 0,1 0 0 0 0,1 1 0 0 0,0 0 0 0 0,1-1 0 0 0,0 1 0 0 0,2 0 0 0 0,1 30 0 0 0,0-42 0 0 0,0 1 0 0 0,0 0 0 0 0,0-1 0 0 0,1 0 0 0 0,-1 1 0 0 0,1-1 0 0 0,0 0 0 0 0,1 0 0 0 0,-1 0 0 0 0,1 0 0 0 0,-1 0 0 0 0,1 0 0 0 0,0-1 0 0 0,0 1 0 0 0,1-1 0 0 0,-1 0 0 0 0,1 0 0 0 0,0 0 0 0 0,0-1 0 0 0,0 1 0 0 0,0-1 0 0 0,0 0 0 0 0,0 0 0 0 0,1 0 0 0 0,-1-1 0 0 0,0 0 0 0 0,1 0 0 0 0,0 0 0 0 0,-1 0 0 0 0,8 0 0 0 0,1 0 0 0 0,-1 0 0 0 0,1-2 0 0 0,-1 1 0 0 0,1-1 0 0 0,-1-1 0 0 0,1 0 0 0 0,-1-1 0 0 0,0-1 0 0 0,0 1 0 0 0,17-9 0 0 0,-4-5 0 0 0,-25 17 0 0 0,0 0 0 0 0,0 0 0 0 0,0 0 0 0 0,1 0 0 0 0,-1 0 0 0 0,0 0 0 0 0,0 0 0 0 0,0 0 0 0 0,0 0 0 0 0,1 0 0 0 0,-1-1 0 0 0,0 1 0 0 0,0 0 0 0 0,0 0 0 0 0,0 0 0 0 0,0 0 0 0 0,1 0 0 0 0,-1-1 0 0 0,0 1 0 0 0,0 0 0 0 0,0 0 0 0 0,0 0 0 0 0,0 0 0 0 0,0-1 0 0 0,0 1 0 0 0,0 0 0 0 0,0 0 0 0 0,0 0 0 0 0,0-1 0 0 0,0 1 0 0 0,0 0 0 0 0,0 0 0 0 0,0 0 0 0 0,0-1 0 0 0,0 1 0 0 0,0 0 0 0 0,0 0 0 0 0,0 0 0 0 0,0 0 0 0 0,0-1 0 0 0,0 1 0 0 0,0 0 0 0 0,0 0 0 0 0,0 0 0 0 0,-1 0 0 0 0,1-1 0 0 0,0 1 0 0 0,0 0 0 0 0,0 0 0 0 0,0 0 0 0 0,0 0 0 0 0,-1-1 0 0 0,-14-3-2717 0 0,-32 6-12461 0 0,45-2 14646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8.8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99 0 644 0 0,'-1'1'16694'0'0,"2"9"-1303"0"0,4-12-15363 0 0,3 0-27 0 0,0 0 0 0 0,0 1 0 0 0,0-1 0 0 0,0 2 0 0 0,0-1-1 0 0,0 1 1 0 0,0 0 0 0 0,0 1 0 0 0,0 0 0 0 0,16 4 0 0 0,-23-6-1 0 0,0 1 0 0 0,0 0 0 0 0,-1 0 0 0 0,1 0 0 0 0,0 0 0 0 0,-1 0 0 0 0,1 0 0 0 0,0 0 0 0 0,-1 0 0 0 0,1 0 0 0 0,0 0 0 0 0,-1 0 0 0 0,1 1 0 0 0,0-1 0 0 0,-1 0 0 0 0,1 0 0 0 0,0 1 0 0 0,-1-1 0 0 0,1 0 0 0 0,-1 1 0 0 0,1-1 0 0 0,-1 0 0 0 0,1 1 0 0 0,-1-1 0 0 0,1 1 0 0 0,-1-1 0 0 0,1 1 0 0 0,-1-1 0 0 0,1 1 0 0 0,-1 0 0 0 0,0-1 0 0 0,1 2 0 0 0,0-2 0 0 0,-1 1 0 0 0,1 0 0 0 0,-1-1 0 0 0,1 1 0 0 0,-1 0 0 0 0,1-1 0 0 0,-1 1 0 0 0,1 0 0 0 0,-1 0 0 0 0,0 0 0 0 0,1-1 0 0 0,-1 1 0 0 0,0 0 0 0 0,0 0 0 0 0,0 0 0 0 0,1 0 0 0 0,-1-1 0 0 0,0 1 0 0 0,0 0 0 0 0,0 0 0 0 0,-1 0 0 0 0,1 0 0 0 0,0-1 0 0 0,0 1 0 0 0,0 0 0 0 0,-1 0 0 0 0,1 0 0 0 0,0 0 0 0 0,-1-1 0 0 0,1 1 0 0 0,0 0 0 0 0,-1 0 0 0 0,1-1 0 0 0,-1 1 0 0 0,1 0 0 0 0,-1-1 0 0 0,0 1 0 0 0,0 0 0 0 0,-14 19 0 0 0,0-1 0 0 0,-2-1 0 0 0,0 0 0 0 0,-1-1 0 0 0,-1 0 0 0 0,-28 17 0 0 0,-9 11 0 0 0,52-44 0 0 0,3 0 0 0 0,0-1 0 0 0,0 0 0 0 0,1 1 0 0 0,-1-1 0 0 0,0 1 0 0 0,0-1 0 0 0,0 1 0 0 0,1-1 0 0 0,-1 1 0 0 0,0 0 0 0 0,1-1 0 0 0,-1 1 0 0 0,0 0 0 0 0,1-1 0 0 0,-1 1 0 0 0,1 0 0 0 0,-1 0 0 0 0,1 0 0 0 0,-1 0 0 0 0,1-1 0 0 0,-1 2 0 0 0,-2 11 0 0 0,8-1 0 0 0,-1-11 0 0 0,1 0 0 0 0,-1 1 0 0 0,0-1 0 0 0,0-1 0 0 0,1 1 0 0 0,-1-1 0 0 0,1 1 0 0 0,-1-1 0 0 0,0 0 0 0 0,8-2 0 0 0,51-7 0 0 0,-58 8 0 0 0,13-2 0 0 0,62-18 0 0 0,-77 20 0 0 0,-7 2 0 0 0,-25 4 0 0 0,14 0-129 0 0,5-3-1489 0 0,1 0-2629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0.7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253 0 860 0 0,'8'4'31806'0'0,"-37"-1"-31705"0"0,17-1-101 0 0,0 0 0 0 0,0 0 0 0 0,0 1 0 0 0,0 1 0 0 0,-17 7 0 0 0,17-6 0 0 0,-40 19 0 0 0,41-19 0 0 0,5 3 0 0 0,1 1 0 0 0,9 9 0 0 0,-2-3 0 0 0,1-3 0 0 0,-1-2 0 0 0,0-6 0 0 0,1 1 0 0 0,-1-1 0 0 0,0 0 0 0 0,1 0 0 0 0,0 0 0 0 0,0 0 0 0 0,0-1 0 0 0,1 1 0 0 0,-1-1 0 0 0,1 1 0 0 0,0-1 0 0 0,0 0 0 0 0,0-1 0 0 0,0 1 0 0 0,0-1 0 0 0,1 0 0 0 0,-1 0 0 0 0,9 3 0 0 0,11 6 0 0 0,34 19 0 0 0,-48-25 0 0 0,-10 6 0 0 0,-3-8 0 0 0,1 0 0 0 0,-1 0 0 0 0,0 0 0 0 0,1 0 0 0 0,-1 0 0 0 0,-1 0 0 0 0,1-1 0 0 0,0 1 0 0 0,-1-1 0 0 0,1 0 0 0 0,-1 0 0 0 0,1-1 0 0 0,-1 1 0 0 0,-6 1 0 0 0,-63 18 0 0 0,64-19 0 0 0,-34 4 0 0 0,29-6 0 0 0,-3-4 0 0 0,4-1 0 0 0,3-3 0 0 0,10-3 0 0 0,9-3 0 0 0,0 7 0 0 0,0 4-41 0 0,-6 3-488 0 0,-10-15-17771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1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 1004 0 0,'0'0'31294'0'0,"-4"5"-30888"0"0,-4 7-398 0 0,0 0 0 0 0,1 1-1 0 0,1 0 1 0 0,0 0 0 0 0,0 1 0 0 0,2 0 0 0 0,-4 15 0 0 0,1-8-8 0 0,4-15 0 0 0,1 0 0 0 0,1 0 0 0 0,-1 0 0 0 0,1 0 0 0 0,0 1 0 0 0,0-1 0 0 0,0 11 0 0 0,1-1 0 0 0,0-3 0 0 0,-3-1 0 0 0,6-4-47 0 0,-3-6-456 0 0,4-6-3225 0 0,4-10 1832 0 0,0-15-12901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2.0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55 640 0 0,'0'0'16032'0'0,"5"3"-14782"0"0,2 2-849 0 0,0-2-1 0 0,0 1 0 0 0,0-1 0 0 0,1 0 0 0 0,0-1 1 0 0,-1 0-1 0 0,1 0 0 0 0,0 0 0 0 0,0-1 0 0 0,0 0 1 0 0,0-1-1 0 0,0 0 0 0 0,0 0 0 0 0,12-2 1 0 0,19-3 353 0 0,64-16 0 0 0,-78 16-1804 0 0,39-13 160 0 0,-44 8-3772 0 0,-3-4-4474 0 0,-7 4 3680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2.5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131 0 1248 0 0,'-5'4'2446'0'0,"-25"20"20778"0"0,41-23-22701 0 0,0 0-1 0 0,0 1 1 0 0,0 0 0 0 0,0 1 0 0 0,-1 1 0 0 0,1-1-1 0 0,-1 2 1 0 0,14 6 0 0 0,-12 21 621 0 0,-12-29-1144 0 0,0-1 0 0 0,0 1 0 0 0,-1-1 0 0 0,1 1 0 0 0,0-1 0 0 0,-1 0 0 0 0,0 1 0 0 0,0-1 0 0 0,1 1 0 0 0,-1-1 0 0 0,-1 0 0 0 0,1 0 0 0 0,0 0 0 0 0,0 0 0 0 0,-1 0 0 0 0,0 0 0 0 0,1 0 0 0 0,-3 2 0 0 0,-31 29 0 0 0,-116 75 0 0 0,141-100 0 0 0,8 0 0 0 0,17-2 0 0 0,0-5 0 0 0,0-2 0 0 0,0 0 0 0 0,-1 0 0 0 0,1-2 0 0 0,-1 0 0 0 0,25-8 0 0 0,26-6 0 0 0,-49 12 0 0 0,-8 2 0 0 0,1 1-358 0 0,-7 2-1925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3.2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98 720 0 0,'0'0'18878'0'0,"1"5"-17611"0"0,-1 9 158 0 0,0 1-1 0 0,-1 0 0 0 0,-1 0 0 0 0,0-1 1 0 0,0 1-1 0 0,-10 27 0 0 0,-1 9 480 0 0,12-50-1903 0 0,1 0 1 0 0,0 0-1 0 0,-1 0 1 0 0,1-1-1 0 0,0 1 1 0 0,0 0-1 0 0,-1 0 1 0 0,1 0-1 0 0,0 0 1 0 0,0-1-1 0 0,0 1 0 0 0,0 0 1 0 0,0 0-1 0 0,0 0 1 0 0,0 0-1 0 0,0 0 1 0 0,0-1-1 0 0,1 1 1 0 0,-1 0-1 0 0,0 0 1 0 0,1 0-1 0 0,-1-1 0 0 0,1 2 1 0 0,3 15-9 0 0,-2-8 7 0 0,12-7 0 0 0,-11-3-25 0 0,-1 0-1 0 0,0 0 1 0 0,1 0 0 0 0,-1 0-1 0 0,0-1 1 0 0,0 1 0 0 0,0-1 0 0 0,0 0-1 0 0,0 1 1 0 0,0-1 0 0 0,0 0-1 0 0,-1 0 1 0 0,1 0 0 0 0,-1 0-1 0 0,1 0 1 0 0,-1-1 0 0 0,1-2 0 0 0,1-1-120 0 0,-1-1 1 0 0,0 1 0 0 0,0-1 0 0 0,0 0-1 0 0,-1 1 1 0 0,0-11 0 0 0,0-2-165 0 0,-1 0 1 0 0,-1 1-1 0 0,-1-1 0 0 0,-5-19 1 0 0,3 27 313 0 0,0 0 1 0 0,-1 0 0 0 0,0 0 0 0 0,-11-15-1 0 0,14 24 52 0 0,3 1-53 0 0,-1 0-1 0 0,1 0 1 0 0,-1-1-1 0 0,1 1 0 0 0,0 0 1 0 0,-1 0-1 0 0,1 0 1 0 0,0 0-1 0 0,0-1 1 0 0,0 1-1 0 0,0 0 1 0 0,0 1-1 0 0,0-1 1 0 0,0 0-1 0 0,0 0 1 0 0,0 0-1 0 0,0 1 1 0 0,1-1-1 0 0,-1 0 1 0 0,0 1-1 0 0,0-1 1 0 0,1 1-1 0 0,-1 0 1 0 0,0-1-1 0 0,2 1 1 0 0,48-11-31 0 0,-29 7 22 0 0,12-3 388 0 0,0 1-1 0 0,37-2 1 0 0,-64 8-86 0 0,-5-1-119 0 0,12 4 980 0 0,-14 5-1075 0 0,-5-2-83 0 0,0 0 0 0 0,0 0 0 0 0,-1-1 0 0 0,1 0 0 0 0,-1 0 0 0 0,-1 0 0 0 0,-11 7 0 0 0,-61 29 0 0 0,22-11 0 0 0,40-21 0 0 0,11-6 0 0 0,0 0 0 0 0,0 0 0 0 0,1 0 0 0 0,0 1 0 0 0,0 0 0 0 0,0 0 0 0 0,0 0 0 0 0,0 1 0 0 0,-4 5 0 0 0,8-9 0 0 0,1 0 0 0 0,-1 0 0 0 0,1 1 0 0 0,-1-1 0 0 0,1 0 0 0 0,-1 0 0 0 0,1 0 0 0 0,0 0 0 0 0,0 1 0 0 0,-1-1 0 0 0,1 0 0 0 0,0 0 0 0 0,0 1 0 0 0,0-1 0 0 0,0 0 0 0 0,1 0 0 0 0,-1 0 0 0 0,0 1 0 0 0,0-1 0 0 0,1 0 0 0 0,-1 0 0 0 0,1 0 0 0 0,-1 0 0 0 0,1 1 0 0 0,-1-1 0 0 0,1 0 0 0 0,0 0 0 0 0,-1 0 0 0 0,1 0 0 0 0,0 0 0 0 0,0-1 0 0 0,0 1 0 0 0,0 0 0 0 0,0 0 0 0 0,0 0 0 0 0,0-1 0 0 0,0 1 0 0 0,0-1 0 0 0,1 1 0 0 0,42 19 0 0 0,12-8 0 0 0,1-2 0 0 0,0-2 0 0 0,1-3 0 0 0,91-3 0 0 0,-132-2 0 0 0,-11 0 0 0 0,-8-1 0 0 0,-43-7-1231 0 0,41 10-656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3.5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166 0 1064 0 0,'-1'1'628'0'0,"0"0"0"0"0,0 0 0 0 0,0 0-1 0 0,0 0 1 0 0,0-1 0 0 0,0 2 0 0 0,0-1 0 0 0,0 0-1 0 0,0 0 1 0 0,0 0 0 0 0,1 0 0 0 0,-1 0 0 0 0,1 1 0 0 0,-1-1-1 0 0,1 0 1 0 0,-1 1 0 0 0,1-1 0 0 0,0 0 0 0 0,-1 1-1 0 0,1-1 1 0 0,0 1 0 0 0,0-1 0 0 0,0 0 0 0 0,0 1 0 0 0,1 1-1 0 0,0 1 8 0 0,0 0-1 0 0,0-1 0 0 0,0 1 0 0 0,1 0 0 0 0,0-1 1 0 0,0 1-1 0 0,0-1 0 0 0,0 0 0 0 0,3 4 1 0 0,4 4 100 0 0,1-1 0 0 0,0 0 0 0 0,0 0 0 0 0,16 10 0 0 0,26 18 1946 0 0,61 57 0 0 0,-111-93-2681 0 0,0 0 0 0 0,0 0 0 0 0,0 1 0 0 0,0-1 0 0 0,0 0 0 0 0,0 1 0 0 0,-1-1 0 0 0,1 1 0 0 0,-1 0 0 0 0,0-1 0 0 0,1 1 0 0 0,-1 0 0 0 0,-1 0 0 0 0,1 0 0 0 0,0-1 0 0 0,-1 1 0 0 0,1 0 0 0 0,-1 0 0 0 0,0 0 0 0 0,0 0 0 0 0,0 4 0 0 0,-2-2 0 0 0,1-1 0 0 0,0 1 0 0 0,-1 0 0 0 0,0-1 0 0 0,0 1 0 0 0,-1-1 0 0 0,1 0 0 0 0,-1 0 0 0 0,0 0 0 0 0,0 0 0 0 0,-7 6 0 0 0,1-1 0 0 0,-1 0 0 0 0,0-1 0 0 0,-1 0 0 0 0,0-1 0 0 0,0 0 0 0 0,-1-1 0 0 0,0 0 0 0 0,-20 6 0 0 0,21-9-373 0 0,1-1 1 0 0,-1 0-1 0 0,-1-1 0 0 0,1 0 1 0 0,0 0-1 0 0,0-2 0 0 0,-16-1 0 0 0,16 0-385 0 0,-1 0 0 0 0,1-1 0 0 0,0-1-1 0 0,1 0 1 0 0,-1 0 0 0 0,1-1 0 0 0,0 0 0 0 0,0-1-1 0 0,0 0 1 0 0,1-1 0 0 0,-15-13 0 0 0,6 5-7069 0 0,5 0 596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3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189 0 1236 0 0,'0'0'20419'0'0,"-3"2"-19534"0"0,-12 10-48 0 0,1 0 1 0 0,0 1-1 0 0,0 0 0 0 0,2 2 0 0 0,0-1 0 0 0,-14 22 1 0 0,15-20-521 0 0,1 1 1 0 0,1-1 0 0 0,1 2 0 0 0,0-1 0 0 0,1 1-1 0 0,1 0 1 0 0,0 1 0 0 0,2-1 0 0 0,0 1-1 0 0,-2 34 1 0 0,6-46-247 0 0,0 1-1 0 0,1-1 1 0 0,0 0-1 0 0,0 1 0 0 0,0-1 1 0 0,1 0-1 0 0,0 0 1 0 0,1 0-1 0 0,-1 0 1 0 0,2 0-1 0 0,6 12 1 0 0,-8-16-91 0 0,1 0 0 0 0,-1 0 0 0 0,1 0 0 0 0,0 0 0 0 0,0-1 0 0 0,0 1 0 0 0,0-1 0 0 0,0 0 0 0 0,1 0 0 0 0,-1 0 0 0 0,1 0 0 0 0,-1-1 0 0 0,1 1 0 0 0,0-1 0 0 0,0 0 0 0 0,-1 0 1 0 0,1-1-1 0 0,0 1 0 0 0,0-1 0 0 0,0 1 0 0 0,0-1 0 0 0,0 0 0 0 0,0-1 0 0 0,4 0 0 0 0,6-2-105 0 0,1 0 1 0 0,-1 0-1 0 0,0-2 0 0 0,-1 0 0 0 0,1 0 1 0 0,-1-2-1 0 0,0 1 0 0 0,21-16 0 0 0,-25 17 80 0 0,-1-2-1 0 0,0 1 1 0 0,0-1-1 0 0,-1 0 1 0 0,0-1-1 0 0,0 0 1 0 0,-1 0-1 0 0,0 0 1 0 0,0-1-1 0 0,-1 0 1 0 0,0 0-1 0 0,0 0 1 0 0,3-12-1 0 0,-7 18 160 0 0,0 0 0 0 0,-1 1-1 0 0,1-1 1 0 0,-1 0 0 0 0,1 0-1 0 0,-1 1 1 0 0,0-1 0 0 0,0 0-1 0 0,-1 0 1 0 0,1 0-1 0 0,-1 1 1 0 0,1-1 0 0 0,-1 0-1 0 0,0 1 1 0 0,0-1 0 0 0,0 0-1 0 0,-2-4 1 0 0,-5 1 90 0 0,-9 5-170 0 0,15 2-34 0 0,-1 0 0 0 0,1 0 0 0 0,-1 0 0 0 0,1 0 0 0 0,0 0 0 0 0,-1 1 0 0 0,1-1 0 0 0,0 1 0 0 0,0-1 0 0 0,0 1 0 0 0,0 0 0 0 0,1 0 0 0 0,-1 0 0 0 0,0 0 0 0 0,1 0 0 0 0,-1 0 0 0 0,1 0 0 0 0,0 1 0 0 0,0-1 0 0 0,0 1 0 0 0,0-1 0 0 0,0 0 0 0 0,0 1 0 0 0,1 0 0 0 0,-1-1 0 0 0,1 1 0 0 0,-1-1 0 0 0,1 1 0 0 0,0-1 0 0 0,0 1 0 0 0,0 0 0 0 0,1-1 0 0 0,-1 1 0 0 0,1 2 0 0 0,1 5 0 0 0,-1 0 0 0 0,2 0 0 0 0,-1 0 0 0 0,1-1 0 0 0,1 1 0 0 0,0-1 0 0 0,8 15 0 0 0,7 2 0 0 0,2 0 0 0 0,1-1 0 0 0,1-2 0 0 0,0 0 0 0 0,33 23 0 0 0,40 39 0 0 0,-92-81 0 0 0,0 0 0 0 0,-1 1 0 0 0,1 0 0 0 0,-1-1 0 0 0,0 1 0 0 0,0 0 0 0 0,0 1 0 0 0,-1-1 0 0 0,1 0 0 0 0,-1 1 0 0 0,-1-1 0 0 0,1 1 0 0 0,-1 0 0 0 0,0 0 0 0 0,0-1 0 0 0,-1 1 0 0 0,0 0 0 0 0,0 0 0 0 0,0 0 0 0 0,0 0 0 0 0,-1-1 0 0 0,0 1 0 0 0,-1 0 0 0 0,1 0 0 0 0,-1-1 0 0 0,0 1 0 0 0,0-1 0 0 0,-1 0 0 0 0,0 1 0 0 0,0-1 0 0 0,0-1 0 0 0,0 1 0 0 0,-1 0 0 0 0,1-1 0 0 0,-10 9 0 0 0,-7 6 0 0 0,-2-1 0 0 0,1 0 0 0 0,-2-2 0 0 0,-34 19 0 0 0,43-28 0 0 0,0 0 0 0 0,-1-1 0 0 0,1 0 0 0 0,-1-1 0 0 0,-1-1 0 0 0,1 0 0 0 0,-1-1 0 0 0,1-1 0 0 0,-19 1 0 0 0,3-5 0 0 0,22-6 0 0 0,6 3 0 0 0,2 4 0 0 0,0-1 0 0 0,0 0 0 0 0,1 0 0 0 0,-1 0 0 0 0,0 0 0 0 0,1 0 0 0 0,-1 0 0 0 0,1 0 0 0 0,0 0 0 0 0,-1 0 0 0 0,1 0 0 0 0,0-1 0 0 0,0 1 0 0 0,0 0 0 0 0,1 0 0 0 0,-1 0 0 0 0,0 0 0 0 0,1 0 0 0 0,1-3 0 0 0,17-32 0 0 0,-15 31 0 0 0,9-11-103 0 0,1 1-1 0 0,0 0 1 0 0,1 1 0 0 0,32-26-1 0 0,-23 22-439 0 0,32-36-1 0 0,-53 51-531 0 0,17-21-4317 0 0,-12 7-6900 0 0,-7 8 5316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5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34 2016 0 0,'0'0'17492'0'0,"4"-1"-16488"0"0,111-13 2927 0 0,-50 8-4108 0 0,-45 3-292 0 0,33-3-1629 0 0,-21 2-2615 0 0,-28 4 1531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6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 1 1388 0 0,'-2'1'564'0'0,"-1"0"0"0"0,1 1 0 0 0,0-1 0 0 0,-1 1-1 0 0,1 0 1 0 0,0 0 0 0 0,0 0 0 0 0,0 0 0 0 0,0 0 0 0 0,0 0-1 0 0,1 0 1 0 0,-1 1 0 0 0,1-1 0 0 0,-2 4 0 0 0,2-5-230 0 0,1 1 0 0 0,-1-1 1 0 0,1 1-1 0 0,0 0 0 0 0,0-1 1 0 0,0 1-1 0 0,0-1 0 0 0,0 1 0 0 0,0 0 1 0 0,0-1-1 0 0,0 1 0 0 0,1-1 0 0 0,-1 1 1 0 0,1-1-1 0 0,-1 1 0 0 0,1-1 1 0 0,0 1-1 0 0,1 2 0 0 0,1 0 4 0 0,0-1 0 0 0,0 1-1 0 0,1 0 1 0 0,-1-1 0 0 0,1 0 0 0 0,0 0 0 0 0,0 0-1 0 0,0 0 1 0 0,0-1 0 0 0,1 1 0 0 0,-1-1 0 0 0,1 0-1 0 0,-1 0 1 0 0,6 1 0 0 0,1-1-351 0 0,0 0-1 0 0,0-1 1 0 0,0 0-1 0 0,0-1 1 0 0,0 0 0 0 0,1-1-1 0 0,-1 0 1 0 0,18-4-1 0 0,9-7-3933 0 0,-6-3-4256 0 0,-20 7 3146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1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137 100 416 0 0,'-7'-10'25886'0'0,"-3"11"-25497"0"0,1 1 1 0 0,0 1 0 0 0,-1-1-1 0 0,1 2 1 0 0,1-1 0 0 0,-1 1 0 0 0,0 0-1 0 0,-10 8 1 0 0,17-11-308 0 0,-1 0 0 0 0,1 1 0 0 0,0-1 1 0 0,-1 1-1 0 0,1-1 0 0 0,0 1 0 0 0,0 0 0 0 0,0 0 0 0 0,0 0 1 0 0,0 0-1 0 0,1 0 0 0 0,-1 1 0 0 0,1-1 0 0 0,-1 0 0 0 0,1 1 1 0 0,0-1-1 0 0,0 1 0 0 0,0-1 0 0 0,0 1 0 0 0,0 0 0 0 0,1 0 1 0 0,-1-1-1 0 0,1 1 0 0 0,0 0 0 0 0,0 0 0 0 0,0-1 0 0 0,0 1 1 0 0,0 0-1 0 0,0 0 0 0 0,1-1 0 0 0,-1 1 0 0 0,1 0 0 0 0,0-1 1 0 0,0 1-1 0 0,1 2 0 0 0,0-2-117 0 0,1 0 1 0 0,-1-1-1 0 0,0 1 0 0 0,1-1 0 0 0,0 0 1 0 0,-1 0-1 0 0,1 0 0 0 0,0 0 0 0 0,0 0 1 0 0,0 0-1 0 0,0-1 0 0 0,0 0 1 0 0,1 0-1 0 0,-1 1 0 0 0,0-2 0 0 0,1 1 1 0 0,-1 0-1 0 0,0-1 0 0 0,1 1 0 0 0,-1-1 1 0 0,7-1-1 0 0,10 1-395 0 0,0-2 0 0 0,29-5 0 0 0,-35 5 236 0 0,-1 0-109 0 0,17-3-677 0 0,1-1 0 0 0,45-15 0 0 0,-69 19 890 0 0,0-1 0 0 0,0 0-1 0 0,0 0 1 0 0,0-1 0 0 0,-1 0 0 0 0,0 0 0 0 0,1 0 0 0 0,-1-1-1 0 0,-1 0 1 0 0,1 0 0 0 0,-1 0 0 0 0,0-1 0 0 0,0 0 0 0 0,-1 0-1 0 0,1 0 1 0 0,3-8 0 0 0,-6 11 184 0 0,-1 1 0 0 0,0-1 1 0 0,0 0-1 0 0,0 1 0 0 0,0-1 0 0 0,-1 0 1 0 0,1 0-1 0 0,-1 1 0 0 0,0-1 0 0 0,0 0 1 0 0,0 0-1 0 0,0 0 0 0 0,0 1 0 0 0,0-1 0 0 0,-1 0 1 0 0,1 0-1 0 0,-1 1 0 0 0,0-1 0 0 0,0 0 1 0 0,0 1-1 0 0,0-1 0 0 0,0 1 0 0 0,-1-1 0 0 0,1 1 1 0 0,-1-1-1 0 0,0 1 0 0 0,1 0 0 0 0,-1 0 1 0 0,0 0-1 0 0,0 0 0 0 0,0 0 0 0 0,-1 1 0 0 0,1-1 1 0 0,0 0-1 0 0,-1 1 0 0 0,1 0 0 0 0,-4-2 1 0 0,-4-1 191 0 0,1 1 1 0 0,-1 0 0 0 0,1 0 0 0 0,-1 1 0 0 0,0 0 0 0 0,0 0 0 0 0,0 2 0 0 0,0-1 0 0 0,0 1 0 0 0,0 0 0 0 0,-12 3 0 0 0,18-2-589 0 0,1 0 0 0 0,0 0 0 0 0,-1 0 0 0 0,1 1 0 0 0,0-1 0 0 0,0 1-1 0 0,0 0 1 0 0,0 0 0 0 0,0 0 0 0 0,-4 4 0 0 0,6-6 213 0 0,1 1-1 0 0,-1-1 0 0 0,1 1 1 0 0,-1 0-1 0 0,1-1 0 0 0,-1 1 0 0 0,1-1 1 0 0,-1 1-1 0 0,1 0 0 0 0,-1 0 1 0 0,1-1-1 0 0,0 1 0 0 0,-1 0 1 0 0,1-1-1 0 0,0 1 0 0 0,0 0 1 0 0,0 0-1 0 0,0 0 0 0 0,-1-1 1 0 0,1 1-1 0 0,0 0 0 0 0,0 0 1 0 0,0-1-1 0 0,1 1 0 0 0,-1 0 1 0 0,0 0-1 0 0,0 0 0 0 0,0-1 1 0 0,1 1-1 0 0,-1 0 0 0 0,0 0 1 0 0,0-1-1 0 0,1 1 0 0 0,-1 0 1 0 0,1-1-1 0 0,-1 1 0 0 0,1 0 1 0 0,-1-1-1 0 0,1 1 0 0 0,-1-1 1 0 0,1 1-1 0 0,0-1 0 0 0,-1 1 1 0 0,1-1-1 0 0,0 1 0 0 0,-1-1 1 0 0,1 0-1 0 0,0 1 0 0 0,-1-1 1 0 0,1 0-1 0 0,0 0 0 0 0,0 1 1 0 0,-1-1-1 0 0,2 0 0 0 0,1 1-1223 0 0,2 1-89 0 0,3 0-8003 0 0,8 0 2437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4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0 216 0 0,'0'0'19362'0'0,"-3"5"-17781"0"0,-18 30 2350 0 0,21-34-2860 0 0,-3 3 7 0 0,-3 8 2407 0 0,5-9-5021 0 0,5-3-4772 0 0,3-3 4965 0 0,10-6-866 0 0,-4-4-5562 0 0,-8 5 1274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7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75 34 1012 0 0,'-1'-9'2043'0'0,"-6"-9"8327"0"0,-2 12-9026 0 0,7 5 96 0 0,-14 3 3062 0 0,12 1-4106 0 0,0 0 0 0 0,1 0 0 0 0,-1 0 0 0 0,1 1 0 0 0,-1-1 0 0 0,1 1 1 0 0,-4 5-1 0 0,6-8-311 0 0,0 1 0 0 0,1-1 0 0 0,-1 1 0 0 0,0-1 0 0 0,0 0 0 0 0,1 1 0 0 0,-1 0-1 0 0,1-1 1 0 0,-1 1 0 0 0,1-1 0 0 0,0 1 0 0 0,-1 0 0 0 0,1-1 0 0 0,0 1 0 0 0,0 0 0 0 0,0-1 0 0 0,0 1 0 0 0,1 0 0 0 0,-1-1 0 0 0,0 1 0 0 0,1-1 0 0 0,-1 1 0 0 0,1 0 0 0 0,-1-1 0 0 0,2 3 0 0 0,6 18 693 0 0,-8-20-733 0 0,0 0 0 0 0,1 0-1 0 0,-1 0 1 0 0,1 0 0 0 0,-1 0 0 0 0,1 0-1 0 0,0 0 1 0 0,0-1 0 0 0,0 1 0 0 0,0 0 0 0 0,0 0-1 0 0,0-1 1 0 0,2 3 0 0 0,11 8 152 0 0,1 1 0 0 0,0-2 0 0 0,1 0 0 0 0,0-1 0 0 0,27 12 0 0 0,-1 1 39 0 0,-37-21-88 0 0,0 1 0 0 0,0 0 0 0 0,0 0-1 0 0,-1 1 1 0 0,0-1 0 0 0,1 1 0 0 0,-1 0 0 0 0,0 0 0 0 0,-1 1-1 0 0,1-1 1 0 0,2 6 0 0 0,-6-8-91 0 0,1-1 0 0 0,-1 1 1 0 0,-1 0-1 0 0,1-1 0 0 0,0 1 0 0 0,0-1 0 0 0,0 1 0 0 0,-1 0 0 0 0,1-1 0 0 0,-1 1 0 0 0,1-1 1 0 0,-1 1-1 0 0,0-1 0 0 0,0 1 0 0 0,0-1 0 0 0,0 1 0 0 0,0-1 0 0 0,-1 2 0 0 0,-23 27 927 0 0,24-29-972 0 0,-4 5-12 0 0,-1 0 0 0 0,1-1 0 0 0,-1 0 0 0 0,0 0 0 0 0,-1-1 0 0 0,1 0 0 0 0,-1 0 0 0 0,1 0 0 0 0,-1-1 0 0 0,-14 5 0 0 0,19-8-146 0 0,0 1 0 0 0,-1 0 1 0 0,1-1-1 0 0,0 0 0 0 0,0 0 0 0 0,-1 0 1 0 0,1 0-1 0 0,0 0 0 0 0,0 0 0 0 0,-1 0 1 0 0,-1-1-1 0 0,2 0-270 0 0,0 1 0 0 0,0-1 0 0 0,1 0 0 0 0,-1 0 0 0 0,0 0 0 0 0,1 0 0 0 0,-1 0 0 0 0,1 0 1 0 0,-1-1-1 0 0,1 1 0 0 0,0 0 0 0 0,-1-1 0 0 0,1 1 0 0 0,0-1 0 0 0,0 1 0 0 0,-1-3 0 0 0,0 0-960 0 0,0 0 1 0 0,1-1-1 0 0,-1 1 0 0 0,1 0 1 0 0,0-1-1 0 0,0 1 0 0 0,0-1 0 0 0,1-5 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0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12 2536 0 0,'0'0'4921'0'0,"11"-4"-653"0"0,-6 3-800 0 0,64-4 4257 0 0,-34 4-8428 0 0,-1 0-3585 0 0,-32 1 929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2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71 0 1540 0 0,'-1'3'832'0'0,"0"0"0"0"0,-1 0-1 0 0,1 0 1 0 0,-1 0 0 0 0,0 0 0 0 0,0-1-1 0 0,0 1 1 0 0,0 0 0 0 0,-4 2 0 0 0,-10 14 3257 0 0,11-11-2799 0 0,0 1 1 0 0,1-1-1 0 0,0 0 0 0 0,1 1 0 0 0,0 0 0 0 0,0 0 0 0 0,-1 12 1 0 0,3-13-529 0 0,0 0 0 0 0,0 0 1 0 0,1 0-1 0 0,1 0 1 0 0,-1 0-1 0 0,1 0 0 0 0,0 0 1 0 0,5 15-1 0 0,8 20 875 0 0,-10-37-1660 0 0,-3-4-1922 0 0,6 2 5210 0 0,-5-4-4914 0 0,-4-30-25458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4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22 876 0 0,'34'2'12115'0'0,"5"5"-4673"0"0,11 1-4079 0 0,-28-7-3484 0 0,0-1 0 0 0,-1-1 0 0 0,43-7 0 0 0,-23-2-4615 0 0,2-5-4843 0 0,-25 10 4518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87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198 13 1440 0 0,'0'0'9869'0'0,"-4"-2"-8000"0"0,-12-6-65 0 0,11 6-68 0 0,1 3-72 0 0,-22 6 1557 0 0,14-5-1839 0 0,1 1 0 0 0,0 0 0 0 0,0 1 0 0 0,0 1 1 0 0,1-1-1 0 0,-1 1 0 0 0,-16 12 0 0 0,24-14-1276 0 0,-2 4-105 0 0,5-6-1 0 0,-1 0 0 0 0,1 0 0 0 0,-1 0 0 0 0,1 1 0 0 0,0-1 0 0 0,0 0 0 0 0,-1 0 0 0 0,1 0 0 0 0,0 0 0 0 0,0 0 0 0 0,0 1 0 0 0,0-1 0 0 0,0 0 0 0 0,0 0 0 0 0,0 0 0 0 0,1 0 0 0 0,-1 1 0 0 0,0-1 0 0 0,1 0 0 0 0,-1 0 0 0 0,1 0 0 0 0,-1 0 0 0 0,1 0 0 0 0,-1 0 0 0 0,1 0 0 0 0,0 0 0 0 0,-1 0 0 0 0,1 0 0 0 0,0 0 0 0 0,0-1 0 0 0,0 1 0 0 0,0 0 0 0 0,0 0 0 0 0,-1-1 0 0 0,1 1 0 0 0,2 0 0 0 0,19 11 0 0 0,35 6 0 0 0,-48-16 0 0 0,0 0 0 0 0,0 0 0 0 0,-1 0 0 0 0,1 1 0 0 0,-1 1 0 0 0,0-1 0 0 0,0 2 0 0 0,0-1 0 0 0,0 1 0 0 0,-1 0 0 0 0,0 0 0 0 0,0 1 0 0 0,12 12 0 0 0,-18-16 0 0 0,0 0 0 0 0,0-1 0 0 0,0 1 0 0 0,0 0 0 0 0,0 0 0 0 0,-1 0 0 0 0,1 0 0 0 0,-1 0 0 0 0,1 0 0 0 0,-1 0 0 0 0,0 0 0 0 0,0 0 0 0 0,0 0 0 0 0,0 0 0 0 0,0 0 0 0 0,0 0 0 0 0,-1 0 0 0 0,1 0 0 0 0,-1 0 0 0 0,1 0 0 0 0,-1 0 0 0 0,0 0 0 0 0,1 0 0 0 0,-1 0 0 0 0,-2 2 0 0 0,-29 33 0 0 0,27-33 0 0 0,-5 7 0 0 0,-1-1 0 0 0,0-1 0 0 0,0 0 0 0 0,-1 0 0 0 0,0-1 0 0 0,0-1 0 0 0,-21 9 0 0 0,30-15 0 0 0,-1 0 0 0 0,0 0 0 0 0,1 0 0 0 0,-1-1 0 0 0,0 1 0 0 0,1-1 0 0 0,-1 0 0 0 0,0 0 0 0 0,1-1 0 0 0,-1 1 0 0 0,0-1 0 0 0,1 1 0 0 0,-1-1 0 0 0,0-1 0 0 0,1 1 0 0 0,-1 0 0 0 0,1-1 0 0 0,0 1 0 0 0,0-1 0 0 0,-1 0 0 0 0,1 0 0 0 0,0-1 0 0 0,1 1 0 0 0,-1 0 0 0 0,-3-4 0 0 0,1-4 0 0 0,4-3 0 0 0,2 11-205 0 0,-1-1 0 0 0,1 1 1 0 0,-1-1-1 0 0,1 1 0 0 0,0-1 0 0 0,0 1 0 0 0,0-1 1 0 0,1 1-1 0 0,-1 0 0 0 0,1-1 0 0 0,-1 1 0 0 0,1 0 0 0 0,-1 0 1 0 0,1 0-1 0 0,0 0 0 0 0,0 1 0 0 0,0-1 0 0 0,0 0 1 0 0,1 1-1 0 0,-1 0 0 0 0,0-1 0 0 0,1 1 0 0 0,-1 0 1 0 0,0 0-1 0 0,1 0 0 0 0,0 1 0 0 0,3-2 0 0 0,1 0-386 0 0,3-3-721 0 0,18-11-13883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1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0 912 0 0,'0'0'9436'0'0,"-8"3"-7309"0"0,0-1-1308 0 0,-11 4 51 0 0,4 6 3044 0 0,9 19 3390 0 0,7-8-6073 0 0,1-1-1 0 0,1 1 1 0 0,1 0 0 0 0,1-1 0 0 0,15 41 0 0 0,-19-63-1254 0 0,-1 1 1 0 0,1 0-1 0 0,-1 0 1 0 0,1 0-1 0 0,-1-1 1 0 0,0 1-1 0 0,1 0 1 0 0,-1 0-1 0 0,0 0 1 0 0,0 0-1 0 0,1 0 1 0 0,-1 0-1 0 0,0 0 1 0 0,0-1-1 0 0,0 1 1 0 0,0 0-1 0 0,0 0 1 0 0,0 0-1 0 0,-1 0 1 0 0,1 0-1 0 0,0 0 1 0 0,0 0-1 0 0,-1 0 1 0 0,0 1-1 0 0,0 0-517 0 0,1 0-841 0 0,-19 4-5402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3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1 400 0 0,'0'0'8539'0'0,"3"6"-6572"0"0,1 0-1277 0 0,0 0 0 0 0,1 0 0 0 0,-1 0-1 0 0,1-1 1 0 0,1 0 0 0 0,-1 1 0 0 0,1-2 0 0 0,0 1-1 0 0,0-1 1 0 0,0 0 0 0 0,0 0 0 0 0,1 0-1 0 0,0-1 1 0 0,-1 0 0 0 0,10 2 0 0 0,43 5 619 0 0,-44-9-1579 0 0,-1 0 0 0 0,1-2-1 0 0,-1 0 1 0 0,0 0 0 0 0,19-5-1 0 0,-1-7-3652 0 0,1-6-4401 0 0,-15 7 3045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9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82 110 1092 0 0,'-2'4'2140'0'0,"-23"38"4195"0"0,18-33-5356 0 0,1 1 1 0 0,0 0 0 0 0,0 0 0 0 0,1 0-1 0 0,1 1 1 0 0,0-1 0 0 0,0 1 0 0 0,1 0 0 0 0,0 0-1 0 0,1 1 1 0 0,-1 16 0 0 0,2-22-660 0 0,0 0 0 0 0,1 0-1 0 0,0-1 1 0 0,1 1 0 0 0,-1 0 0 0 0,1 0 0 0 0,0 0-1 0 0,1 0 1 0 0,-1-1 0 0 0,1 1 0 0 0,0-1 0 0 0,1 1-1 0 0,-1-1 1 0 0,1 0 0 0 0,0 0 0 0 0,0 0 0 0 0,1 0-1 0 0,0 0 1 0 0,-1-1 0 0 0,7 6 0 0 0,-9-9-262 0 0,0-1 0 0 0,0 1-1 0 0,0 0 1 0 0,1 0 0 0 0,-1-1 0 0 0,0 1 0 0 0,0-1 0 0 0,1 1-1 0 0,-1-1 1 0 0,0 1 0 0 0,1-1 0 0 0,-1 0 0 0 0,0 0-1 0 0,1 0 1 0 0,-1 0 0 0 0,0 0 0 0 0,1 0 0 0 0,-1 0 0 0 0,0 0-1 0 0,1 0 1 0 0,-1-1 0 0 0,0 1 0 0 0,1 0 0 0 0,-1-1 0 0 0,0 1-1 0 0,1-1 1 0 0,-1 0 0 0 0,0 1 0 0 0,0-1 0 0 0,0 0 0 0 0,0 0-1 0 0,0 1 1 0 0,0-1 0 0 0,0 0 0 0 0,2-2 0 0 0,-2 1-110 0 0,0 1 1 0 0,1-1 0 0 0,-1 1-1 0 0,0-1 1 0 0,0 0-1 0 0,0 0 1 0 0,0 1 0 0 0,0-1-1 0 0,-1 0 1 0 0,1 0-1 0 0,0 0 1 0 0,-1 0 0 0 0,0 0-1 0 0,1 0 1 0 0,-1 0-1 0 0,0 0 1 0 0,0 0 0 0 0,0 0-1 0 0,0 0 1 0 0,0 0-1 0 0,-1 0 1 0 0,1 0 0 0 0,0 0-1 0 0,-1 0 1 0 0,0 0-1 0 0,-1-3 1 0 0,-6-10-612 0 0,0 0 1 0 0,0 0 0 0 0,2-1-1 0 0,0 0 1 0 0,1-1-1 0 0,0 1 1 0 0,-3-23-1 0 0,6 6 251 0 0,1 30 542 0 0,0 0 0 0 0,0 0 0 0 0,1 0 0 0 0,0 0 0 0 0,0 0 0 0 0,0 0 0 0 0,0 0 0 0 0,0 0 0 0 0,0 0 0 0 0,1 0-1 0 0,-1 0 1 0 0,1 0 0 0 0,0 0 0 0 0,0 0 0 0 0,0 0 0 0 0,1 0 0 0 0,-1 0 0 0 0,0 1 0 0 0,1-1 0 0 0,0 1 0 0 0,0-1 0 0 0,0 1 0 0 0,3-4 0 0 0,8-5 111 0 0,1 1-1 0 0,0 0 0 0 0,1 1 1 0 0,0 0-1 0 0,1 1 1 0 0,-1 1-1 0 0,1 0 1 0 0,1 1-1 0 0,-1 1 1 0 0,28-5-1 0 0,-11 1 5 0 0,-31 8-183 0 0,-1 1-1 0 0,1-1 1 0 0,0 1 0 0 0,-1-1 0 0 0,1 1 0 0 0,0 0 0 0 0,0 0 0 0 0,-1 0-1 0 0,1 0 1 0 0,0 0 0 0 0,0 0 0 0 0,-1 0 0 0 0,1 0 0 0 0,0 1 0 0 0,-1-1 0 0 0,1 1-1 0 0,0-1 1 0 0,-1 1 0 0 0,1 0 0 0 0,0-1 0 0 0,-1 1 0 0 0,1 0 0 0 0,-1 0 0 0 0,0 0-1 0 0,1 0 1 0 0,-1 1 0 0 0,0-1 0 0 0,1 0 0 0 0,-1 1 0 0 0,0-1 0 0 0,0 0-1 0 0,0 1 1 0 0,0-1 0 0 0,-1 1 0 0 0,1-1 0 0 0,0 1 0 0 0,-1 0 0 0 0,1-1 0 0 0,-1 1-1 0 0,1 0 1 0 0,-1 0 0 0 0,0-1 0 0 0,1 1 0 0 0,-1 0 0 0 0,0 0 0 0 0,0-1 0 0 0,-1 1-1 0 0,1 0 1 0 0,0 0 0 0 0,0-1 0 0 0,-1 1 0 0 0,1 0 0 0 0,-2 2 0 0 0,-7 11-19 0 0,-1 0 0 0 0,0-1 1 0 0,-1 0-1 0 0,-1 0 1 0 0,0-1-1 0 0,-1-1 1 0 0,0 0-1 0 0,-24 16 1 0 0,16-12-40 0 0,13-12-4 0 0,6-4 0 0 0,1 1 0 0 0,-1-1 0 0 0,1 1 0 0 0,-1 0 0 0 0,1 0 0 0 0,0-1 0 0 0,-1 1 0 0 0,1 0 0 0 0,0 0 0 0 0,0 1 0 0 0,0-1 0 0 0,-1 0 0 0 0,1 0 0 0 0,0 0 0 0 0,0 1 0 0 0,1-1 0 0 0,-1 1 0 0 0,0-1 0 0 0,0 0 0 0 0,0 2 0 0 0,1-2 0 0 0,0-1 0 0 0,0 1 0 0 0,-1-1 0 0 0,1 1 0 0 0,0-1 0 0 0,0 0 0 0 0,0 1 0 0 0,0-1 0 0 0,0 1 0 0 0,0-1 0 0 0,0 1 0 0 0,0-1 0 0 0,0 1 0 0 0,0-1 0 0 0,0 0 0 0 0,0 1 0 0 0,0-1 0 0 0,0 1 0 0 0,0-1 0 0 0,1 1 0 0 0,-1-1 0 0 0,0 0 0 0 0,0 1 0 0 0,0-1 0 0 0,1 1 0 0 0,-1-1 0 0 0,0 0 0 0 0,0 1 0 0 0,1-1 0 0 0,-1 0 0 0 0,0 1 0 0 0,1-1 0 0 0,-1 0 0 0 0,0 0 0 0 0,1 1 0 0 0,-1-1 0 0 0,1 0 0 0 0,-1 0 0 0 0,1 1 0 0 0,11 4 0 0 0,-3-2 0 0 0,1-1 0 0 0,-1 0 0 0 0,1-1 0 0 0,0 0 0 0 0,0 0 0 0 0,0-1 0 0 0,0 0 0 0 0,13-3 0 0 0,19 2 0 0 0,32 1 0 0 0,-60 1 0 0 0,-4 3 0 0 0,-15 10 0 0 0,-7-2 0 0 0,1-4 0 0 0,4-2-275 0 0,6-4-1198 0 0,27-2-16423 0 0,-20 0 10518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9.2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9 1120 0 0,'11'-8'13522'0'0,"-4"9"-5342"0"0,-1 19-2460 0 0,-9 21-6140 0 0,1-30 2925 0 0,-4 8-2309 0 0,1 0-1 0 0,-3 30 1 0 0,2-37-3617 0 0,2-6-2244 0 0,2 0-4823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9.4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33 1016 0 0,'0'0'11214'0'0,"6"2"-9603"0"0,25 2 385 0 0,1 0 1 0 0,-1-2-1 0 0,50-4 1 0 0,97-16 1296 0 0,-172 12-3913 0 0,-37-12-19640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0.2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274 29 1472 0 0,'0'0'4167'0'0,"4"-22"3350"0"0,-6 16 1737 0 0,-4 6-8838 0 0,1 0 0 0 0,-1 0 0 0 0,1 0 0 0 0,0 1 0 0 0,-1 0 0 0 0,1 1 1 0 0,0-1-1 0 0,0 1 0 0 0,0 0 0 0 0,0 0 0 0 0,0 0 0 0 0,0 1 0 0 0,0 0 0 0 0,1 0 0 0 0,-5 3 0 0 0,-13 10 1166 0 0,-35 32 1 0 0,43-35-1508 0 0,1 0 1 0 0,0 1 0 0 0,1 1 0 0 0,0 0 0 0 0,-13 22 0 0 0,22-31-72 0 0,0 0 0 0 0,0 0 0 0 0,1 0 0 0 0,0 1 0 0 0,0-1 0 0 0,0 0 0 0 0,1 1 0 0 0,0-1 0 0 0,0 1 0 0 0,0 0 0 0 0,1-1 0 0 0,0 1 0 0 0,0-1 0 0 0,1 1 0 0 0,0 0 0 0 0,0-1 0 0 0,1 1 0 0 0,-1-1 0 0 0,4 8 0 0 0,-3-11-26 0 0,0-1-1 0 0,0 1 1 0 0,0-1 0 0 0,0 1-1 0 0,1-1 1 0 0,-1 0 0 0 0,0 0-1 0 0,1 0 1 0 0,0 0-1 0 0,-1-1 1 0 0,1 1 0 0 0,0-1-1 0 0,0 1 1 0 0,0-1 0 0 0,0 0-1 0 0,0 0 1 0 0,0 0 0 0 0,0-1-1 0 0,0 1 1 0 0,1-1 0 0 0,-1 0-1 0 0,0 0 1 0 0,0 0 0 0 0,0 0-1 0 0,0 0 1 0 0,1-1-1 0 0,2 0 1 0 0,11-1-351 0 0,-1-1 1 0 0,1-1-1 0 0,24-8 0 0 0,-34 9-422 0 0,1 1-1 0 0,-1-1 0 0 0,0-1 1 0 0,0 1-1 0 0,0-1 0 0 0,-1-1 1 0 0,0 1-1 0 0,1-1 0 0 0,9-10 1 0 0,7-18-10794 0 0,-17 17 5344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0.6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19 1712 0 0,'0'-1'316'0'0,"0"0"-1"0"0,0 1 1 0 0,0-1-1 0 0,0 0 1 0 0,0 0-1 0 0,0 1 1 0 0,-1-1 0 0 0,1 0-1 0 0,0 0 1 0 0,0 1-1 0 0,-1-1 1 0 0,1 0-1 0 0,0 1 1 0 0,-1-1-1 0 0,1 1 1 0 0,-1-1 0 0 0,1 0-1 0 0,-1 1 1 0 0,1-1-1 0 0,-1 1 1 0 0,1-1-1 0 0,-1 1 1 0 0,1-1-1 0 0,-1 1 1 0 0,0 0 0 0 0,1-1-1 0 0,-1 1 1 0 0,0 0-1 0 0,1-1 1 0 0,-1 1-1 0 0,0 0 1 0 0,-1 0-1 0 0,-32 2 4500 0 0,23 1-3868 0 0,0 1 1 0 0,1 0-1 0 0,0 0 0 0 0,-12 8 1 0 0,13-6-264 0 0,0 0 1 0 0,1 0 0 0 0,-1 1 0 0 0,1 1-1 0 0,1-1 1 0 0,-12 15 0 0 0,17-18-502 0 0,-1 0 1 0 0,1-1-1 0 0,0 2 1 0 0,0-1 0 0 0,0 0-1 0 0,1 0 1 0 0,-1 0-1 0 0,1 1 1 0 0,0-1 0 0 0,0 1-1 0 0,1-1 1 0 0,-1 1-1 0 0,1-1 1 0 0,0 1 0 0 0,0-1-1 0 0,1 1 1 0 0,-1-1-1 0 0,2 5 1 0 0,-1-6-117 0 0,-1 0 0 0 0,1-1 0 0 0,0 1 1 0 0,1-1-1 0 0,-1 1 0 0 0,0-1 0 0 0,1 1 0 0 0,-1-1 0 0 0,1 0 0 0 0,0 0 0 0 0,-1 0 0 0 0,1 0 1 0 0,0 0-1 0 0,0 0 0 0 0,1 0 0 0 0,-1-1 0 0 0,4 3 0 0 0,-1-1-37 0 0,1-1 0 0 0,-1 0 0 0 0,1 0 0 0 0,0 0 0 0 0,-1-1 0 0 0,1 0 0 0 0,11 1 0 0 0,7-1-223 0 0,0-2 0 0 0,-1-1 1 0 0,29-5-1 0 0,-46 6 140 0 0,6-1-71 0 0,0 0-1 0 0,0-1 1 0 0,0 0 0 0 0,0-1-1 0 0,16-8 1 0 0,-25 10 140 0 0,0 1 0 0 0,0-1 0 0 0,0 0 0 0 0,0 0 0 0 0,0 0 0 0 0,-1 0 0 0 0,1 0 0 0 0,-1 0 0 0 0,1-1 0 0 0,-1 0 0 0 0,0 1 0 0 0,0-1 0 0 0,0 0 0 0 0,0 0 0 0 0,-1 0 0 0 0,1 0 0 0 0,-1 0 0 0 0,0 0 0 0 0,0 0 0 0 0,0-1 0 0 0,0 1 0 0 0,0 0 0 0 0,0-7 0 0 0,-1 7 38 0 0,0 1 0 0 0,0-1 0 0 0,-1 1 0 0 0,1-1 0 0 0,0 1 1 0 0,-1-1-1 0 0,0 1 0 0 0,1 0 0 0 0,-1-1 0 0 0,0 1 0 0 0,0 0 0 0 0,-1-1 0 0 0,1 1 0 0 0,0 0 0 0 0,-1 0 0 0 0,1 0 0 0 0,-1 0 0 0 0,0 0 1 0 0,0 0-1 0 0,1 1 0 0 0,-1-1 0 0 0,0 1 0 0 0,-5-3 0 0 0,-4-1 194 0 0,0 0 0 0 0,-1 0 1 0 0,0 2-1 0 0,-16-4 0 0 0,22 5-240 0 0,-11-1-8 0 0,5 2-17 0 0,10 1-273 0 0,7 3-2427 0 0,22 7 450 0 0,-8-3-2840 0 0,-3-1-5475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0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83 1 1164 0 0,'-6'0'17627'0'0,"7"11"-16953"0"0,0 0-1 0 0,0 1 1 0 0,-1-1-1 0 0,-1 1 1 0 0,0-1-1 0 0,0 0 1 0 0,-5 18 0 0 0,-29 91 6571 0 0,19-67-5903 0 0,11-41-1342 0 0,2 0 0 0 0,0 0 0 0 0,0 0 0 0 0,1 0 0 0 0,0 1 0 0 0,1-1 0 0 0,1 0 0 0 0,0 1 0 0 0,2 18 0 0 0,2-20 0 0 0,3 3 0 0 0,-1-3 0 0 0,3-7 0 0 0,7-9 0 0 0,-14 5 0 0 0,-1-1 0 0 0,-1 1 0 0 0,1 0 0 0 0,0-1 0 0 0,-1 1 0 0 0,1 0 0 0 0,0-1 0 0 0,-1 1 0 0 0,1-1 0 0 0,-1 1 0 0 0,1 0 0 0 0,-1-1 0 0 0,1 0 0 0 0,-1 1 0 0 0,1-1 0 0 0,-1 1 0 0 0,1-1 0 0 0,-1 0 0 0 0,0 1 0 0 0,1-1 0 0 0,-1 0 0 0 0,0 1 0 0 0,0-1 0 0 0,1 0 0 0 0,-1 1 0 0 0,0-1 0 0 0,0 0 0 0 0,0 0 0 0 0,0 1 0 0 0,0-1 0 0 0,0 0 0 0 0,0 0 0 0 0,0 1 0 0 0,0-1 0 0 0,-1-1 0 0 0,0-16 0 0 0,-10-27-1695 0 0,10 42 780 0 0,-1 0 1 0 0,0 0-1 0 0,0 0 0 0 0,0 0 0 0 0,0 1 0 0 0,-1-1 1 0 0,1 1-1 0 0,-5-4 0 0 0,-1-2-9698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3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24 536 0 0,'-2'-7'-149'0'0,"-4"-5"12167"0"0,2 7-6601 0 0,1 8-3815 0 0,-4 5-429 0 0,1-1-1 0 0,0 1 0 0 0,0 0 0 0 0,-7 14 0 0 0,-28 76 3540 0 0,17-36-2659 0 0,2-4-1694 0 0,-29 118-1 0 0,50-169-358 0 0,0 0 0 0 0,0 0 0 0 0,0 0 0 0 0,1 0 0 0 0,0 0 0 0 0,0 0 0 0 0,1 0 0 0 0,0 0 0 0 0,0 0 0 0 0,1 0 0 0 0,4 12 0 0 0,-5-16 0 0 0,0 0 0 0 0,1 0 0 0 0,-1 0 0 0 0,1-1 0 0 0,0 1 0 0 0,0 0 0 0 0,0-1 0 0 0,0 1 0 0 0,0-1 0 0 0,0 0 0 0 0,1 1 0 0 0,-1-1 0 0 0,1 0 0 0 0,0 0 0 0 0,-1-1 0 0 0,1 1 0 0 0,0-1 0 0 0,0 1 0 0 0,0-1 0 0 0,0 0 0 0 0,0 0 0 0 0,1 0 0 0 0,-1-1 0 0 0,0 1 0 0 0,0-1 0 0 0,0 1 0 0 0,6-1 0 0 0,-2-1-458 0 0,0 0 1 0 0,1 0-1 0 0,-1 0 0 0 0,0-1 0 0 0,0 0 1 0 0,-1-1-1 0 0,12-4 0 0 0,-10 3-633 0 0,0-1-1 0 0,0 0 0 0 0,-1-1 0 0 0,1 1 0 0 0,-1-1 0 0 0,-1-1 0 0 0,1 1 1 0 0,-1-1-1 0 0,0 0 0 0 0,-1-1 0 0 0,1 1 0 0 0,-1-1 0 0 0,-1 0 0 0 0,0 0 1 0 0,6-17-1 0 0,-5 8-5452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8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52 852 0 0,'-4'-13'2566'0'0,"5"8"2369"0"0,10-6-1285 0 0,-9 9-3249 0 0,0 0 0 0 0,1 0 0 0 0,-1 0 0 0 0,0 0 0 0 0,1 1 0 0 0,-1-1 0 0 0,0 1 0 0 0,1-1 0 0 0,0 1 0 0 0,-1 0 0 0 0,1 0 0 0 0,0 0 0 0 0,0 1 0 0 0,-1-1 0 0 0,1 0 0 0 0,0 1 0 0 0,0 0 0 0 0,0 0 0 0 0,0 0 0 0 0,3 0 0 0 0,-1 0 58 0 0,0 0 0 0 0,0 0 0 0 0,-1 0 0 0 0,1 1 0 0 0,0 0 0 0 0,0-1 0 0 0,-1 2 0 0 0,1-1 0 0 0,5 2 0 0 0,-9-2-342 0 0,0 0-1 0 0,0 0 1 0 0,0 1 0 0 0,0-1 0 0 0,0 0-1 0 0,0 0 1 0 0,0 0 0 0 0,-1 1 0 0 0,1-1 0 0 0,0 0-1 0 0,-1 1 1 0 0,1-1 0 0 0,-1 0 0 0 0,1 1-1 0 0,-1-1 1 0 0,0 1 0 0 0,1-1 0 0 0,-1 1-1 0 0,0-1 1 0 0,0 1 0 0 0,0-1 0 0 0,0 1 0 0 0,0-1-1 0 0,-1 1 1 0 0,1-1 0 0 0,0 0 0 0 0,-1 1-1 0 0,1-1 1 0 0,-1 1 0 0 0,1-1 0 0 0,-1 0-1 0 0,0 1 1 0 0,-1 1 0 0 0,-7 18 423 0 0,0-1 1 0 0,-1-1-1 0 0,-1 0 1 0 0,-1 0-1 0 0,0-1 1 0 0,-30 32-1 0 0,39-47-540 0 0,1-1 0 0 0,0 0 0 0 0,0-1 0 0 0,0 1 0 0 0,1 0 0 0 0,-1 0 0 0 0,1 0 0 0 0,-1 0 0 0 0,1 1 0 0 0,0-1 0 0 0,0 0 0 0 0,0 1 0 0 0,0-1 0 0 0,0 0 0 0 0,0 4 0 0 0,1 9 0 0 0,0-14 0 0 0,0 0 0 0 0,0 0 0 0 0,0 0 0 0 0,0 0 0 0 0,0 0 0 0 0,1 0 0 0 0,-1 0 0 0 0,0 0 0 0 0,1 0 0 0 0,-1 0 0 0 0,1 0 0 0 0,-1 0 0 0 0,1 0 0 0 0,-1 0 0 0 0,1 0 0 0 0,0 0 0 0 0,-1 0 0 0 0,1-1 0 0 0,0 1 0 0 0,0 0 0 0 0,0-1 0 0 0,0 1 0 0 0,0 0 0 0 0,-1-1 0 0 0,1 1 0 0 0,0-1 0 0 0,0 1 0 0 0,0-1 0 0 0,0 0 0 0 0,1 1 0 0 0,-1-1 0 0 0,0 0 0 0 0,0 0 0 0 0,0 0 0 0 0,0 1 0 0 0,0-1 0 0 0,0-1 0 0 0,0 1 0 0 0,0 0 0 0 0,0 0 0 0 0,0 0 0 0 0,1 0 0 0 0,0-1 0 0 0,1 0 0 0 0,24 0 0 0 0,1-1 0 0 0,-1-1 0 0 0,0-2 0 0 0,37-11 0 0 0,-62 16-62 0 0,0 0 0 0 0,0-1 0 0 0,0 1 0 0 0,-1-1 0 0 0,1 0 0 0 0,0 1 0 0 0,0-1 0 0 0,-1 0 0 0 0,1 0 0 0 0,0 0-1 0 0,-1 0 1 0 0,1-1 0 0 0,-1 1 0 0 0,0 0 0 0 0,1-1 0 0 0,-1 1 0 0 0,0-1 0 0 0,0 1 0 0 0,0-1 0 0 0,0 1 0 0 0,1-3 0 0 0,-1 3-78 0 0,0-1-1220 0 0,-2-2-244 0 0,-7-12-1823 0 0,-3 2-5494 0 0,7 10 5071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3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32 460 0 0,'0'0'1813'0'0,"0"-11"1049"0"0,-1 6 2747 0 0,1 4-5194 0 0,-1 0 0 0 0,1 0 0 0 0,-1 0 0 0 0,1 0 1 0 0,-1 0-1 0 0,1 1 0 0 0,-1-1 0 0 0,1 0 0 0 0,-1 0 1 0 0,0 1-1 0 0,1-1 0 0 0,-1 0 0 0 0,0 1 1 0 0,0-1-1 0 0,1 1 0 0 0,-1-1 0 0 0,0 1 0 0 0,0-1 1 0 0,0 1-1 0 0,0-1 0 0 0,0 1 0 0 0,0 0 0 0 0,0 0 1 0 0,1-1-1 0 0,-1 1 0 0 0,0 0 0 0 0,0 0 0 0 0,-2 0 1 0 0,-1 0 215 0 0,0 1 0 0 0,1 0 1 0 0,-1-1-1 0 0,0 1 0 0 0,0 1 1 0 0,1-1-1 0 0,-7 4 1 0 0,-4 2 796 0 0,1 1 0 0 0,-25 19 0 0 0,31-21-1331 0 0,-1 1-13 0 0,0 0 1 0 0,0 0-1 0 0,1 0 0 0 0,-9 12 1 0 0,14-16-78 0 0,0 0 0 0 0,0 0 0 0 0,0 1 0 0 0,1-1 0 0 0,-1 0 0 0 0,1 1 1 0 0,0-1-1 0 0,0 1 0 0 0,0 0 0 0 0,0-1 0 0 0,1 1 0 0 0,-1 0 0 0 0,1-1 0 0 0,0 1 1 0 0,0 0-1 0 0,1 0 0 0 0,0 5 0 0 0,0-7-7 0 0,0 1 0 0 0,0-1 0 0 0,0 0 0 0 0,0 0 0 0 0,1 0 0 0 0,-1 0 0 0 0,1 0 0 0 0,-1 0 0 0 0,1 0 0 0 0,0 0 0 0 0,0-1 0 0 0,0 1 0 0 0,0-1 0 0 0,0 1 0 0 0,0-1 0 0 0,0 0 0 0 0,0 0 0 0 0,1 0 0 0 0,-1 0 0 0 0,0 0 0 0 0,1 0 0 0 0,-1 0 0 0 0,1-1 0 0 0,3 1 0 0 0,71 6 0 0 0,-54-6 0 0 0,69 4 0 0 0,-77-2 0 0 0,-3 2 0 0 0,-1-1 0 0 0,-9 4 0 0 0,-1-7 0 0 0,-1 0 0 0 0,1 0 0 0 0,-1 0 0 0 0,0 0 0 0 0,1 0 0 0 0,-1 0 0 0 0,0 0 0 0 0,0 0 0 0 0,0 0 0 0 0,0 0 0 0 0,0 0 0 0 0,0 0 0 0 0,0 0 0 0 0,0 0 0 0 0,0 0 0 0 0,0 0 0 0 0,0 0 0 0 0,-1-1 0 0 0,1 1 0 0 0,0 0 0 0 0,-1 0 0 0 0,1 0 0 0 0,-1 0 0 0 0,1 0 0 0 0,-1 0 0 0 0,1-1 0 0 0,-1 1 0 0 0,1 0 0 0 0,-1 0 0 0 0,0-1 0 0 0,-1 2 0 0 0,-11 13 0 0 0,11-8 0 0 0,-1-1 0 0 0,-25 15 0 0 0,26-17 0 0 0,-2 0 0 0 0,-27 0 0 0 0,13-4 0 0 0,16 0-127 0 0,0-1-1 0 0,1 1 1 0 0,-1-1 0 0 0,0 1 0 0 0,0-1-1 0 0,0 0 1 0 0,0 0 0 0 0,0 0-1 0 0,1 0 1 0 0,-1 0 0 0 0,0 0-1 0 0,1 0 1 0 0,-1-1 0 0 0,1 1 0 0 0,-1 0-1 0 0,1-1 1 0 0,0 0 0 0 0,-1 1-1 0 0,1-1 1 0 0,0 0 0 0 0,0 1 0 0 0,0-1-1 0 0,1 0 1 0 0,-1 0 0 0 0,0 0-1 0 0,1 0 1 0 0,-1-2 0 0 0,-1-2-710 0 0,-1-6-1746 0 0,7-7-6541 0 0,-2 12 4680 0 0,-1-4-2423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6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110 0 1976 0 0,'-36'9'2072'0'0,"28"-7"-77"0"0,-6 18 6513 0 0,0-2-5190 0 0,6 28 2282 0 0,8-38-5007 0 0,0 0 1 0 0,0-1-1 0 0,0 1 1 0 0,1 0-1 0 0,0 0 1 0 0,3 10-1 0 0,-2-4 204 0 0,0 0 0 0 0,0 1 0 0 0,-2 17 0 0 0,2-15-1371 0 0,-3-5-414 0 0,0-10 92 0 0,1-1 722 0 0,0-1 1 0 0,0 1-1 0 0,-1 0 1 0 0,1-1-1 0 0,0 1 1 0 0,0 0 0 0 0,-1-1-1 0 0,1 1 1 0 0,0 0-1 0 0,-1-1 1 0 0,1 1-1 0 0,0-1 1 0 0,-1 1 0 0 0,1-1-1 0 0,-1 1 1 0 0,1-1-1 0 0,-1 1 1 0 0,1-1-1 0 0,-1 0 1 0 0,0 1 0 0 0,1-1-1 0 0,-1 0 1 0 0,1 1-1 0 0,-1-1 1 0 0,0 0-1 0 0,1 0 1 0 0,-1 0 0 0 0,0 1-1 0 0,0-1 1 0 0,-22 2-7464 0 0,18-1 3216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8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41 2352 0 0,'0'0'6752'0'0,"20"11"2774"0"0,-7-5-6885 0 0,-3-5-2655 0 0,-1 0 1 0 0,1-1 0 0 0,-1 0-1 0 0,0-1 1 0 0,1 0 0 0 0,-1-1 0 0 0,0 1-1 0 0,0-2 1 0 0,11-3 0 0 0,13-9-4196 0 0,-4-5-4119 0 0,-16 9 3491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3.2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62 1 608 0 0,'0'0'12723'0'0,"4"3"-11247"0"0,5 3-197 0 0,1 0-1 0 0,0 0 0 0 0,20 7 0 0 0,-21-10-510 0 0,-1 1 0 0 0,1-1-1 0 0,-1 2 1 0 0,1-1 0 0 0,-1 1-1 0 0,-1 0 1 0 0,1 1 0 0 0,-1 0 0 0 0,11 11-1 0 0,-17-15-709 0 0,1-1 1 0 0,-1 1-1 0 0,0 0 0 0 0,0 0 0 0 0,0 0 0 0 0,0 0 0 0 0,0 0 1 0 0,0 1-1 0 0,-1-1 0 0 0,1 0 0 0 0,-1 0 0 0 0,1 0 1 0 0,-1 1-1 0 0,0-1 0 0 0,0 0 0 0 0,0 1 0 0 0,0-1 0 0 0,0 0 1 0 0,0 0-1 0 0,-1 1 0 0 0,1-1 0 0 0,-1 0 0 0 0,0 0 1 0 0,1 0-1 0 0,-1 0 0 0 0,0 0 0 0 0,0 0 0 0 0,-1 0 0 0 0,1 0 1 0 0,0 0-1 0 0,-1 0 0 0 0,1 0 0 0 0,-4 2 0 0 0,-5 5 463 0 0,0 0-1 0 0,-1 0 0 0 0,-1-1 1 0 0,-20 10-1 0 0,-4 4 70 0 0,-1 1-590 0 0,28-18 0 0 0,0 0 0 0 0,1 0 0 0 0,-1 1 0 0 0,-8 8 0 0 0,7-4 0 0 0,10 3 0 0 0,11-1 0 0 0,-6-9 0 0 0,0 0 0 0 0,0-1 0 0 0,0 1 0 0 0,0-1 0 0 0,0-1 0 0 0,1 1 0 0 0,-1-1 0 0 0,1 0 0 0 0,-1 0 0 0 0,1-1 0 0 0,-1 1 0 0 0,8-1 0 0 0,65-9 0 0 0,-70 8 0 0 0,17-2-63 0 0,32-9-522 0 0,-54 11 520 0 0,0 0 0 0 0,0-1 1 0 0,0 1-1 0 0,0-1 0 0 0,-1 0 0 0 0,1 0 0 0 0,0 0 0 0 0,-1 0 0 0 0,1-1 0 0 0,-1 1 0 0 0,0-1 0 0 0,0 1 0 0 0,0-1 0 0 0,0 0 0 0 0,1-3 0 0 0,-2 4-286 0 0,0 0 0 0 0,0 0 1 0 0,0 0-1 0 0,0 0 0 0 0,-1 0 0 0 0,1 0 0 0 0,-1 0 0 0 0,0 0 0 0 0,1 0 0 0 0,-1 0 0 0 0,0 0 1 0 0,0 0-1 0 0,0-1 0 0 0,-1 1 0 0 0,1 0 0 0 0,0 0 0 0 0,-1 0 0 0 0,1 0 0 0 0,-3-3 0 0 0,-5-14-5825 0 0,2 9 40 0 0,1-3-474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3.9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83 30 656 0 0,'0'0'9184'0'0,"-3"-3"-7696"0"0,1 0-1193 0 0,-21-14 14123 0 0,23 17-14418 0 0,2 13 803 0 0,-1 0 0 0 0,0 0 1 0 0,0 0-1 0 0,-3 20 0 0 0,-6 15-133 0 0,2-13 350 0 0,-4 62 0 0 0,12-84-1020 0 0,3 3 0 0 0,-4-2 0 0 0,0-15 0 0 0,8-6 0 0 0,-8 5 0 0 0,-1 0 0 0 0,1 0 0 0 0,-1 0 0 0 0,0 0 0 0 0,1 0 0 0 0,-1 0 0 0 0,0 0 0 0 0,0 0 0 0 0,0 0 0 0 0,-1 0 0 0 0,1 0 0 0 0,-1-3 0 0 0,-2-10-67 0 0,0 0 0 0 0,-1 0 0 0 0,-1 1 0 0 0,0-1 1 0 0,-12-20-1 0 0,16 33 46 0 0,1 1 0 0 0,-1 0 1 0 0,1-1-1 0 0,-1 1 1 0 0,1 0-1 0 0,0-1 1 0 0,-1 1-1 0 0,1-1 0 0 0,0 1 1 0 0,0-1-1 0 0,0 1 1 0 0,0-1-1 0 0,0 1 1 0 0,0 0-1 0 0,1-1 0 0 0,-1 1 1 0 0,0-1-1 0 0,1 1 1 0 0,-1 0-1 0 0,2-3 1 0 0,14-26-270 0 0,-13 25 241 0 0,2-1 22 0 0,0 0 1 0 0,0 1-1 0 0,0-1 0 0 0,1 1 1 0 0,0 0-1 0 0,0 1 1 0 0,0 0-1 0 0,1 0 0 0 0,0 0 1 0 0,-1 0-1 0 0,1 1 0 0 0,0 1 1 0 0,9-3-1 0 0,45-25-105 0 0,-41 23 515 0 0,-8 6 852 0 0,-31 16-1212 0 0,-1-1 1 0 0,-21 13 0 0 0,25-19-26 0 0,0 2 1 0 0,1 0-1 0 0,0 1 1 0 0,1 0-1 0 0,1 1 1 0 0,-1 0 0 0 0,-15 21-1 0 0,26-30 2 0 0,-2 14 0 0 0,4-15 0 0 0,1 1 0 0 0,0-1 0 0 0,0 1 0 0 0,-1 0 0 0 0,1-1 0 0 0,1 1 0 0 0,-1-1 0 0 0,0 1 0 0 0,1-1 0 0 0,-1 1 0 0 0,1-1 0 0 0,0 1 0 0 0,0-1 0 0 0,0 1 0 0 0,0-1 0 0 0,0 0 0 0 0,1 1 0 0 0,-1-1 0 0 0,0 0 0 0 0,1 0 0 0 0,0 0 0 0 0,0 0 0 0 0,-1 0 0 0 0,1-1 0 0 0,3 3 0 0 0,2 1 0 0 0,1-1 0 0 0,-1 0 0 0 0,1-1 0 0 0,-1 0 0 0 0,14 4 0 0 0,-8-3 0 0 0,1 1 0 0 0,0-1 0 0 0,0-1 0 0 0,0 0 0 0 0,1-1 0 0 0,-1-1 0 0 0,1 0 0 0 0,26-2 0 0 0,-27 0 0 0 0,-4-2-121 0 0,-8 2-738 0 0,-18-11-6578 0 0,11 9 4143 0 0,0 0-4236 0 0,-6-4-75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4.2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223 8 368 0 0,'0'0'14331'0'0,"2"-7"-2832"0"0,14 39-10604 0 0,-2 1 0 0 0,-1 1 0 0 0,18 69 0 0 0,-27-81-522 0 0,0 1 1 0 0,-1-1 0 0 0,-1 1-1 0 0,-1-1 1 0 0,-1 1 0 0 0,-1 0-1 0 0,-7 41 1 0 0,5-53-374 0 0,0 0 0 0 0,-1 0 0 0 0,-1 0 0 0 0,1 0 0 0 0,-1-1 0 0 0,-1 0 0 0 0,0 0 0 0 0,-1 0 0 0 0,0-1 0 0 0,0 0 0 0 0,-1 0 0 0 0,0-1 0 0 0,0 0 0 0 0,-1 0 0 0 0,0-1 0 0 0,-1 0 0 0 0,-16 9 0 0 0,24-14 0 0 0,1-2 0 0 0,1 1 0 0 0,-1-1 0 0 0,0 1 0 0 0,1-1 0 0 0,-1 0 0 0 0,0 0 0 0 0,1 1 0 0 0,-1-1 0 0 0,0 0 0 0 0,0 0 0 0 0,1 1 0 0 0,-1-1 0 0 0,0 0 0 0 0,0 0 0 0 0,1 0 0 0 0,-1 0 0 0 0,0 0 0 0 0,0 0 0 0 0,1-1 0 0 0,-1 1 0 0 0,0 0 0 0 0,0 0 0 0 0,1 0 0 0 0,-1-1 0 0 0,0 1 0 0 0,-1-1 0 0 0,-39-12-3125 0 0,29 6 814 0 0,1 0 0 0 0,-1-1 0 0 0,2 0 0 0 0,-1 0 0 0 0,1-1 0 0 0,-11-13 0 0 0,4 2-5257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0.81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494 8 1616 0 0,'0'0'30673'0'0,"-4"-2"-30263"0"0,-16-3-342 0 0,16 6-68 0 0,1 0 0 0 0,-1 1 0 0 0,1-1 0 0 0,-1 1 0 0 0,1 0 0 0 0,0 0 0 0 0,0 0 0 0 0,0 0 0 0 0,0 1 0 0 0,0-1 0 0 0,-3 5 0 0 0,-35 38 0 0 0,31-33 0 0 0,-207 251 0 0 0,146-158 0 0 0,6-8 0 0 0,45-58 0 0 0,20-38 0 0 0,0-1 0 0 0,0 0 0 0 0,0 0 0 0 0,0 0 0 0 0,0-1 0 0 0,-1 1 0 0 0,1 0 0 0 0,0 0 0 0 0,0 0 0 0 0,0 0 0 0 0,0 0 0 0 0,0 0 0 0 0,0 0 0 0 0,0 0 0 0 0,0 0 0 0 0,0 0 0 0 0,-1 0 0 0 0,1 0 0 0 0,0 0 0 0 0,0 0 0 0 0,0 0 0 0 0,0 0 0 0 0,0 0 0 0 0,0 0 0 0 0,0 0 0 0 0,0 0 0 0 0,0 1 0 0 0,-1-1 0 0 0,1 0 0 0 0,0 0 0 0 0,0 0 0 0 0,0 0 0 0 0,0 0 0 0 0,0 0 0 0 0,0 0 0 0 0,0 0 0 0 0,0 0 0 0 0,0 0 0 0 0,0 0 0 0 0,0 0 0 0 0,0 0 0 0 0,0 1 0 0 0,0-1 0 0 0,0 0 0 0 0,0 0 0 0 0,-1 0 0 0 0,4-36-185 0 0,1 27-411 0 0,0-6-987 0 0,-5 5-827 0 0,-4-7-11774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1.1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55 1676 0 0,'6'-20'3987'0'0,"-5"-15"19847"0"0,-2 44-22803 0 0,-1 7-835 0 0,1 1-1 0 0,1 0 1 0 0,0 0 0 0 0,1-1-1 0 0,1 1 1 0 0,5 21 0 0 0,-4-27-117 0 0,0 0 0 0 0,0 0 0 0 0,1 0 0 0 0,1-1 0 0 0,-1 1 0 0 0,2-1 0 0 0,-1 0 0 0 0,2 0 0 0 0,-1-1 0 0 0,16 16 0 0 0,-18-21-79 0 0,0 0 0 0 0,1-1 0 0 0,-1 0 0 0 0,1 0 0 0 0,0-1 0 0 0,0 1 0 0 0,0-1 0 0 0,0 0 0 0 0,1 0 0 0 0,-1-1 0 0 0,7 2 0 0 0,46 16 0 0 0,-55-18 0 0 0,-18-13-98 0 0,14 12-2 0 0,0 0 1 0 0,0-1-1 0 0,-1 1 1 0 0,1 0-1 0 0,0 0 1 0 0,0 0-1 0 0,0 0 1 0 0,-1 0-1 0 0,1 0 1 0 0,0 0-1 0 0,0 0 1 0 0,0 1-1 0 0,0-1 1 0 0,-1 0-1 0 0,1 1 1 0 0,0-1-1 0 0,0 0 1 0 0,0 1-1 0 0,0 0 1 0 0,0-1-1 0 0,0 1 1 0 0,-2 1-1 0 0,3-2-159 0 0,-29 19-6647 0 0,20-12-3778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1.9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214 11 1528 0 0,'0'-1'12714'0'0,"-12"-9"5392"0"0,-12 21-17748 0 0,-6 9-284 0 0,20-11-87 0 0,-4-1 13 0 0,2 1 0 0 0,-1 1 0 0 0,1 0 0 0 0,1 1 0 0 0,0 0 0 0 0,0 0 0 0 0,1 1 0 0 0,1 1 0 0 0,-12 17 0 0 0,10 4 0 0 0,11-32 0 0 0,-1-1 0 0 0,1 0 0 0 0,-1 0 0 0 0,1 1 0 0 0,0-1 0 0 0,0 0 0 0 0,0 1 0 0 0,0-1 0 0 0,0 0 0 0 0,0 1 0 0 0,0-1 0 0 0,0 0 0 0 0,0 1 0 0 0,1-1 0 0 0,-1 0 0 0 0,0 1 0 0 0,1-1 0 0 0,-1 0 0 0 0,1 0 0 0 0,0 0 0 0 0,-1 1 0 0 0,1-1 0 0 0,0 0 0 0 0,0 0 0 0 0,0 0 0 0 0,0 0 0 0 0,0 0 0 0 0,0 0 0 0 0,0-1 0 0 0,0 1 0 0 0,0 0 0 0 0,0 0 0 0 0,2 0 0 0 0,32 9 0 0 0,-16-8 0 0 0,-1-1 0 0 0,1-2 0 0 0,0 0 0 0 0,-1 0 0 0 0,29-8 0 0 0,90-30 0 0 0,-106 29 0 0 0,-24 7 0 0 0,3-3 0 0 0,-10 6 0 0 0,0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0,0 1 0 0 0,0 0 0 0 0,0 0 0 0 0,0 0 0 0 0,1 0 0 0 0,-1 0 0 0 0,0 0 0 0 0,0 0 0 0 0,0 0 0 0 0,0 0 0 0 0,0 0 0 0 0,0 0 0 0 0,-29 5 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2.0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1 32767 0 0,'0'0'0'0'0,"-7"6"0"0"0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4.4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37 1304 0 0,'0'0'22886'0'0,"0"-1"-22727"0"0,0 1-1 0 0,-1-1 1 0 0,1 1 0 0 0,0-1 0 0 0,0 1 0 0 0,0-1 0 0 0,0 1 0 0 0,0-1 0 0 0,0 1 0 0 0,0-1 0 0 0,0 1 0 0 0,0-1 0 0 0,0 1 0 0 0,0 0 0 0 0,0-1 0 0 0,1 1 0 0 0,-1-1 0 0 0,0 1 0 0 0,0-1 0 0 0,0 1 0 0 0,1-1 0 0 0,-1 1 0 0 0,0 0-1 0 0,0-1 1 0 0,1 1 0 0 0,-1-1 0 0 0,0 1 0 0 0,1-1 0 0 0,50-4 1065 0 0,114-11 1520 0 0,-148 16-2744 0 0,-6-1-263 0 0,-11 1 50 0 0,1 1-1 0 0,-1 0 1 0 0,0-1-1 0 0,1 1 1 0 0,-1 0-1 0 0,0 0 1 0 0,0-1-1 0 0,0 1 1 0 0,0 0-1 0 0,1 0 1 0 0,-1 0-1 0 0,0-1 1 0 0,0 1-1 0 0,-1 0 1 0 0,1 0-1 0 0,0-1 1 0 0,0 1-1 0 0,0 0 1 0 0,0 0-1 0 0,-1-1 1 0 0,1 1-1 0 0,0 0 1 0 0,-1 0-1 0 0,1-1 1 0 0,-1 2-1 0 0,-7 2-1184 0 0,-9 7-2911 0 0,6-1-4759 0 0,6-4 2218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4.7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59 1364 0 0,'-3'9'15472'0'0,"10"-5"-6180"0"0,10-5-4729 0 0,4-4-3368 0 0,44-14-4168 0 0,-47 13 4295 0 0,40-20-7711 0 0,-37 12-6727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5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243 45 292 0 0,'0'0'1574'0'0,"8"-20"6537"0"0,-6 6 9391 0 0,-6 11-17081 0 0,-10-5 2495 0 0,-26 8-965 0 0,32 3-1951 0 0,0 0 0 0 0,1 0 0 0 0,-1 0 0 0 0,0 1 0 0 0,-10 8 0 0 0,0 1 0 0 0,1 1 0 0 0,1 1 0 0 0,-24 27 0 0 0,35-37 0 0 0,0 2 0 0 0,1-1 0 0 0,-1 1 0 0 0,1 0 0 0 0,0-1 0 0 0,1 2 0 0 0,0-1 0 0 0,0 0 0 0 0,1 1 0 0 0,-1-1 0 0 0,2 1 0 0 0,-1 0 0 0 0,0 12 0 0 0,2-16 0 0 0,0 0 0 0 0,0-1 0 0 0,1 1 0 0 0,-1 0 0 0 0,1 0 0 0 0,0-1 0 0 0,0 1 0 0 0,1 0 0 0 0,-1-1 0 0 0,1 1 0 0 0,-1-1 0 0 0,1 0 0 0 0,0 1 0 0 0,0-1 0 0 0,1 0 0 0 0,-1 0 0 0 0,1 0 0 0 0,-1-1 0 0 0,1 1 0 0 0,0 0 0 0 0,0-1 0 0 0,0 0 0 0 0,0 0 0 0 0,1 0 0 0 0,-1 0 0 0 0,0 0 0 0 0,1-1 0 0 0,-1 0 0 0 0,1 1 0 0 0,0-1 0 0 0,0 0 0 0 0,-1-1 0 0 0,5 1 0 0 0,5 1 0 0 0,0-1 0 0 0,1-1 0 0 0,-1 0 0 0 0,0 0 0 0 0,0-1 0 0 0,0-1 0 0 0,0-1 0 0 0,19-5 0 0 0,-18 4 0 0 0,-1 0 0 0 0,1-1 0 0 0,-1 0 0 0 0,0-2 0 0 0,0 1 0 0 0,0-1 0 0 0,-1-1 0 0 0,0 0 0 0 0,-1-1 0 0 0,0-1 0 0 0,0 1 0 0 0,-1-2 0 0 0,0 1 0 0 0,11-18 0 0 0,-8-12 0 0 0,-12 38 0 0 0,-1-1 0 0 0,1 1 0 0 0,-1 0 0 0 0,0 0 0 0 0,0-1 0 0 0,0 1 0 0 0,-1 0 0 0 0,1 0 0 0 0,0-1 0 0 0,-1 1 0 0 0,1 0 0 0 0,-1 0 0 0 0,0 0 0 0 0,0-1 0 0 0,0 1 0 0 0,0 0 0 0 0,0 0 0 0 0,0 0 0 0 0,0 1 0 0 0,-1-1 0 0 0,1 0 0 0 0,-1 0 0 0 0,1 1 0 0 0,-5-4 0 0 0,-1 0 0 0 0,5 3 0 0 0,0 0 0 0 0,0 0 0 0 0,-1 1 0 0 0,1 0 0 0 0,0-1 0 0 0,-1 1 0 0 0,1 0 0 0 0,-1 0 0 0 0,1 0 0 0 0,-1 0 0 0 0,1 1 0 0 0,-1-1 0 0 0,0 1 0 0 0,1 0 0 0 0,-6-1 0 0 0,6 1 0 0 0,-1-1 0 0 0,1 1 0 0 0,-1 0 0 0 0,1 0 0 0 0,-1 0 0 0 0,1 0 0 0 0,0 0 0 0 0,-1 0 0 0 0,1 1 0 0 0,-1-1 0 0 0,1 1 0 0 0,-1 0 0 0 0,1-1 0 0 0,0 1 0 0 0,0 0 0 0 0,-1 1 0 0 0,1-1 0 0 0,0 0 0 0 0,-3 3 0 0 0,-2 1 0 0 0,-1 1 0 0 0,6 6 0 0 0,12 11 0 0 0,-5-23 0 0 0,9 6-2792 0 0,20-1-12584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0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 1468 0 0,'7'3'30406'0'0,"-9"0"-29638"0"0,-7 10-643 0 0,2-3-565 0 0,6-9-2158 0 0,7-2-2935 0 0,18-6-3624 0 0,-18 6 699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4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220 29 2472 0 0,'-3'-2'2537'0'0,"-2"-1"-1749"0"0,0-1 0 0 0,0 1-1 0 0,0 0 1 0 0,-1 1 0 0 0,-10-4-1 0 0,10 5 408 0 0,0-1-1 0 0,0 1 1 0 0,0 1-1 0 0,0-1 1 0 0,-1 1-1 0 0,1 0 1 0 0,0 0-1 0 0,0 1 0 0 0,0 0 1 0 0,0 0-1 0 0,0 0 1 0 0,0 1-1 0 0,0 0 1 0 0,0 0-1 0 0,0 1 1 0 0,-9 5-1 0 0,-26 22 1532 0 0,29-13-2726 0 0,6-5 0 0 0,6-11 0 0 0,-1 0 0 0 0,1-1 0 0 0,0 1 0 0 0,-1 0 0 0 0,1-1 0 0 0,0 1 0 0 0,-1 0 0 0 0,1-1 0 0 0,0 1 0 0 0,0 0 0 0 0,0-1 0 0 0,0 1 0 0 0,0 0 0 0 0,0 0 0 0 0,0-1 0 0 0,0 1 0 0 0,0 0 0 0 0,0-1 0 0 0,0 1 0 0 0,0 0 0 0 0,1 0 0 0 0,-1-1 0 0 0,0 1 0 0 0,0 0 0 0 0,1-1 0 0 0,-1 1 0 0 0,1 0 0 0 0,-1-1 0 0 0,0 1 0 0 0,1-1 0 0 0,-1 1 0 0 0,1-1 0 0 0,-1 1 0 0 0,1-1 0 0 0,-1 1 0 0 0,1-1 0 0 0,0 1 0 0 0,0-1 0 0 0,4 7 0 0 0,0-1 0 0 0,0 0 0 0 0,0 0 0 0 0,1 0 0 0 0,0-1 0 0 0,1 0 0 0 0,-1 0 0 0 0,1-1 0 0 0,9 6 0 0 0,-15-10 0 0 0,11 8 0 0 0,1 0 0 0 0,-1 1 0 0 0,0 0 0 0 0,-1 1 0 0 0,0 1 0 0 0,10 11 0 0 0,-17-17 0 0 0,2 6 0 0 0,-4 5 0 0 0,-2-12 0 0 0,2 17 0 0 0,-8-5 0 0 0,3-4 0 0 0,-7-2 0 0 0,1-2 0 0 0,-8-6 0 0 0,0-9 0 0 0,14 5-257 0 0,0-1-1 0 0,-1 0 1 0 0,1 0-1 0 0,0 0 1 0 0,1-1-1 0 0,-1 1 1 0 0,1-1-1 0 0,-1 1 1 0 0,1-1-1 0 0,0 0 1 0 0,0 0-1 0 0,1 0 1 0 0,-1 0 0 0 0,1 0-1 0 0,0 0 1 0 0,-1-6-1 0 0,-1-6-2311 0 0,2 0-1 0 0,0-29 0 0 0,1 36 1731 0 0,0 3-6669 0 0,0-8 574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7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44 1572 0 0,'0'0'4599'0'0,"43"-11"8965"0"0,-3 9-10422 0 0,74-15 0 0 0,-40 4-5177 0 0,-72 13 1003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1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45 1 304 0 0,'0'0'25342'0'0,"-3"6"-23782"0"0,-4 8-864 0 0,1 0-1 0 0,0 1 0 0 0,1-1 0 0 0,0 1 0 0 0,2 0 0 0 0,0 0 0 0 0,-2 24 0 0 0,4-16-695 0 0,1-12 0 0 0,0 0 0 0 0,0 0 0 0 0,1 0 0 0 0,0 0 0 0 0,4 12 0 0 0,9 28 0 0 0,-13-51-143 0 0,0 0 0 0 0,0-1 1 0 0,0 1-1 0 0,0-1 0 0 0,-1 1 0 0 0,1-1 0 0 0,0 0 0 0 0,0 1 1 0 0,0-1-1 0 0,-1 0 0 0 0,1 1 0 0 0,0-1 0 0 0,-1 0 0 0 0,1 0 1 0 0,0 0-1 0 0,-1 0 0 0 0,1 1 0 0 0,-1-1 0 0 0,0 0 1 0 0,1 0-1 0 0,-1 0 0 0 0,0 0 0 0 0,1 0 0 0 0,-1 0 0 0 0,0 0 1 0 0,0 0-1 0 0,0-2 0 0 0,-5-36-15535 0 0,-2 23 8321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3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1480 0 0,'0'0'8844'0'0,"4"3"-7118"0"0,2 0-1063 0 0,1 0-1 0 0,0 0 1 0 0,-1-1-1 0 0,1 1 1 0 0,0-2-1 0 0,1 1 1 0 0,-1-1 0 0 0,0 0-1 0 0,0-1 1 0 0,1 1-1 0 0,-1-1 1 0 0,0-1-1 0 0,12-1 1 0 0,10-2-108 0 0,0-1 0 0 0,36-11 0 0 0,13-9-3245 0 0,-52 14-1091 0 0,-1-1-3598 0 0,-6 1 2238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8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278 20 1348 0 0,'-3'-3'2563'0'0,"1"1"-1893"0"0,0 0 0 0 0,0 1-1 0 0,0-1 1 0 0,-1 1 0 0 0,1 0 0 0 0,0-1-1 0 0,-1 1 1 0 0,1 0 0 0 0,-1 1-1 0 0,1-1 1 0 0,-1 0 0 0 0,0 1 0 0 0,1-1-1 0 0,-1 1 1 0 0,-5 0 0 0 0,0 0 843 0 0,-1 0 1 0 0,0 1-1 0 0,0 0 1 0 0,-15 5-1 0 0,3 0 885 0 0,1 2 0 0 0,0 0 0 0 0,-27 15 0 0 0,35-17-2008 0 0,8-4-344 0 0,1 0-1 0 0,-1 0 1 0 0,0 0-1 0 0,1 1 1 0 0,-1-1-1 0 0,1 1 0 0 0,-1-1 1 0 0,1 1-1 0 0,0 0 1 0 0,1 1-1 0 0,-1-1 1 0 0,-3 5-1 0 0,2 5-45 0 0,3-12 0 0 0,1 0 0 0 0,0 0 0 0 0,0 0 0 0 0,0 0 0 0 0,-1 0 0 0 0,1 0 0 0 0,0 0 0 0 0,0 0 0 0 0,0 0 0 0 0,1 1 0 0 0,-1-1 0 0 0,0 0 0 0 0,0 0 0 0 0,0 0 0 0 0,1 0 0 0 0,-1 0 0 0 0,1 0 0 0 0,-1 0 0 0 0,1 0 0 0 0,-1 0 0 0 0,1 0 0 0 0,0 0 0 0 0,1 1 0 0 0,-1-1 0 0 0,10 5 0 0 0,-1-2 0 0 0,0-1 0 0 0,1-1 0 0 0,0 1 0 0 0,0-1 0 0 0,-1-1 0 0 0,1 0 0 0 0,15-1 0 0 0,-9 0 0 0 0,0 1 0 0 0,1 1 0 0 0,26 5 0 0 0,-42-6 0 0 0,1 0 0 0 0,-1 0 0 0 0,1 0 0 0 0,-1 0 0 0 0,1 1 0 0 0,-1-1 0 0 0,0 1 0 0 0,0-1 0 0 0,0 1 0 0 0,0 0 0 0 0,0 0 0 0 0,0 0 0 0 0,0 0 0 0 0,-1 0 0 0 0,1 0 0 0 0,-1 1 0 0 0,1-1 0 0 0,-1 0 0 0 0,0 1 0 0 0,0-1 0 0 0,1 4 0 0 0,-1-2 0 0 0,1 41 0 0 0,-4-38 0 0 0,-1 1 0 0 0,0-1 0 0 0,-1 1 0 0 0,0-1 0 0 0,0 0 0 0 0,-1 0 0 0 0,0-1 0 0 0,0 1 0 0 0,0-1 0 0 0,-1 0 0 0 0,0-1 0 0 0,0 1 0 0 0,0-1 0 0 0,-1 0 0 0 0,1-1 0 0 0,-1 0 0 0 0,-10 5 0 0 0,15-6 0 0 0,-2 0 0 0 0,-32 0 0 0 0,35-2 0 0 0,0-1 0 0 0,0 0 0 0 0,0 1 0 0 0,0-1 0 0 0,0 0 0 0 0,0 0 0 0 0,0 0 0 0 0,0 0 0 0 0,0 0 0 0 0,0 0 0 0 0,0 0 0 0 0,1-1 0 0 0,-1 1 0 0 0,0 0 0 0 0,0 0 0 0 0,0-1 0 0 0,0 1 0 0 0,0 0 0 0 0,0-1 0 0 0,0 1 0 0 0,1-1 0 0 0,-1 1 0 0 0,0-1 0 0 0,0 0 0 0 0,1 1 0 0 0,-1-1 0 0 0,0 0 0 0 0,1 1 0 0 0,-1-1 0 0 0,1 0 0 0 0,-1 0 0 0 0,1 0 0 0 0,-1 1 0 0 0,1-1 0 0 0,0 0 0 0 0,-1 0 0 0 0,1 0 0 0 0,0 0 0 0 0,-1 0 0 0 0,1 0 0 0 0,0-2 0 0 0,0-10 0 0 0,1 8-517 0 0,0 0-1 0 0,0 0 1 0 0,0 0-1 0 0,1 1 1 0 0,-1-1-1 0 0,1 1 1 0 0,3-5-1 0 0,-3 6-661 0 0,0 0 1 0 0,0 0-1 0 0,0 1 0 0 0,0-1 0 0 0,1 1 1 0 0,0 0-1 0 0,-1-1 0 0 0,1 1 0 0 0,0 1 1 0 0,3-3-1 0 0,5-3-2358 0 0,-6 3-3279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0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1 1432 0 0,'0'0'12971'0'0,"-5"4"-10551"0"0,-2 1-1660 0 0,0 0 0 0 0,1 1 0 0 0,0 0-1 0 0,0 1 1 0 0,0 0 0 0 0,1-1 0 0 0,0 2 0 0 0,0-1 0 0 0,1 0 0 0 0,0 1 0 0 0,1 0 0 0 0,-1 0 0 0 0,1 0-1 0 0,1 0 1 0 0,-1 1 0 0 0,2-1 0 0 0,-1 1 0 0 0,0 8 0 0 0,6 30 746 0 0,-3-44-1506 0 0,0 5 0 0 0,1 0 0 0 0,0 1 0 0 0,1-1 0 0 0,0 0 0 0 0,0 0 0 0 0,7 12 0 0 0,-5-13 0 0 0,-4-1-170 0 0,-1-5-864 0 0,1-6-950 0 0,1-27-4600 0 0,-11 8-4147 0 0,3 15 3835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2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42 920 0 0,'0'0'1608'0'0,"-2"1"861"0"0,-4 7 7177 0 0,12-3-8978 0 0,1 0 0 0 0,-1-1-1 0 0,1 0 1 0 0,0 0-1 0 0,0-1 1 0 0,1 0-1 0 0,-1 0 1 0 0,1 0 0 0 0,-1-1-1 0 0,1 0 1 0 0,0-1-1 0 0,0 0 1 0 0,12 0 0 0 0,11 0 433 0 0,1-3 0 0 0,36-5 0 0 0,-2-1-633 0 0,-57 8-936 0 0,-1-1 1 0 0,1-1-1 0 0,-1 0 0 0 0,1 0 0 0 0,-1-1 0 0 0,0 0 0 0 0,0 0 1 0 0,11-6-1 0 0,3-8-4582 0 0,-5-5-3517 0 0,-15 11 2981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93 72 2236 0 0,'0'0'8827'0'0,"-3"3"-6805"0"0,-2 3-716 0 0,0 0 1 0 0,0 0-1 0 0,0 0 0 0 0,1 1 0 0 0,0 0 0 0 0,-5 11 0 0 0,3-3 515 0 0,1 0-1 0 0,-8 31 0 0 0,10-29-1097 0 0,0 0 0 0 0,2 0 1 0 0,-1 0-1 0 0,2 0 0 0 0,1 1 0 0 0,4 32 1 0 0,-3-43-723 0 0,0-1 1 0 0,0 0 0 0 0,0 1-1 0 0,1-1 1 0 0,0 0 0 0 0,0-1 0 0 0,1 1-1 0 0,6 8 1 0 0,-2-10-2 0 0,-7-3-52 0 0,1-1-1 0 0,-1 0 1 0 0,1 0-1 0 0,-1 1 1 0 0,1-1 0 0 0,-1 0-1 0 0,1 0 1 0 0,-1 0 0 0 0,1-1-1 0 0,-1 1 1 0 0,1 0-1 0 0,-1 0 1 0 0,1-1 0 0 0,-1 1-1 0 0,1-1 1 0 0,-1 0 0 0 0,0 1-1 0 0,1-1 1 0 0,-1 0-1 0 0,0 0 1 0 0,1 0 0 0 0,-1 0-1 0 0,0 0 1 0 0,0 0-1 0 0,0 0 1 0 0,0 0 0 0 0,0 0-1 0 0,0 0 1 0 0,0-1 0 0 0,0 1-1 0 0,-1 0 1 0 0,1-1-1 0 0,0 1 1 0 0,-1 0 0 0 0,1-1-1 0 0,-1 1 1 0 0,1-1 0 0 0,-1 1-1 0 0,0-1 1 0 0,0 1-1 0 0,0-1 1 0 0,0-1 0 0 0,3-5-352 0 0,-1 2 145 0 0,0-1 0 0 0,0 1 0 0 0,0-1 0 0 0,-1 1 1 0 0,0-1-1 0 0,0 0 0 0 0,-1 0 0 0 0,0 1 0 0 0,0-1 0 0 0,-2-10 1 0 0,-15-69-1400 0 0,12 68 1348 0 0,0 1 207 0 0,-1 1 0 0 0,0 0 0 0 0,-1 0 0 0 0,-1 0 0 0 0,-11-16 0 0 0,-28-32 3775 0 0,45 62-2428 0 0,6 1-867 0 0,20-5-12 0 0,-1 2-1 0 0,0 1 1 0 0,1 1 0 0 0,-1 1-1 0 0,44 3 1 0 0,-12-1 36 0 0,-26-2-367 0 0,0 2 1 0 0,0 0-1 0 0,0 2 1 0 0,0 2-1 0 0,36 9 1 0 0,-64-14-35 0 0,-1 0 0 0 0,1 0 0 0 0,0 0 0 0 0,-1 0 0 0 0,1 0 0 0 0,-1 0 0 0 0,1 0 0 0 0,-1 0 0 0 0,1 0 0 0 0,-1 0 0 0 0,1 0 0 0 0,0 0 0 0 0,-1 0 0 0 0,1 1 0 0 0,-1-1 0 0 0,1 0 0 0 0,-1 0 0 0 0,1 0 0 0 0,-1 1 0 0 0,1-1 0 0 0,-1 0 0 0 0,0 1 0 0 0,1-1 0 0 0,-1 1 0 0 0,1-1 0 0 0,-1 0 0 0 0,0 1 0 0 0,1-1 0 0 0,-1 1 0 0 0,0-1 0 0 0,1 1 0 0 0,-1-1 0 0 0,0 1 0 0 0,1 0 0 0 0,0 14 0 0 0,-3-10 0 0 0,1 0 0 0 0,-1 0 0 0 0,0 0 0 0 0,0 0 0 0 0,-1 0 0 0 0,0 0 0 0 0,1 0 0 0 0,-2-1 0 0 0,1 1 0 0 0,0-1 0 0 0,-1 0 0 0 0,0 0 0 0 0,-5 4 0 0 0,-64 49 0 0 0,54-44 0 0 0,4-1 0 0 0,-1-3 0 0 0,2 2 0 0 0,0 0 0 0 0,0 1 0 0 0,1 0 0 0 0,0 1 0 0 0,1 0 0 0 0,-19 28 0 0 0,31-40 0 0 0,-1 0 0 0 0,0 0 0 0 0,1 0 0 0 0,-1 0 0 0 0,1 1 0 0 0,-1-1 0 0 0,1 0 0 0 0,0 0 0 0 0,0 1 0 0 0,-1-1 0 0 0,1 0 0 0 0,0 1 0 0 0,0-1 0 0 0,0 0 0 0 0,0 1 0 0 0,1-1 0 0 0,-1 0 0 0 0,0 0 0 0 0,1 1 0 0 0,-1-1 0 0 0,0 0 0 0 0,1 0 0 0 0,-1 1 0 0 0,1-1 0 0 0,0 0 0 0 0,-1 0 0 0 0,1 0 0 0 0,0 0 0 0 0,0 0 0 0 0,0 0 0 0 0,0 0 0 0 0,0 0 0 0 0,0 0 0 0 0,0 0 0 0 0,0-1 0 0 0,1 2 0 0 0,36 16 0 0 0,-37-18 0 0 0,20 5 0 0 0,0-1 0 0 0,1 0 0 0 0,0-2 0 0 0,0-1 0 0 0,0 0 0 0 0,26-3 0 0 0,10 0 0 0 0,-33 0-2762 0 0,-1-1-3621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00.0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4 1276 0 0,'0'0'10025'0'0,"7"-4"-2534"0"0,-28 16-7151 0 0,16-9-1 0 0,4-2-187 0 0,1 0 1 0 0,-1-1-1 0 0,1 1 0 0 0,-1 0 1 0 0,0 0-1 0 0,1-1 0 0 0,-1 1 1 0 0,0 0-1 0 0,1-1 0 0 0,-1 1 1 0 0,0 0-1 0 0,0-1 0 0 0,1 0 1 0 0,-1 1-1 0 0,0-1 0 0 0,0 1 1 0 0,0-1-1 0 0,0 0 0 0 0,0 1 1 0 0,-2-1-1 0 0,-14 6 9447 0 0,15 2-15640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15.6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27 848 0 0,'0'0'6232'0'0,"-9"-3"-5267"0"0,-6 5 23726 0 0,35-13-24660 0 0,-10 4-42 0 0,-9 6-62 0 0,5-2 591 0 0,0 1 505 0 0,-3 0-5264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7:22.6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0 109 32515,'2713'0'0,"-2931"-109"0,436 218 0,-436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27.5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2478 141 144 0 0,'0'0'19536'0'0,"3"11"-6481"0"0,-21-5-13023 0 0,4 0-32 0 0,-7 1 0 0 0,1 0 0 0 0,-1-2 0 0 0,-24 3 0 0 0,8-1 0 0 0,-83 15 0 0 0,-131 6 0 0 0,201-23 0 0 0,-47 10 0 0 0,62-8 0 0 0,-1-1 0 0 0,0-2 0 0 0,-45-1 0 0 0,63-3 0 0 0,3 0 0 0 0,-2 1 0 0 0,3-2 0 0 0,-186-11 0 0 0,-6 6 0 0 0,192 5 0 0 0,0 1 0 0 0,-2 1 0 0 0,3-4 0 0 0,1-1 0 0 0,-65-26 0 0 0,28 9 0 0 0,17 10 0 0 0,-3 0 0 0 0,1 1 0 0 0,-2 2 0 0 0,-51-5 0 0 0,71 12 0 0 0,2-1 0 0 0,-4-2 0 0 0,-1 2 0 0 0,5 1 0 0 0,-55 1 0 0 0,28-3 0 0 0,-125-6 0 0 0,151 8 0 0 0,-2-1 0 0 0,4 5 0 0 0,0-1 0 0 0,1 0 0 0 0,-1 0 0 0 0,-4 0 0 0 0,-1-2 0 0 0,12 2 0 0 0,-37 11 0 0 0,30-9 0 0 0,5 0 0 0 0,-3-1 0 0 0,-1 1 0 0 0,0-1 0 0 0,5 1 0 0 0,0 3 0 0 0,-3 0 0 0 0,2-1 0 0 0,81-98 0 0 0,3 12 0 0 0,-57 54 0 0 0,-19 26 0 0 0,0 0 0 0 0,0 0 0 0 0,0-1 0 0 0,-1 1 0 0 0,1 0 0 0 0,0 0 0 0 0,0 0 0 0 0,0-1 0 0 0,0 1 0 0 0,0 0 0 0 0,0 0 0 0 0,0 0 0 0 0,-1 0 0 0 0,1-1 0 0 0,0 1 0 0 0,0 0 0 0 0,0 0 0 0 0,0 0 0 0 0,-1 0 0 0 0,1 0 0 0 0,0 0 0 0 0,0-1 0 0 0,0 1 0 0 0,-1 0 0 0 0,1 0 0 0 0,0 0 0 0 0,0 0 0 0 0,0 0 0 0 0,-1 0 0 0 0,1 0 0 0 0,0 0 0 0 0,0 0 0 0 0,0 0 0 0 0,-1 0 0 0 0,1 0 0 0 0,0 0 0 0 0,0 0 0 0 0,0 0 0 0 0,-1 0 0 0 0,1 0 0 0 0,0 1 0 0 0,0-1 0 0 0,0 0 0 0 0,-1 0 0 0 0,1 0 0 0 0,0 0 0 0 0,0 0 0 0 0,0 0 0 0 0,-1 0 0 0 0,1 1 0 0 0,0-1 0 0 0,0 0 0 0 0,0 0 0 0 0,0 0 0 0 0,0 1 0 0 0,-13 3 0 0 0,3 3 0 0 0,0 1 0 0 0,0 1 0 0 0,1 0 0 0 0,0 0 0 0 0,1 0 0 0 0,0 1 0 0 0,1 0 0 0 0,-8 14 0 0 0,-14 16 0 0 0,7-13 0 0 0,6-8 0 0 0,-27 42 0 0 0,36-54 0 0 0,-3 1 0 0 0,7 1 0 0 0,-3-1 0 0 0,1 1 0 0 0,-2 1 0 0 0,2-1 0 0 0,1 0 0 0 0,12 1 0 0 0,1-5 0 0 0,21 6 0 0 0,0-3 0 0 0,0 0 0 0 0,1-2 0 0 0,0-1 0 0 0,0-2 0 0 0,1-1 0 0 0,-1-1 0 0 0,32-4 0 0 0,-7 0 0 0 0,-50 1 0 0 0,35 2 0 0 0,-29 2 0 0 0,-17 9 0 0 0,-10 2 0 0 0,6-6 0 0 0,3 1 0 0 0,-1 0 0 0 0,-3-2-911 0 0,5-4-7400 0 0,0-1 4116 0 0,3-1 1207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2:07.3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2:07.3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1148,'0'0'1532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2:07.3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113 77 4076,'2'-4'10905,"-23"32"-5253,18-23-5169,2-3 469,3-6 4917,2-2-5771,1-1 0,0 1 0,0 0 0,1 0 0,0 0 0,0 1 0,9-6 0,-14 10 19,3-6 496,1-1 41,-8 6 1987,-5 5-2639,0 1 0,0-1 0,0 2 0,1-1 0,0 1 0,0 0-1,0 0 1,0 1 0,1 0 0,-9 10 0,0 1-2,10-10 0,-1-1 0,1 1 0,0 0 0,0 0 0,1 0 0,0 1 0,1-1 0,-6 17 0,8-11 0,3 1 0,9-7 0,6-11 0,-7 0 0,0-2 0,-1 1 0,1-1 0,-2-1 0,1 1 0,-1-2 0,0 1 0,0-1 0,-1 0 0,12-17 0,-15 23 0,4-29 0,-7 16 0,-3 3 0,-10 9 0,-8 13 0,15-5 0,-2 0 0,1 1 0,0 0 0,1 0 0,-1 1 0,1 0 0,0 0 0,1 0 0,0 0 0,0 1 0,-5 13 0,5-10 0,5-2 0,-1-8 0,1-1 0,-1 0 0,0 1 0,1-1 0,-1 0 0,1 0 0,-1 1 0,1-1 0,-1 0 0,0 0 0,1 0 0,-1 0 0,1 1 0,-1-1 0,1 0 0,-1 0 0,1 0 0,-1 0 0,1 0 0,-1 0 0,1 0 0,-1-1 0,1 1 0,-1 0 0,1 0 0,-1 0 0,1-1 0,12-5 0,-1-1 0,0 0 0,0-1 0,-1 0 0,0-1 0,10-10 0,20-14 0,-36 28 0,0 1 0,0-1 0,-1 0 0,1 0 0,5-10 0,0 1 0,-5 5 0,-5-5 0,-5 1 0,-4 6 0,-12 7 0,13 2 0,0 1 0,0-1 0,0 1 0,0 1 0,1-1 0,-1 1 0,1 1 0,0-1 0,0 1 0,1 0 0,-1 1 0,-7 8 0,5-5 0,8-9 0,0 1 0,-1 0 0,1 0 0,0 0 0,0 0 0,0 0 0,0 0 0,1 0 0,-1 0 0,0 0 0,0 0 0,1 0 0,-1 1 0,0-1 0,1 0 0,0 0 0,-1 1 0,0 1 0,-1 6 0,2 3 0,2 1 0,8-6 0,3-4 0,4-3 0,0-2 0,-3 0 0,-4 1-88,-8 0-444,-2 1 474,-1 0 0,1-1 1,-1 1-1,1-1 0,-1 1 0,1 0 1,-1-1-1,0 1 0,1 0 0,-1 0 1,1-1-1,-1 1 0,0 0 0,1 0 0,-1 0 1,1 0-1,-1 0 0,0 0 0,1 0 1,-1 0-1,0 0 0,1 0 0,-1 0 1,1 0-1,-1 0 0,0 1 0,0-1 0,0 0-47,0 1-1,0-1 0,0 0 1,1 0-1,-1 1 0,0-1 1,0 0-1,0 0 0,0 0 1,0 0-1,0-1 0,0 1 0,0 0 1,0 0-1,0 0 0,0-1 1,0 1-1,1-1 0,-1 1 1,0 0-1,0-1 0,-1 0 1,-8-11-4641,10 5 651,1-1-3383,3-6 854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6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29 1 864,'0'0'30428,"-4"3"-29187,-16 9-1266,15-9-1475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370 1 1532,'0'0'22656,"-5"2"-22054,-57 31 4229,61-32-4348,-30 15 1863,28-14-2081,-7 3-213,-124 79-52,122-75 0,1 0 0,0 0 0,0 1 0,1 1 0,1 0 0,0 0 0,-12 21 0,10-18 0,9-12 0,0 0 0,1 0 0,-1 0 0,1 0 0,-1 0 0,1 0 0,0 0 0,0 1 0,0-1 0,0 0 0,0 1 0,1-1 0,-1 0 0,1 1 0,-1-1 0,1 1 0,0-1 0,0 1 0,0-1 0,0 1 0,0-1 0,1 1 0,-1-1 0,1 1 0,1 2 0,-1-2 0,0-1 0,0 0 0,0 0 0,0 0 0,1-1 0,-1 1 0,1 0 0,-1 0 0,1-1 0,0 1 0,-1-1 0,1 1 0,0-1 0,0 0 0,0 1 0,0-1 0,0 0 0,0-1 0,1 1 0,-1 0 0,0-1 0,0 1 0,1-1 0,-1 1 0,0-1 0,0 0 0,1 0 0,-1 0 0,4-1 0,8 0 0,1-1 0,-1 0 0,19-6 0,-26 7 0,35-10 0,0-1 0,78-35 0,-120 47 3,6-6 11,-6 3-37,-5 5-44,-1 0-1125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24 576,'0'0'31295,"2"1"-30539,5 4-616,4-2-140,7-3 0,0-1 0,1 0 0,-1-1 0,23-7 0,24-2 0,-52 9 0,-5-1 0,8 2 0,-4 0-1151,2 0-11301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0 140,'0'0'16894,"7"20"-8166,1-15-8349,1 0 0,-1-1-1,1 0 1,0 0 0,0-1-1,1 0 1,10 1 0,78 6 3180,-55-8-3143,-27-1-416,-3-2 0,-1-1 0,1-2 0,-6-7 0,-7 10-302,0 1 0,1-1 1,-1 0-1,0 0 0,1 0 0,-1 1 1,1-1-1,-1 0 0,1 0 0,-1 1 1,1-1-1,0 0 0,-1 1 0,1-1 1,0 1-1,-1-1 0,1 1 0,0-1 1,0 1-1,-1-1 0,1 1 0,0 0 1,1-1-1,10-5-8862,4-9-32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 1480,'14'-4'31194,"6"56"-31087,-21-29-104,0 0-20,3 3 17,-1 0 0,-1 0 0,-1 0 0,-6 29 0,-1 50 0,6-90 0,-1-3 0,1 44 0,3-44 0,-1-11 0,0-1 0,0 0 0,0 0 0,0 1 0,1-1 0,-1 0 0,0 1 0,0-1 0,0 0 0,0 0 0,1 1 0,-1-1 0,0 0 0,0 0 0,1 1 0,-1-1 0,0 0 0,0 0 0,1 0 0,-1 0 0,0 1 0,0-1 0,1 0 0,-1 0 0,0 0 0,1 0 0,-1 0 0,0 0 0,1 0 0,-1 0 0,0 0 0,0 0 0,1 0 0,-1 0 0,1 0 0,16-9-911,-12 6-4628,-30-23-13613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1 896,'-1'2'30145,"1"1"-27794,-3 6-7041,1-5 7270,0 3-1797,-3 2-195,-1 2-474,1-1-114,5-1 0,7-2 0,10-11 0,-10 3 0,17-10 0,-13 3 0,-5-2 0,-6 1 0,-8-2 0,-11 11-91,16 1-2036,-6 5 4066,6-4-3513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46 1616,'0'-1'14668,"-10"0"1496,0 12-16025,-4 5-79,1 1 0,-14 23 0,20-30-60,1 1 0,1 0 0,0 1 0,0-1 0,1 1 0,0 0 0,1 0 0,1 1 0,0-1 0,0 21 0,1-31 0,2 1 0,-1-1 0,0 1 0,1-1 0,-1 1 0,1-1 0,-1 0 0,1 1 0,0-1 0,0 0 0,0 1 0,1-1 0,-1 0 0,0 0 0,1 0 0,-1 0 0,1 0 0,0-1 0,3 4 0,0-2 0,0 0 0,-1 0 0,1-1 0,0 0 0,0 0 0,1 0 0,-1 0 0,9 0 0,5 1 0,-1-2 0,0 0 0,0-1 0,23-3 0,-13-1 0,-1 0 0,0-2 0,40-14 0,-54 15 0,0 0 0,-1-1 0,0-1 0,0 0 0,0 0 0,-1-1 0,0-1 0,18-16 0,-25 20 0,0 0 0,-1 0 0,1 0 0,-1 0 0,0-1 0,-1 1 0,1-1 0,-1 0 0,0 1 0,-1-1 0,1 0 0,-1 0 0,0 0 0,0-12 0,-1 14 0,0-1 0,-1 1 0,1-1 0,-1 1 0,0-1 0,0 1 0,0 0 0,-1-1 0,0 1 0,1 0 0,-1 0 0,-1 0 0,1 0 0,-1 1 0,1-1 0,-1 1 0,0-1 0,0 1 0,-6-4 0,-1 0 0,0 0 0,0 1 0,0 1 0,-1-1 0,0 2 0,0 0 0,-1 0 0,1 1 0,-1 0 0,0 1 0,1 0 0,-1 1 0,0 1 0,0-1 0,0 2 0,0 0 0,0 0 0,0 1 0,1 1 0,-1 0 0,1 0 0,-13 6 0,0-2 0,11-1 0,6 3 0,5 3 0,17 0 0,-4-7-3063,-8-4 1460,0 0 0,0 0 0,1 0 0,-1-1 0,0 1 0,0-1 0,0 0 0,0 0 0,4 0 0,3-2-6086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507 1 660,'0'0'21531,"3"4"-20241,-2-2-970,-1-1 1,1 1 0,0 0-1,0 0 1,-1 0-1,1 0 1,-1 0 0,1 0-1,-1 0 1,0 0 0,0 0-1,0 0 1,0 0-1,0 3 1,-1-3 750,-7 27 2260,7-17-3322,0-1-1,-2 1 0,1-1 1,-2 0-1,1 0 0,-1-1 1,-1 1-1,-7 12 0,10-20-8,-82 187 0,-128 160 0,63-134 0,131-179 0,12-27 0,7-2 0,9-2 0,3-7 0,3-10-911,-12 6-223,-2 1-2740,14-13-15809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38 145 252 0 0,'0'0'32444'0'0,"-2"0"-32384"0"0,-8 6-49 0 0,3 6-11 0 0,-6 71 0 0 0,8-28 0 0 0,5 20 0 0 0,1-62 0 0 0,3-5 0 0 0,-2-11 0 0 0,-1 0 0 0 0,1 0 0 0 0,-1 1 0 0 0,0-1 0 0 0,0 0 0 0 0,0 0 0 0 0,-1 0 0 0 0,1 0 0 0 0,-1 0 0 0 0,1-4 0 0 0,-1 4 0 0 0,8-57 0 0 0,-6 39 0 0 0,0 0 0 0 0,10-33 0 0 0,-10 47 0 0 0,0 1 0 0 0,0-1 0 0 0,1 1 0 0 0,0 0 0 0 0,1 0 0 0 0,-1 0 0 0 0,1 0 0 0 0,0 1 0 0 0,1 0 0 0 0,-1-1 0 0 0,1 2 0 0 0,7-7 0 0 0,25-26 0 0 0,-30 28 0 0 0,1 0 0 0 0,0 1 0 0 0,1 0 0 0 0,18-13 0 0 0,-13 11 0 0 0,-10 9 0 0 0,36-11 0 0 0,-28 8 0 0 0,0 3 0 0 0,-1 9 0 0 0,-9-6 0 0 0,-1 1 0 0 0,1 0 0 0 0,-1-1 0 0 0,0 1 0 0 0,0 0 0 0 0,-1 0 0 0 0,1 0 0 0 0,0 0 0 0 0,-1 0 0 0 0,0 0 0 0 0,0 0 0 0 0,0 0 0 0 0,0 0 0 0 0,-1 4 0 0 0,-8 53 0 0 0,4-33 0 0 0,2-6 0 0 0,0-5 0 0 0,0 1 0 0 0,1 0 0 0 0,1 0 0 0 0,0 0 0 0 0,1 0 0 0 0,1 0 0 0 0,1 0 0 0 0,0 0 0 0 0,7 21 0 0 0,22 45 0 0 0,-29-72 0 0 0,1-1 0 0 0,-2 2 0 0 0,-1 2 0 0 0,0-3-911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94 127 212 0 0,'4'2'32500'0'0,"-6"11"-32483"0"0,0 0 0 0 0,-1 0 0 0 0,-8 20 1 0 0,9-27-20 0 0,0-1 1 0 0,0 0-1 0 0,1 1 1 0 0,0 0-1 0 0,0-1 1 0 0,0 1-1 0 0,1-1 1 0 0,0 10-1 0 0,-1-5 2 0 0,-4 1 0 0 0,3 1 0 0 0,2-12 0 0 0,0 1 0 0 0,0-1 0 0 0,0 0 0 0 0,0 0 0 0 0,-1 0 0 0 0,1 1 0 0 0,0-1 0 0 0,0 0 0 0 0,0 0 0 0 0,-1 0 0 0 0,1 0 0 0 0,0 1 0 0 0,0-1 0 0 0,-1 0 0 0 0,1 0 0 0 0,0 0 0 0 0,-1 0 0 0 0,1 0 0 0 0,0 0 0 0 0,0 0 0 0 0,-1 0 0 0 0,1 0 0 0 0,0 0 0 0 0,-1 0 0 0 0,1 0 0 0 0,0 0 0 0 0,0 0 0 0 0,-1 0 0 0 0,1 0 0 0 0,0 0 0 0 0,0 0 0 0 0,-1 0 0 0 0,1 0 0 0 0,0 0 0 0 0,-1 0 0 0 0,1-1 0 0 0,0 1 0 0 0,0 0 0 0 0,-1 0 0 0 0,1 0 0 0 0,-2-1 0 0 0,0 0 0 0 0,1 0 0 0 0,-1-1 0 0 0,0 1 0 0 0,1 0 0 0 0,-1 0 0 0 0,1-1 0 0 0,-1 1 0 0 0,1-1 0 0 0,0 0 0 0 0,0 1 0 0 0,-2-3 0 0 0,-9-13 0 0 0,10 13 0 0 0,-8-21 0 0 0,5 9 0 0 0,5 12 0 0 0,-1-1 0 0 0,1 1 0 0 0,0-1 0 0 0,0 1 0 0 0,0-1 0 0 0,1 1 0 0 0,-1-1 0 0 0,1 1 0 0 0,0-1 0 0 0,1 1 0 0 0,-1 0 0 0 0,1-1 0 0 0,0 1 0 0 0,0 0 0 0 0,0 0 0 0 0,5-6 0 0 0,2-6 0 0 0,-5 8 0 0 0,1 0 0 0 0,0 0 0 0 0,0 0 0 0 0,1 1 0 0 0,0 0 0 0 0,0 0 0 0 0,1 0 0 0 0,0 1 0 0 0,0 0 0 0 0,0 0 0 0 0,1 1 0 0 0,0 0 0 0 0,0 0 0 0 0,0 1 0 0 0,1 0 0 0 0,-1 1 0 0 0,1 0 0 0 0,12-3 0 0 0,-8 3 0 0 0,3 4 0 0 0,-10 11 0 0 0,-6-10 0 0 0,0-1 0 0 0,1 0 0 0 0,-1 1 0 0 0,0-1 0 0 0,0 0 0 0 0,0 0 0 0 0,0 1 0 0 0,0-1 0 0 0,0 0 0 0 0,0 0 0 0 0,-1 1 0 0 0,1-1 0 0 0,0 0 0 0 0,-1 0 0 0 0,1 1 0 0 0,-1-1 0 0 0,1 0 0 0 0,-1 0 0 0 0,0 0 0 0 0,1 0 0 0 0,-1 0 0 0 0,0 0 0 0 0,-1 2 0 0 0,-1-1 0 0 0,-5 14 0 0 0,-2 0 0 0 0,0-1 0 0 0,0 0 0 0 0,-1-1 0 0 0,-1 0 0 0 0,0-1 0 0 0,-1 0 0 0 0,-29 21 0 0 0,34-27 0 0 0,8-7 0 0 0,-1 1 0 0 0,1-1 0 0 0,0 0 0 0 0,0 1 0 0 0,-1-1 0 0 0,1 0 0 0 0,0 1 0 0 0,0-1 0 0 0,0 0 0 0 0,0 1 0 0 0,-1-1 0 0 0,1 0 0 0 0,0 1 0 0 0,0-1 0 0 0,0 1 0 0 0,0-1 0 0 0,0 0 0 0 0,0 1 0 0 0,0-1 0 0 0,0 0 0 0 0,0 1 0 0 0,0-1 0 0 0,0 1 0 0 0,0-1 0 0 0,0 0 0 0 0,1 1 0 0 0,-1-1 0 0 0,0 0 0 0 0,0 1 0 0 0,0-1 0 0 0,0 0 0 0 0,1 1 0 0 0,-1-1 0 0 0,0 0 0 0 0,0 1 0 0 0,1-1 0 0 0,-1 0 0 0 0,0 0 0 0 0,1 1 0 0 0,-1-1 0 0 0,0 0 0 0 0,1 0 0 0 0,-1 1 0 0 0,9 2 0 0 0,-1-2 0 0 0,0 1 0 0 0,0-1 0 0 0,-1-1 0 0 0,1 0 0 0 0,0 0 0 0 0,0 0 0 0 0,0-1 0 0 0,13-3 0 0 0,21-2 0 0 0,2 3 0 0 0,-29 4 0 0 0,-2 2 0 0 0,-4 4 0 0 0,1-1 0 0 0,-2-1 0 0 0,-4-1-911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14 1788 0 0,'0'0'2757'0'0,"-4"2"168"0"0,-18 7 22334 0 0,209-24-25217 0 0,-140 10-46 0 0,-35 3 4 0 0,8 0 0 0 0,-5 2 0 0 0,-2 2 0 0 0,-13-2 0 0 0,1 0 0 0 0,-1 0 0 0 0,0 1 0 0 0,0-1 0 0 0,0 0 0 0 0,0 0 0 0 0,1 0 0 0 0,-1 1 0 0 0,0-1 0 0 0,0 0 0 0 0,0 0 0 0 0,0 0 0 0 0,0 1 0 0 0,0-1 0 0 0,0 0 0 0 0,0 0 0 0 0,0 1 0 0 0,0-1 0 0 0,0 0 0 0 0,0 0 0 0 0,0 0 0 0 0,0 1 0 0 0,0-1 0 0 0,0 0 0 0 0,0 0 0 0 0,0 1 0 0 0,0-1 0 0 0,0 0 0 0 0,0 0 0 0 0,0 1 0 0 0,0-1 0 0 0,0 0 0 0 0,0 0 0 0 0,0 0 0 0 0,-1 1 0 0 0,1-1 0 0 0,0 0 0 0 0,0 0 0 0 0,0 0 0 0 0,-1 1 0 0 0,0 1 1 0 0,0 0-1 0 0,0 0 1 0 0,-1 0 0 0 0,1 0-1 0 0,-1 0 1 0 0,1 0 0 0 0,-1 0-1 0 0,0 0 1 0 0,1-1 0 0 0,-1 1-1 0 0,0-1 1 0 0,0 1-1 0 0,0-1 1 0 0,-1 0 0 0 0,1 0-1 0 0,0 0 1 0 0,-4 1 0 0 0,-6 3-124 0 0,-63 33-7867 0 0,4-3 3423 0 0,69-34 4732 0 0,1-1 0 0 0,0 1 0 0 0,-1 0 1 0 0,1-1-1 0 0,0 1 0 0 0,0 0 0 0 0,-1 0 0 0 0,1 0 0 0 0,0 0 0 0 0,0 0 0 0 0,0 0 0 0 0,0 0 1 0 0,0 0-1 0 0,-1 3 0 0 0,3-3-42 0 0,0 0 0 0 0,0 0 0 0 0,0 1 0 0 0,0-1 0 0 0,0 0 0 0 0,1 0 0 0 0,-1-1 0 0 0,0 1 0 0 0,0 0 0 0 0,1 0 0 0 0,-1-1 0 0 0,0 1 1 0 0,1 0-1 0 0,-1-1 0 0 0,1 0 0 0 0,-1 1 0 0 0,1-1 0 0 0,-1 0 0 0 0,3 1 0 0 0,24 7 413 0 0,1-2-1 0 0,48 6 1 0 0,-61-10-1893 0 0,-1-2 1 0 0,0 0-1 0 0,31-5 1 0 0,-41 4 1136 0 0,-1-1-1948 0 0,2 1-6925 0 0,8-2 3616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14 1344 0 0,'5'-14'30983'0'0,"-16"85"-30543"0"0,8-54-440 0 0,1-1 0 0 0,1 1 0 0 0,1 30 0 0 0,0-14 0 0 0,1-22 0 0 0,2 3 0 0 0,-2-2 0 0 0,-1-1 0 0 0,1 0 0 0 0,4-2 0 0 0,-4 5 0 0 0,-1-1 0 0 0,1-1 0 0 0,-1-12 0 0 0,0 1 0 0 0,0-1 0 0 0,0 0 0 0 0,0 0 0 0 0,0 0 0 0 0,0 0 0 0 0,0 1 0 0 0,0-1 0 0 0,0 0 0 0 0,0 0 0 0 0,0 0 0 0 0,0 0 0 0 0,0 1 0 0 0,0-1 0 0 0,0 0 0 0 0,1 0 0 0 0,-1 0 0 0 0,0 0 0 0 0,0 0 0 0 0,0 0 0 0 0,0 1 0 0 0,0-1 0 0 0,0 0 0 0 0,0 0 0 0 0,1 0 0 0 0,-1 0 0 0 0,0 0 0 0 0,0 0 0 0 0,0 0 0 0 0,0 0 0 0 0,0 0 0 0 0,1 0 0 0 0,-1 0 0 0 0,0 0 0 0 0,0 1 0 0 0,0-1 0 0 0,0 0 0 0 0,1 0 0 0 0,-1 0 0 0 0,0 0 0 0 0,0-1 0 0 0,0 1 0 0 0,0 0 0 0 0,1 0 0 0 0,-1 0 0 0 0,0 0 0 0 0,0 0 0 0 0,0 0 0 0 0,0 0 0 0 0,1 0 0 0 0,-1 0 0 0 0,0 0 0 0 0,0 0 0 0 0,0 0 0 0 0,0-1 0 0 0,17-16-2683 0 0,-13 10 528 0 0,-1-1 0 0 0,-1 1-1 0 0,1 0 1 0 0,-1-1 0 0 0,0 1-1 0 0,0-12 1 0 0,-1 17 1757 0 0,5-20-7808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12 1608 0 0,'0'0'20507'0'0,"6"6"-18426"0"0,-7-1 3728 0 0,-5 1-5138 0 0,-6 6 698 0 0,-3 42-647 0 0,14-42-722 0 0,1-12-3 0 0,0 1 0 0 0,0-1 0 0 0,0 0 1 0 0,0 1-1 0 0,0-1 0 0 0,0 0 0 0 0,0 1 0 0 0,0-1 0 0 0,1 0 1 0 0,-1 1-1 0 0,0-1 0 0 0,0 0 0 0 0,0 1 0 0 0,0-1 0 0 0,1 0 0 0 0,-1 0 1 0 0,0 1-1 0 0,0-1 0 0 0,1 0 0 0 0,-1 0 0 0 0,0 0 0 0 0,1 1 0 0 0,-1-1 1 0 0,0 0-1 0 0,0 0 0 0 0,1 0 0 0 0,-1 0 0 0 0,0 0 0 0 0,1 0 1 0 0,-1 0-1 0 0,0 1 0 0 0,1-1 0 0 0,-1 0 0 0 0,0 0 0 0 0,1 0 0 0 0,-1 0 1 0 0,0 0-1 0 0,1 0 0 0 0,-1-1 0 0 0,0 1 0 0 0,1 0 0 0 0,-1 0 0 0 0,0 0 1 0 0,1 0-1 0 0,-1 0 0 0 0,0 0 0 0 0,1-1 0 0 0,-1 1 0 0 0,0 0 1 0 0,0 0-1 0 0,1 0 0 0 0,-1-1 0 0 0,0 1 0 0 0,1-1 0 0 0,12-7-837 0 0,15-18-2209 0 0,-10-3-3620 0 0,-5 6-1546 0 0,6-2 435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12 452 0 0,'3'14'10094'0'0,"-9"4"-3829"0"0,-21 21-323 0 0,13-19-3513 0 0,3 7 277 0 0,9-22-2265 0 0,0-1 0 0 0,1 1 0 0 0,-1 0 0 0 0,-1-1 0 0 0,1 0 0 0 0,-5 7 0 0 0,6-10-412 0 0,1-1-1 0 0,-1 1 0 0 0,1 0 0 0 0,0-1 0 0 0,-1 1 0 0 0,1 0 1 0 0,0-1-1 0 0,-1 1 0 0 0,1 0 0 0 0,0 0 0 0 0,0-1 0 0 0,0 1 1 0 0,0 0-1 0 0,0-1 0 0 0,0 1 0 0 0,0 0 0 0 0,0 0 0 0 0,0-1 1 0 0,0 1-1 0 0,0 0 0 0 0,0 0 0 0 0,1-1 0 0 0,-1 1 0 0 0,0 0 1 0 0,1-1-1 0 0,-1 1 0 0 0,0 0 0 0 0,1-1 0 0 0,-1 1 0 0 0,1 0 1 0 0,-1-1-1 0 0,1 1 0 0 0,-1-1 0 0 0,1 1 0 0 0,-1-1 0 0 0,1 1 1 0 0,0 0-1 0 0,25 14 693 0 0,-16-14-721 0 0,-1-1 0 0 0,1 0 0 0 0,0-1 0 0 0,0 0 0 0 0,-1-1 0 0 0,1 0 0 0 0,-1 0 0 0 0,0-1 0 0 0,13-5 0 0 0,82-44 0 0 0,-82 40 0 0 0,-12 7 0 0 0,0 0 0 0 0,-1-1 0 0 0,0 0 0 0 0,0 0 0 0 0,0-1 0 0 0,-1 0 0 0 0,0 0 0 0 0,0-1 0 0 0,-1 0 0 0 0,7-10 0 0 0,-11 16 0 0 0,-3 2 0 0 0,1-1 0 0 0,-1 1 0 0 0,1-1 0 0 0,-1 1 0 0 0,1 0 0 0 0,-1-1 0 0 0,1 1 0 0 0,-1-1 0 0 0,1 1 0 0 0,-1-1 0 0 0,1 0 0 0 0,-1 1 0 0 0,0-1 0 0 0,1 1 0 0 0,-1-1 0 0 0,0 0 0 0 0,0 1 0 0 0,1-1 0 0 0,-1 0 0 0 0,0 1 0 0 0,0-1 0 0 0,0 0 0 0 0,0 1 0 0 0,0-1 0 0 0,0-1 0 0 0,-1-11 0 0 0,-13 4 0 0 0,7 8-22 0 0,0 0 1 0 0,0 0-1 0 0,0 1 0 0 0,-1 0 1 0 0,1 0-1 0 0,0 0 0 0 0,0 1 1 0 0,-1 0-1 0 0,1 1 0 0 0,0 0 1 0 0,0 0-1 0 0,-7 3 0 0 0,-7 4-330 0 0,0 0 0 0 0,-30 20 1 0 0,33-15-4811 0 0,13-9 75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598 1 180 0 0,'0'0'5270'0'0,"-4"5"-2779"0"0,-49 54 5133 0 0,36-43-5382 0 0,2 0-1 0 0,-27 35 0 0 0,-82 171 5417 0 0,21 11-4844 0 0,5-19-2807 0 0,-9 21-8 0 0,73-148 1 0 0,34-83-470 0 0,2-9-822 0 0,6-22-3055 0 0,20-59-8021 0 0,-21 71 4335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239 2 884 0 0,'0'0'22274'0'0,"7"0"-21098"0"0,1 0-1241 0 0,3-1 1697 0 0,1 1 1 0 0,-1 0 0 0 0,23 4-1 0 0,-33-4-1572 0 0,-1 0 0 0 0,1 0-1 0 0,-1 0 1 0 0,0 0 0 0 0,1 0 0 0 0,-1 0-1 0 0,1 1 1 0 0,-1-1 0 0 0,0 0-1 0 0,1 0 1 0 0,-1 0 0 0 0,1 1-1 0 0,-1-1 1 0 0,0 0 0 0 0,1 0-1 0 0,-1 1 1 0 0,0-1 0 0 0,0 0-1 0 0,1 1 1 0 0,-1-1 0 0 0,0 0-1 0 0,0 1 1 0 0,1-1 0 0 0,-1 0-1 0 0,0 1 1 0 0,0-1 0 0 0,0 1-1 0 0,0-1 1 0 0,1 0 0 0 0,-1 1-1 0 0,0 0 1 0 0,0 0-57 0 0,0 1 0 0 0,0 0-1 0 0,0-1 1 0 0,0 1 0 0 0,0 0 0 0 0,0-1 0 0 0,0 1 0 0 0,-1-1-1 0 0,1 1 1 0 0,-1 0 0 0 0,1-1 0 0 0,-1 1 0 0 0,1-1-1 0 0,-1 1 1 0 0,0-1 0 0 0,0 0 0 0 0,0 1 0 0 0,0-1 0 0 0,0 0-1 0 0,0 1 1 0 0,0-1 0 0 0,-2 1 0 0 0,-2 3-10 0 0,-25 35 7 0 0,-2-2 0 0 0,-1-1 0 0 0,-69 59 0 0 0,57-55 0 0 0,-22 13 0 0 0,64-48 0 0 0,3-5 0 0 0,0-1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0,0 0 0 0 0,0 0 0 0 0,0 0 0 0 0,1 0 0 0 0,-1 0 0 0 0,0 1 0 0 0,0-1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0,0-1 0 0 0,0 1 0 0 0,0 0 0 0 0,31-4 0 0 0,0-2 0 0 0,-1-1 0 0 0,46-17 0 0 0,2 0 0 0 0,32-2 0 0 0,-100 23 0 0 0,4 0-63 0 0,-11 3-1091 0 0,-10-17-23319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 2028 0 0,'-2'9'10835'0'0,"5"-3"-3523"0"0,18 0-341 0 0,32-8-4943 0 0,-47 1-693 0 0,152-22 923 0 0,-144 23-2258 0 0,-3 3-231 0 0,-9-3-987 0 0,-6 3-532 0 0,-30 18-3151 0 0,-7-4-7206 0 0,23-10 5048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 2196 0 0,'28'12'11678'0'0,"5"-9"-3770"0"0,38-10 229 0 0,-24 2-5365 0 0,-24 4-2911 0 0,27-3 444 0 0,-8-9-3191 0 0,-40 12 252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1320 0 0,'-2'5'2555'0'0,"-11"13"21507"0"0,-3-6-19232 0 0,10-4-4830 0 0,-1 1 0 0 0,2 0 0 0 0,-1 0 0 0 0,5 1-171 0 0,1-8-867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1 2108 0 0,'0'0'9609'0'0,"-4"4"-7475"0"0,-16 14 421 0 0,-34 35 6914 0 0,38-28-7777 0 0,-6 13-203 0 0,18-34-1283 0 0,0 1 1 0 0,1 0-1 0 0,0-1 0 0 0,0 2 0 0 0,0-1 0 0 0,1 0 0 0 0,-1 0 0 0 0,1 1 1 0 0,1 0-1 0 0,-1-1 0 0 0,1 1 0 0 0,0 0 0 0 0,0 0 0 0 0,0-1 1 0 0,1 1-1 0 0,0 0 0 0 0,2 11 0 0 0,-2-15-206 0 0,0 0 0 0 0,1 0 0 0 0,-1-1 0 0 0,1 1 0 0 0,0 0 0 0 0,0 0 0 0 0,-1-1 0 0 0,1 1 0 0 0,0-1 0 0 0,0 1 0 0 0,1-1 0 0 0,-1 1 0 0 0,0-1 0 0 0,0 1 0 0 0,1-1 0 0 0,-1 0 0 0 0,1 0 0 0 0,-1 0 0 0 0,1 0 0 0 0,-1 0 0 0 0,3 1 0 0 0,1 0 0 0 0,0-1 0 0 0,-1 1 0 0 0,1-1 0 0 0,0 0 0 0 0,0-1 0 0 0,0 1 0 0 0,0-1 0 0 0,5 0 0 0 0,4-1 0 0 0,1 0 0 0 0,-1-1 0 0 0,0-1 0 0 0,25-7 0 0 0,-21 3 0 0 0,0 0 0 0 0,26-15 0 0 0,-39 19 0 0 0,0 0 0 0 0,0-1 0 0 0,-1 1 0 0 0,1-1 0 0 0,-1 0 0 0 0,0 0 0 0 0,1 0 0 0 0,-2 0 0 0 0,1-1 0 0 0,0 0 0 0 0,-1 0 0 0 0,4-7 0 0 0,-7 2 0 0 0,-1 8 0 0 0,0 0 0 0 0,0 0 0 0 0,0 0 0 0 0,0 0 0 0 0,0 0 0 0 0,0 0 0 0 0,0 0 0 0 0,-1 0 0 0 0,1 1 0 0 0,0-1 0 0 0,-1 0 0 0 0,0 1 0 0 0,1-1 0 0 0,-1 1 0 0 0,0 0 0 0 0,0 0 0 0 0,0-1 0 0 0,0 1 0 0 0,0 0 0 0 0,0 1 0 0 0,0-1 0 0 0,0 0 0 0 0,0 1 0 0 0,0-1 0 0 0,-1 1 0 0 0,1-1 0 0 0,0 1 0 0 0,0 0 0 0 0,-1 0 0 0 0,1 0 0 0 0,0 0 0 0 0,0 1 0 0 0,-3 0 0 0 0,-1-1 0 0 0,-13 1-984 0 0,-1 1 1 0 0,0 1-1 0 0,1 0 0 0 0,-1 2 0 0 0,1 0 1 0 0,-30 14-1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281 12 1608 0 0,'0'0'12877'0'0,"-5"-2"-11111"0"0,-16-6-129 0 0,16 6 1284 0 0,-2 3-1838 0 0,0-1-1 0 0,0 1 0 0 0,0 1 1 0 0,0-1-1 0 0,-8 4 0 0 0,0 2-718 0 0,0 0 1 0 0,1 1-1 0 0,0 1 0 0 0,1 0 0 0 0,0 1 1 0 0,0 1-1 0 0,1 0 0 0 0,0 0 0 0 0,1 1 1 0 0,1 1-1 0 0,0 0 0 0 0,0 0 0 0 0,1 1 1 0 0,-12 25-1 0 0,20-37-364 0 0,0 0 0 0 0,0-1 0 0 0,1 1 0 0 0,-1 0 0 0 0,0 0 0 0 0,0 0 0 0 0,1 0 0 0 0,-1 0 0 0 0,1 0 0 0 0,0 0 0 0 0,0 0 0 0 0,0 0 0 0 0,0 0 0 0 0,0 0 0 0 0,0-1 0 0 0,0 1 0 0 0,0 0 0 0 0,1 0 0 0 0,-1 0 0 0 0,1 0 0 0 0,0 0 0 0 0,-1 0 0 0 0,1 0 0 0 0,2 2 0 0 0,-1-2 0 0 0,0 0 0 0 0,0 0 0 0 0,1 0 0 0 0,-1 0 0 0 0,1 0 0 0 0,-1-1 0 0 0,1 1 0 0 0,0-1 0 0 0,0 0 0 0 0,-1 0 0 0 0,1 0 0 0 0,0 0 0 0 0,0 0 0 0 0,4 0 0 0 0,7 0 0 0 0,1 1 0 0 0,-1-2 0 0 0,1 0 0 0 0,-1-1 0 0 0,19-2 0 0 0,-15 0 0 0 0,-1-1 0 0 0,1-1 0 0 0,-1 0 0 0 0,0-1 0 0 0,0-1 0 0 0,-1 0 0 0 0,0-2 0 0 0,0 1 0 0 0,25-20 0 0 0,-28 18 0 0 0,-9 7 0 0 0,0 1 0 0 0,-1-1 0 0 0,1 0 0 0 0,-1-1 0 0 0,0 1 0 0 0,6-8 0 0 0,-4 1 0 0 0,0 0 0 0 0,-1 0 0 0 0,0 0 0 0 0,3-14 0 0 0,-8 11 0 0 0,-8 2 0 0 0,0 6 0 0 0,-5 2 0 0 0,-7 3 0 0 0,3 2 0 0 0,9 1 0 0 0,0 4 0 0 0,7 0-86 0 0,2-5-706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0 752 0 0,'-1'1'12802'0'0,"-5"13"6123"0"0,-24 33-18637 0 0,-8-3-288 0 0,29-36-490 0 0,7-7-2299 0 0,7-6-2742 0 0,19-18-3532 0 0,-4 1 690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140 1 900 0 0,'0'0'14762'0'0,"-7"1"-12996"0"0,-6 2 10 0 0,-1 2 1 0 0,1-1-1 0 0,0 2 1 0 0,0 0-1 0 0,0 0 1 0 0,1 1-1 0 0,-21 16 1 0 0,27-6-881 0 0,5-6-665 0 0,0-10-231 0 0,1 1 0 0 0,0 0 0 0 0,-1-1 0 0 0,1 1 0 0 0,0-1 0 0 0,0 1 0 0 0,0 0 0 0 0,0-1 0 0 0,0 1 0 0 0,1 0 0 0 0,-1-1 0 0 0,0 1 0 0 0,1-1 0 0 0,-1 1 0 0 0,1-1 0 0 0,-1 1 0 0 0,1-1 0 0 0,0 1 0 0 0,0-1 0 0 0,0 1 0 0 0,0-1 0 0 0,0 0 0 0 0,0 1 0 0 0,0-1 0 0 0,0 0 0 0 0,2 1 0 0 0,32 19 0 0 0,-27-17 0 0 0,44 22 0 0 0,-41-22 0 0 0,0 1 0 0 0,0 0 0 0 0,-1 1 0 0 0,0 1 0 0 0,0-1 0 0 0,17 17 0 0 0,-25-22 0 0 0,-1 1 0 0 0,1 0 0 0 0,-1 0 0 0 0,1 0 0 0 0,-1 0 0 0 0,0 0 0 0 0,0 0 0 0 0,0 0 0 0 0,0 0 0 0 0,0 0 0 0 0,-1 0 0 0 0,1 1 0 0 0,-1-1 0 0 0,1 0 0 0 0,-1 1 0 0 0,0-1 0 0 0,0 0 0 0 0,0 1 0 0 0,0-1 0 0 0,0 0 0 0 0,0 0 0 0 0,-1 1 0 0 0,1-1 0 0 0,-1 0 0 0 0,1 1 0 0 0,-3 2 0 0 0,-2 5 0 0 0,0 0 0 0 0,-1 0 0 0 0,0 0 0 0 0,-12 12 0 0 0,4-4 0 0 0,14-17-110 0 0,-1-1-1 0 0,0 1 1 0 0,0-1-1 0 0,0 0 1 0 0,0 1-1 0 0,0-1 1 0 0,0 0-1 0 0,0 0 1 0 0,0 1-1 0 0,0-1 1 0 0,1 0 0 0 0,-1 0-1 0 0,0 0 1 0 0,0 0-1 0 0,0 0 1 0 0,0 0-1 0 0,0-1 1 0 0,0 1-1 0 0,0 0 1 0 0,0 0-1 0 0,0-1 1 0 0,0 1 0 0 0,0-1-1 0 0,0 1 1 0 0,1 0-1 0 0,-1-1 1 0 0,0 0-1 0 0,0 1 1 0 0,1-1-1 0 0,-1 1 1 0 0,0-1-1 0 0,1 0 1 0 0,-1 0 0 0 0,0 1-1 0 0,1-1 1 0 0,-2-1-1 0 0,-21-27-7369 0 0,17 11-543 0 0,-1-6 615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91 148 0 0,'32'4'6981'0'0,"-16"-1"-4759"0"0,1-1 0 0 0,-1 0 0 0 0,0-2 0 0 0,1 1 0 0 0,16-3 0 0 0,1-3-895 0 0,0 0-1 0 0,-1-3 1 0 0,33-11 0 0 0,-56 16-1963 0 0,-1 0 0 0 0,0-1 0 0 0,0-1 0 0 0,12-7 0 0 0,-6-1-3529 0 0,-5-1-3922 0 0,-9 4 2275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379 43 448 0 0,'0'0'23739'0'0,"-7"0"-23371"0"0,-21-4 1032 0 0,-1 1 0 0 0,-55 2 0 0 0,73 2-1035 0 0,-1 1 0 0 0,1 0 0 0 0,-1 0-1 0 0,1 1 1 0 0,0 1 0 0 0,0 0-1 0 0,0 0 1 0 0,0 1 0 0 0,1 0-1 0 0,-19 14 1 0 0,25-17-365 0 0,-52 46 0 0 0,53-45 0 0 0,0 0 0 0 0,0 1 0 0 0,0-1 0 0 0,1 1 0 0 0,-1-1 0 0 0,1 1 0 0 0,0 0 0 0 0,0 0 0 0 0,1 0 0 0 0,-1 0 0 0 0,1 0 0 0 0,0 0 0 0 0,0 0 0 0 0,0 1 0 0 0,0 4 0 0 0,1-7 0 0 0,0 0 0 0 0,0 1 0 0 0,0-1 0 0 0,1 0 0 0 0,-1 0 0 0 0,1 1 0 0 0,-1-1 0 0 0,1 0 0 0 0,0 0 0 0 0,0 0 0 0 0,0 1 0 0 0,0-1 0 0 0,0 0 0 0 0,0 0 0 0 0,0-1 0 0 0,1 1 0 0 0,-1 0 0 0 0,1 0 0 0 0,0-1 0 0 0,-1 1 0 0 0,1-1 0 0 0,0 1 0 0 0,0-1 0 0 0,0 0 0 0 0,0 1 0 0 0,0-1 0 0 0,0 0 0 0 0,0 0 0 0 0,0-1 0 0 0,1 1 0 0 0,-1 0 0 0 0,0-1 0 0 0,0 0 0 0 0,4 1 0 0 0,3 0 0 0 0,0-1 0 0 0,1 0 0 0 0,-1 0 0 0 0,0-1 0 0 0,18-3 0 0 0,-9 0 0 0 0,0-1 0 0 0,0-1 0 0 0,0 0 0 0 0,0-2 0 0 0,30-17 0 0 0,-37 18 0 0 0,-1 0 0 0 0,0 0 0 0 0,0-1 0 0 0,0 0 0 0 0,-1-1 0 0 0,-1 0 0 0 0,1-1 0 0 0,-1 0 0 0 0,10-17 0 0 0,-13 19 0 0 0,-3 3 0 0 0,0 0 0 0 0,0 0 0 0 0,0-1 0 0 0,-1 1 0 0 0,0 0 0 0 0,0-1 0 0 0,0 0 0 0 0,0-6 0 0 0,-1-2 0 0 0,-5 0 0 0 0,-3 7 0 0 0,-5 8-29 0 0,10 0-337 0 0,-12 6-3845 0 0,12-5-909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7 432 0 0,'0'0'2402'0'0,"-19"-7"16657"0"0,16 29-17351 0 0,1-1 0 0 0,1 0 1 0 0,0 1-1 0 0,2-1 0 0 0,5 34 0 0 0,-4-27-1083 0 0,10 250-625 0 0,-7-178 0 0 0,-5-100 0 0 0,0 0 0 0 0,0 0 0 0 0,0 0 0 0 0,1 0 0 0 0,-1 0 0 0 0,0 1 0 0 0,0-1 0 0 0,1 0 0 0 0,-1 0 0 0 0,0 0 0 0 0,0 0 0 0 0,1 0 0 0 0,-1 0 0 0 0,0 0 0 0 0,0 0 0 0 0,1 0 0 0 0,-1 0 0 0 0,0 0 0 0 0,0 0 0 0 0,1 0 0 0 0,-1 0 0 0 0,0 0 0 0 0,1 0 0 0 0,-1 0 0 0 0,0 0 0 0 0,0 0 0 0 0,1 0 0 0 0,-1 0 0 0 0,0-1 0 0 0,0 1 0 0 0,0 0 0 0 0,1 0 0 0 0,-1 0 0 0 0,0 0 0 0 0,0-1 0 0 0,0 1 0 0 0,1 0 0 0 0,-1 0 0 0 0,0 0 0 0 0,0-1 0 0 0,0 1 0 0 0,0 0 0 0 0,0 0 0 0 0,1-1 0 0 0,-1 1 0 0 0,0 0 0 0 0,11-11 0 0 0,-11 11 0 0 0,17-21-6438 0 0,-3 6-5444 0 0,-3 8 3760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 9 2524 0 0,'0'0'2655'0'0,"-3"-2"-50"0"0,-14-5 7041 0 0,14 8-6520 0 0,-5 6 9024 0 0,16-3-12086 0 0,-5-2-65 0 0,0-1 1 0 0,0 0 0 0 0,0 0 0 0 0,0 0 0 0 0,0 0-1 0 0,1 0 1 0 0,-1-1 0 0 0,0 1 0 0 0,0-1 0 0 0,0 0 0 0 0,1 0-1 0 0,-1 0 1 0 0,5-1 0 0 0,111-15-113 0 0,-115 16-574 0 0,2-2 117 0 0,-3 1-925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0 168 0 0,'-17'13'9631'0'0,"12"-3"6032"0"0,9-7-15466 0 0,0-1 0 0 0,0 1 0 0 0,0-1 0 0 0,1 0-1 0 0,-1 0 1 0 0,1 0 0 0 0,0 0 0 0 0,-1-1 0 0 0,1 0 0 0 0,0 0-1 0 0,0 0 1 0 0,-1-1 0 0 0,1 1 0 0 0,0-1 0 0 0,0 0 0 0 0,6-1-1 0 0,19-3 1673 0 0,49-12 0 0 0,-51 9-1648 0 0,-11 4-221 0 0,-4 0 0 0 0,-3 1-23 0 0,-8 2-151 0 0,-7 3-7322 0 0,-9 6 6693 0 0,-4 3-3602 0 0,7-5-4717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315 0 1120 0 0,'0'0'11225'0'0,"1"2"-8789"0"0,-5 9 11588 0 0,-20-14-11190 0 0,22 3-2391 0 0,-13 2 204 0 0,0 2-644 0 0,1 1 0 0 0,0 1 0 0 0,0 0 1 0 0,1 1-1 0 0,-1 0 0 0 0,1 1 0 0 0,1 0 0 0 0,0 1 0 0 0,0 1 1 0 0,1 0-1 0 0,-18 20 0 0 0,20-21-3 0 0,-49 58 0 0 0,54-62 0 0 0,0 1 0 0 0,1-1 0 0 0,0 1 0 0 0,0 0 0 0 0,0-1 0 0 0,1 1 0 0 0,0 0 0 0 0,0 1 0 0 0,1-1 0 0 0,-1 0 0 0 0,0 12 0 0 0,2-16 0 0 0,0 0 0 0 0,0 0 0 0 0,1 0 0 0 0,-1-1 0 0 0,0 1 0 0 0,1 0 0 0 0,-1 0 0 0 0,1-1 0 0 0,-1 1 0 0 0,1 0 0 0 0,0-1 0 0 0,0 1 0 0 0,-1 0 0 0 0,1-1 0 0 0,1 1 0 0 0,-1-1 0 0 0,0 0 0 0 0,0 1 0 0 0,0-1 0 0 0,1 0 0 0 0,1 2 0 0 0,0-1 0 0 0,0-1 0 0 0,1 1 0 0 0,-1-1 0 0 0,1 1 0 0 0,-1-1 0 0 0,1 0 0 0 0,-1 0 0 0 0,1-1 0 0 0,7 1 0 0 0,6-1 0 0 0,1 0 0 0 0,-1-2 0 0 0,26-4 0 0 0,-33 4 0 0 0,8-1 0 0 0,11-1 0 0 0,-2-1 0 0 0,1-1 0 0 0,-1-2 0 0 0,0-1 0 0 0,0 0 0 0 0,-1-2 0 0 0,39-23 0 0 0,-65 34 0 0 0,0 0 0 0 0,0 0 0 0 0,0 0 0 0 0,0 0 0 0 0,0 0 0 0 0,-1 0 0 0 0,1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0,1 0 0 0 0,-23 1 0 0 0,6 5 0 0 0,6-2-51 0 0,8-3-587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61 336 0 0,'0'0'32325'0'0,"-3"3"-32220"0"0,4-3-105 0 0,-1 0 0 0 0,0 0 0 0 0,0 0 0 0 0,1 0 0 0 0,-1 0 0 0 0,0 0 0 0 0,0 0 0 0 0,1 0 0 0 0,-1 0 0 0 0,0 0 0 0 0,0 0 0 0 0,1 0 0 0 0,-1 0 0 0 0,0 0 0 0 0,0 0 0 0 0,1 0 0 0 0,-1 0 0 0 0,0 1 0 0 0,0-1 0 0 0,1 0 0 0 0,-1 0 0 0 0,0 0 0 0 0,0 0 0 0 0,0 0 0 0 0,1 1 0 0 0,-1-1 0 0 0,0 0 0 0 0,0 0 0 0 0,0 0 0 0 0,0 1 0 0 0,0-1 0 0 0,1 0 1 0 0,-1 0-1 0 0,0 0 0 0 0,0 1 0 0 0,0-1 0 0 0,0 0 0 0 0,0 0 0 0 0,0 1 0 0 0,0-1 0 0 0,0 0 0 0 0,0 0 0 0 0,0 1 0 0 0,0-1 0 0 0,0 0 0 0 0,0 0 0 0 0,0 1 0 0 0,0-1 0 0 0,0 0 0 0 0,0 0 0 0 0,0 1 0 0 0,0-1 0 0 0,0 0 0 0 0,-1 0 0 0 0,1 1 0 0 0,0-1 0 0 0,0 0 0 0 0,0 0 0 0 0,0 0 0 0 0,0 1 0 0 0,-1-1 0 0 0,1 0 0 0 0,0 0 0 0 0,0 0 0 0 0,0 0 0 0 0,-1 1 0 0 0,29-6 0 0 0,-21 3 0 0 0,92-14 0 0 0,112-23 0 0 0,-199 34 0 0 0,-9-2-911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154 67 112 0 0,'0'0'1559'0'0,"-22"-13"29347"0"0,31-2-30738 0 0,-8 13-167 0 0,1 0 1 0 0,-1 0-1 0 0,1 0 0 0 0,-1 0 0 0 0,1 0 1 0 0,0 0-1 0 0,0 1 0 0 0,0-1 1 0 0,0 1-1 0 0,0-1 0 0 0,1 1 0 0 0,-1 0 1 0 0,0 0-1 0 0,0 0 0 0 0,1 0 1 0 0,-1 0-1 0 0,4 0 0 0 0,-1 0-2 0 0,15-7 1 0 0,-16 7 0 0 0,16 1 0 0 0,-17-1 0 0 0,0 1 0 0 0,0 0 0 0 0,1 0 0 0 0,-1 0 0 0 0,0 0 0 0 0,0 1 0 0 0,0-1 0 0 0,1 1 0 0 0,-1 0 0 0 0,0-1 0 0 0,0 2 0 0 0,0-1 0 0 0,0 0 0 0 0,0 1 0 0 0,0-1 0 0 0,-1 1 0 0 0,1 0 0 0 0,0 0 0 0 0,2 2 0 0 0,-3-2 0 0 0,-1 1 0 0 0,1-1 0 0 0,-1 1 0 0 0,0-1 0 0 0,1 1 0 0 0,-1 0 0 0 0,0 0 0 0 0,-1-1 0 0 0,1 1 0 0 0,0 0 0 0 0,-1 0 0 0 0,0 0 0 0 0,1 0 0 0 0,-1 0 0 0 0,0 0 0 0 0,-1 4 0 0 0,-1 3 0 0 0,0 0 0 0 0,0 0 0 0 0,-1 0 0 0 0,0 0 0 0 0,-1-1 0 0 0,0 1 0 0 0,-1-1 0 0 0,-10 16 0 0 0,5-11 0 0 0,-2 1 0 0 0,0-2 0 0 0,0 0 0 0 0,-1 0 0 0 0,-1-1 0 0 0,0-1 0 0 0,-1 0 0 0 0,0-1 0 0 0,0-1 0 0 0,-1 0 0 0 0,-33 13 0 0 0,40-20 0 0 0,-8-1 0 0 0,-1-3 0 0 0,1-3 0 0 0,10-4 0 0 0,13-6 0 0 0,-3 12 0 0 0,0 0 0 0 0,0 0 0 0 0,0 0 0 0 0,1 1 0 0 0,-1-1 0 0 0,1 1 0 0 0,-1 0 0 0 0,1 0 0 0 0,0 0 0 0 0,0 0 0 0 0,0 1 0 0 0,7-3 0 0 0,56-9 0 0 0,-51 10 0 0 0,22-5 0 0 0,-15 4 0 0 0,0 0 0 0 0,-1 1 0 0 0,47 1 0 0 0,-54 3 0 0 0,-7 4 0 0 0,-2 3 0 0 0,-5 1 0 0 0,0 3 0 0 0,2-1 0 0 0,-2-11-52 0 0,-1 0 1 0 0,0 1-1 0 0,1-1 1 0 0,-1 0-1 0 0,1 1 0 0 0,-1-1 1 0 0,1 0-1 0 0,-1 0 1 0 0,1 0-1 0 0,-1 1 0 0 0,1-1 1 0 0,-1 0-1 0 0,1 0 1 0 0,-1 0-1 0 0,1 0 0 0 0,-1 0 1 0 0,1 0-1 0 0,-1 0 1 0 0,1 0-1 0 0,-1 0 0 0 0,1 0 1 0 0,-1 0-1 0 0,1 0 1 0 0,-1-1-1 0 0,1 1 0 0 0,-1 0 1 0 0,1 0-1 0 0,-1 0 1 0 0,1-1-1 0 0,-1 1 0 0 0,1 0 1 0 0,-1-1-1 0 0,1 0 1 0 0,7-9-4645 0 0,-8 3-5260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157 155 1468 0 0,'-4'-2'2917'0'0,"-4"-3"-2783"0"0,-14-5 12250 0 0,12 5 3107 0 0,10 12-15161 0 0,-13 170-287 0 0,10-193-43 0 0,-1-1 0 0 0,-1 1 0 0 0,0 0 1 0 0,-2 1-1 0 0,1-1 0 0 0,-15-22 0 0 0,-2-9-18 0 0,14 31 6 0 0,-6-15 26 0 0,15 30-14 0 0,-1-1 1 0 0,1 1 0 0 0,0 0-1 0 0,0 0 1 0 0,0 0-1 0 0,0-1 1 0 0,0 1 0 0 0,0 0-1 0 0,0 0 1 0 0,0 0 0 0 0,0-1-1 0 0,0 1 1 0 0,1 0 0 0 0,-1 0-1 0 0,0 0 1 0 0,1 0 0 0 0,-1 0-1 0 0,1-1 1 0 0,0 1-1 0 0,-1 0 1 0 0,1 0 0 0 0,0 0-1 0 0,1-1 1 0 0,6-4-1 0 0,-1 0 0 0 0,1 0 0 0 0,1 1 0 0 0,-1 0 0 0 0,1 1 0 0 0,0 0 0 0 0,0 0 0 0 0,0 1 0 0 0,1 0 0 0 0,-1 1 0 0 0,15-3 0 0 0,2 2 0 0 0,0 0 0 0 0,1 2 0 0 0,29 2 0 0 0,-54-1 0 0 0,0 0 0 0 0,-1 0 0 0 0,1 0 0 0 0,-1 0 0 0 0,1 0 0 0 0,0 0 0 0 0,-1 0 0 0 0,1 1 0 0 0,-1-1 0 0 0,1 0 0 0 0,-1 1 0 0 0,1-1 0 0 0,-1 1 0 0 0,1 0 0 0 0,-1-1 0 0 0,0 1 0 0 0,1 0 0 0 0,-1 0 0 0 0,0 0 0 0 0,0 0 0 0 0,1 0 0 0 0,-1 0 0 0 0,0 0 0 0 0,0 1 0 0 0,0-1 0 0 0,0 0 0 0 0,-1 0 0 0 0,1 1 0 0 0,0-1 0 0 0,0 1 0 0 0,-1-1 0 0 0,1 1 0 0 0,-1-1 0 0 0,1 1 0 0 0,-1-1 0 0 0,0 1 0 0 0,0-1 0 0 0,0 1 0 0 0,1-1 0 0 0,-1 1 0 0 0,-1 0 0 0 0,1 1 0 0 0,-1 5 0 0 0,-1 0 0 0 0,0 1 0 0 0,0-1 0 0 0,0 0 0 0 0,-1-1 0 0 0,-1 1 0 0 0,1 0 0 0 0,-1-1 0 0 0,0 0 0 0 0,-1 0 0 0 0,0 0 0 0 0,-10 11 0 0 0,-9 9 0 0 0,-44 38 0 0 0,53-52 0 0 0,6-5 0 0 0,-1 0 0 0 0,1 1 0 0 0,1 0 0 0 0,-1 1 0 0 0,-11 19 0 0 0,15-19 0 0 0,5 1 0 0 0,8-1 0 0 0,-1-6 0 0 0,0-1 0 0 0,0 0 0 0 0,1-1 0 0 0,0 0 0 0 0,-1 0 0 0 0,1 0 0 0 0,0-1 0 0 0,9 0 0 0 0,73 1 0 0 0,-63-2 0 0 0,79 0 0 0 0,-92 0 0 0 0,-3 3 0 0 0,-7 5 0 0 0,-6 5-513 0 0,1-10-2366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31 688 0 0,'0'0'-88'0'0,"-10"1"4036"0"0,-7 2 24263 0 0,120-16-28206 0 0,-35 3-165 0 0,123-2 0 0 0,-189 12-988 0 0,-8 4-4064 0 0,-31 13 1195 0 0,4-3-6185 0 0,9-5 3529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75 232 0 0,'0'1'701'0'0,"0"0"-1"0"0,0 0 1 0 0,0 0 0 0 0,1 0-1 0 0,-1 0 1 0 0,0 0 0 0 0,0 0-1 0 0,0 0 1 0 0,1 0 0 0 0,-1 0-1 0 0,1 0 1 0 0,-1 0 0 0 0,0 0-1 0 0,1-1 1 0 0,0 1 0 0 0,-1 0-1 0 0,1 0 1 0 0,-1 0 0 0 0,1-1-1 0 0,1 2 1 0 0,149-13 11402 0 0,-38 0-8173 0 0,-93 9-3880 0 0,0-1-1 0 0,1-1 0 0 0,-1 0 0 0 0,28-11 0 0 0,-6-3-5479 0 0,-2-2-7773 0 0,-28 13 6124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287 83 624 0 0,'-7'-36'16586'0'0,"6"34"-16033"0"0,0 0 0 0 0,0 0 1 0 0,0 1-1 0 0,0-1 0 0 0,0 0 0 0 0,0 1 0 0 0,0-1 0 0 0,-1 1 1 0 0,1-1-1 0 0,-1 1 0 0 0,1 0 0 0 0,-1 0 0 0 0,0 0 0 0 0,-2-2 1 0 0,1 2 1861 0 0,-4-18 2393 0 0,6 18-4806 0 0,-1 1-1 0 0,1-1 1 0 0,-1 1 0 0 0,1 0-1 0 0,-1-1 1 0 0,1 1 0 0 0,-1 0 0 0 0,1 0-1 0 0,-1 0 1 0 0,1 0 0 0 0,-1 0-1 0 0,1 1 1 0 0,-1-1 0 0 0,1 0-1 0 0,-1 1 1 0 0,1-1 0 0 0,-1 1 0 0 0,1 0-1 0 0,0-1 1 0 0,-1 1 0 0 0,1 0-1 0 0,-2 1 1 0 0,0 0-5 0 0,-14 6 3 0 0,1 1 0 0 0,1 1 0 0 0,0 1 0 0 0,0 0 0 0 0,1 0 0 0 0,0 2 0 0 0,1-1 0 0 0,1 2 0 0 0,0 0 0 0 0,1 0 0 0 0,-16 27 0 0 0,23-34 0 0 0,0 0 0 0 0,0 0 0 0 0,1 0 0 0 0,0 1 0 0 0,1-1 0 0 0,0 1 0 0 0,0-1 0 0 0,0 1 0 0 0,1 0 0 0 0,0-1 0 0 0,1 1 0 0 0,-1 0 0 0 0,2 0 0 0 0,0 10 0 0 0,0-15 0 0 0,0 1 0 0 0,0 0 0 0 0,0-1 0 0 0,0 1 0 0 0,1-1 0 0 0,-1 1 0 0 0,1-1 0 0 0,0 1 0 0 0,0-1 0 0 0,0 0 0 0 0,0 0 0 0 0,1 0 0 0 0,-1 0 0 0 0,1-1 0 0 0,0 1 0 0 0,0-1 0 0 0,0 1 0 0 0,0-1 0 0 0,0 0 0 0 0,0 0 0 0 0,1 0 0 0 0,-1-1 0 0 0,1 1 0 0 0,-1-1 0 0 0,1 0 0 0 0,0 0 0 0 0,-1 0 0 0 0,1 0 0 0 0,0-1 0 0 0,0 1 0 0 0,4-1 0 0 0,12-1 0 0 0,0 0 0 0 0,0-2 0 0 0,0 0 0 0 0,0-1 0 0 0,-1-1 0 0 0,1 0 0 0 0,-1-2 0 0 0,-1 0 0 0 0,1-2 0 0 0,-2 1 0 0 0,33-23 0 0 0,-42 26 0 0 0,-1-1 0 0 0,0 0 0 0 0,0-1 0 0 0,-1 1 0 0 0,0-1 0 0 0,0-1 0 0 0,-1 1 0 0 0,0-1 0 0 0,0 0 0 0 0,0 0 0 0 0,-1 0 0 0 0,-1-1 0 0 0,1 1 0 0 0,-1-1 0 0 0,-1 0 0 0 0,0 0 0 0 0,0 0 0 0 0,0 0 0 0 0,-1-15 0 0 0,-1 21 0 0 0,0 0 0 0 0,0 0 0 0 0,0 0 0 0 0,0 0 0 0 0,-1 0 0 0 0,1 0 0 0 0,-1 0 0 0 0,0 0 0 0 0,0 0 0 0 0,0 0 0 0 0,0 0 0 0 0,-1 0 0 0 0,1 1 0 0 0,-1-1 0 0 0,0 0 0 0 0,1 1 0 0 0,-1 0 0 0 0,0-1 0 0 0,-1 1 0 0 0,1 0 0 0 0,0 0 0 0 0,-1 0 0 0 0,1 0 0 0 0,-1 0 0 0 0,1 1 0 0 0,-1-1 0 0 0,0 1 0 0 0,0 0 0 0 0,0 0 0 0 0,0 0 0 0 0,1 0 0 0 0,-2 0 0 0 0,1 0 0 0 0,0 1 0 0 0,0 0 0 0 0,0-1 0 0 0,0 1 0 0 0,0 0 0 0 0,0 1 0 0 0,-5 0 0 0 0,-2-1 0 0 0,4 0 0 0 0,-1 0 0 0 0,1 0 0 0 0,0 1 0 0 0,0 0 0 0 0,0 0 0 0 0,0 0 0 0 0,0 1 0 0 0,0 0 0 0 0,0 0 0 0 0,0 0 0 0 0,1 1 0 0 0,-9 5 0 0 0,4 1 0 0 0,10 2-8 0 0,9 0-159 0 0,-6-10-1549 0 0,-1 1 1 0 0,0-1 0 0 0,1 0-1 0 0,-1 0 1 0 0,0 0-1 0 0,1-1 1 0 0,-1 1 0 0 0,1 0-1 0 0,0-1 1 0 0,2 1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119 1 1028 0 0,'0'0'19422'0'0,"-3"3"-17254"0"0,-95 107 7981 0 0,91-103-10149 0 0,-4 3 0 0 0,20-18-1350 0 0,-3 2-724 0 0,0 1 0 0 0,-1-1 0 0 0,1 0 0 0 0,-1 0 0 0 0,-1-1 0 0 0,1 1 0 0 0,5-12 0 0 0,-3 2-6262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123 0 1076 0 0,'-4'0'27327'0'0,"0"1"-25144"0"0,-12 2-6157 0 0,8-1 6343 0 0,4-1-2065 0 0,-1 0-1 0 0,0 0 1 0 0,1 1-1 0 0,-1 0 0 0 0,1 0 1 0 0,0 0-1 0 0,0 0 1 0 0,0 0-1 0 0,0 1 0 0 0,-5 4 1 0 0,-19 13 144 0 0,19-12-448 0 0,8 2 0 0 0,1-10 0 0 0,0 1 0 0 0,0 0 0 0 0,0 0 0 0 0,0 0 0 0 0,0 0 0 0 0,0 0 0 0 0,0-1 0 0 0,0 1 0 0 0,1 0 0 0 0,-1 0 0 0 0,0 0 0 0 0,0 0 0 0 0,1-1 0 0 0,-1 1 0 0 0,0 0 0 0 0,1 0 0 0 0,-1-1 0 0 0,1 1 0 0 0,-1 0 0 0 0,1-1 0 0 0,0 1 0 0 0,-1 0 0 0 0,1-1 0 0 0,-1 1 0 0 0,1-1 0 0 0,0 1 0 0 0,0-1 0 0 0,-1 0 0 0 0,1 1 0 0 0,0-1 0 0 0,0 1 0 0 0,0-1 0 0 0,-1 0 0 0 0,1 0 0 0 0,0 0 0 0 0,0 1 0 0 0,0-1 0 0 0,0 0 0 0 0,-1 0 0 0 0,2 0 0 0 0,56 19 0 0 0,-49-17 0 0 0,1 1 0 0 0,-1 0 0 0 0,1 0 0 0 0,-1 1 0 0 0,0 0 0 0 0,9 7 0 0 0,-12-8 0 0 0,-1 1 0 0 0,1-1 0 0 0,-1 1 0 0 0,0 0 0 0 0,-1 1 0 0 0,1-1 0 0 0,-1 1 0 0 0,0 0 0 0 0,0 0 0 0 0,0 0 0 0 0,-1 1 0 0 0,5 7 0 0 0,5 5 0 0 0,-9-4 0 0 0,-3 1 0 0 0,-1-1 0 0 0,-1-1 0 0 0,1-12 0 0 0,0-1 0 0 0,0 1 0 0 0,0 0 0 0 0,0 0 0 0 0,0 0 0 0 0,0 0 0 0 0,-1-1 0 0 0,1 1 0 0 0,0 0 0 0 0,-1 0 0 0 0,1 0 0 0 0,0-1 0 0 0,-1 1 0 0 0,1 0 0 0 0,-1-1 0 0 0,1 1 0 0 0,-1 0 0 0 0,1-1 0 0 0,-1 1 0 0 0,1 0 0 0 0,-1-1 0 0 0,0 1 0 0 0,1-1 0 0 0,-1 1 0 0 0,0-1 0 0 0,0 0 0 0 0,1 1 0 0 0,-1-1 0 0 0,0 0 0 0 0,0 1 0 0 0,0-1 0 0 0,0 0 0 0 0,0 0 0 0 0,-5 5 0 0 0,5-5 0 0 0,0 1 0 0 0,0 0 0 0 0,0 0 0 0 0,0-1 0 0 0,0 1 0 0 0,0-1 0 0 0,0 1 0 0 0,0-1 0 0 0,-1 0 0 0 0,1 1 0 0 0,0-1 0 0 0,0 0 0 0 0,0 0 0 0 0,-1 0 0 0 0,1 1 0 0 0,0-1 0 0 0,0-1 0 0 0,-1 1 0 0 0,1 0 0 0 0,0 0 0 0 0,0 0 0 0 0,-2-1 0 0 0,-2 1 0 0 0,2 0 0 0 0,0-1 0 0 0,0 1 0 0 0,1 0 0 0 0,-1-1 0 0 0,0 1 0 0 0,0-1 0 0 0,1 0 0 0 0,-1 0 0 0 0,0 0 0 0 0,1 0 0 0 0,-1 0 0 0 0,1-1 0 0 0,0 1 0 0 0,-1-1 0 0 0,1 0 0 0 0,0 0 0 0 0,0 1 0 0 0,0-1 0 0 0,-3-4 0 0 0,-2-2 0 0 0,-12-16-3431 0 0,16 18 1552 0 0,1 0-1 0 0,0-1 1 0 0,0 1-1 0 0,1-1 1 0 0,0 1-1 0 0,0-1 1 0 0,0 0 0 0 0,1-8-1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60 1948 0 0,'0'0'25993'0'0,"24"-2"-23127"0"0,32-12-1068 0 0,-15 3-2079 0 0,53-20 0 0 0,-92 30-556 0 0,-28 9-18044 0 0,21-6 11948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13 1432 0 0,'0'0'4279'0'0,"-32"17"22043"0"0,54-19-25744 0 0,14-8-422 0 0,-12 6-156 0 0,0 1 0 0 0,38-1 0 0 0,73-2 0 0 0,-123 6 0 0 0,2 2 0 0 0,1-2-121 0 0,-12 0-865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0 528 0 0,'-3'1'28722'0'0,"-1"0"-26512"0"0,-10 4-6555 0 0,8-2 6774 0 0,-19 11-1784 0 0,1 1-1 0 0,1 1 1 0 0,1 1-1 0 0,-29 28 1 0 0,41-35-645 0 0,5-7 0 0 0,0 1 0 0 0,1 0 0 0 0,0 0 0 0 0,0 1 0 0 0,0-1 0 0 0,0 1 0 0 0,1 0 0 0 0,-1 0 0 0 0,1 0 0 0 0,-3 9 0 0 0,5-4 0 0 0,1-8 0 0 0,0-1 0 0 0,0 0 0 0 0,0 0 0 0 0,0 1 0 0 0,0-1 0 0 0,0 0 0 0 0,0 0 0 0 0,1 0 0 0 0,-1 1 0 0 0,0-1 0 0 0,1 0 0 0 0,-1 0 0 0 0,1 0 0 0 0,0 0 0 0 0,-1 0 0 0 0,1 0 0 0 0,0 0 0 0 0,0 0 0 0 0,-1 0 0 0 0,1 0 0 0 0,0 0 0 0 0,0 0 0 0 0,0-1 0 0 0,0 1 0 0 0,0 0 0 0 0,0 0 0 0 0,0-1 0 0 0,0 1 0 0 0,1-1 0 0 0,-1 1 0 0 0,0-1 0 0 0,0 0 0 0 0,0 1 0 0 0,1-1 0 0 0,1 0 0 0 0,23-2 0 0 0,7-3 0 0 0,-2-2 0 0 0,1-1 0 0 0,-1-2 0 0 0,0-1 0 0 0,-1-1 0 0 0,50-28 0 0 0,-41 14 0 0 0,-30 17 0 0 0,-9-1 0 0 0,-12-3 0 0 0,9 11 0 0 0,-1 0 0 0 0,0 0 0 0 0,0 1 0 0 0,0 0 0 0 0,-1 0 0 0 0,1 0 0 0 0,0 0 0 0 0,0 0 0 0 0,-1 1 0 0 0,1 0 0 0 0,0 0 0 0 0,-8 1 0 0 0,-20-3 0 0 0,26 3 0 0 0,-11 4 0 0 0,5 0 0 0 0,1 1 0 0 0,4-2-86 0 0,6-3-743 0 0,17 12-16371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 1 1512,'4'7'30386,"-17"11"-29640,5-6-623,2-1-123,5 1 0,0-1 0,-2-1-118,2-8-765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1 160,'0'0'16828,"1"1"-14225,2 11-2045,-4-4 6566,-25 47-1630,23-45-5494,-2 3 0,-1 0 0,1 0 0,5-13 0,0 1 0,0 0 0,-1-1 0,1 1 0,0 0 0,0-1 0,0 1 0,0 0 0,0-1 0,0 1 0,0 0 0,0-1 0,0 1 0,0 0 0,0-1 0,0 1 0,1 0 0,-1-1 0,0 1 0,0-1 0,1 1 0,-1 0 0,1-1 0,-1 1 0,0-1 0,1 1 0,-1-1 0,1 1 0,-1-1 0,1 1 0,-1-1 0,1 0 0,-1 1 0,1-1 0,0 0 0,-1 1 0,1-1 0,-1 0 0,2 1 0,6 3 0,0-1 0,1 1 0,-1-1 0,1-1 0,-1 0 0,1 0 0,0 0 0,-1-1 0,1 0 0,0-1 0,0 0 0,10-2 0,33 4 0,-35-2 0,-4 0 0,-12 0-1,0 0 1,-1 1-1,1-1 0,0 0 1,0 0-1,-1 0 0,1 0 1,0 0-1,0 0 0,0 0 1,-1 0-1,1 0 0,0 0 0,0 0 1,-1 0-1,1-1 0,0 1 1,0 0-1,-1-1 0,1 1 1,0 0-1,-1-1 0,1 1 1,0-1-1,-1 1 0,1-1 1,-1 1-1,2-2 0,-1 1-192,1-1-1051,-13-19-16898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100 2 396,'1'-1'9910,"8"3"4020,-35 89-10295,-17 107 0,22-94-2374,4 33-1261,17-136 0,-1 0 0,1 1 0,0-1 0,-1 0 0,1 0 0,0 0 0,0 0 0,0 0 0,0 0 0,0 1 0,0-1 0,0 0 0,0 0 0,1 0 0,-1 0 0,0 0 0,1 0 0,-1 0 0,1 0 0,0 2 0,2 4 0,-2-7 0,-1 0 0,0 0 0,0 0 0,0 1 0,0-1 0,0 0 0,0 0 0,0 0 0,0 0 0,0 0 0,0 1 0,1-1 0,-1 0 0,0 0 0,0 0 0,0 0 0,0 0 0,0 0 0,1 0 0,-1 1 0,0-1 0,0 0 0,0 0 0,0 0 0,1 0 0,-1 0 0,0 0 0,0 0 0,0 0 0,1 0 0,-1 0 0,0 0 0,0 0 0,0 0 0,0 0 0,1 0 0,-1 0 0,0 0 0,0 0 0,0-1 0,0 1 0,1 0 0,-1 0 0,0 0 0,0 0 0,0 0 0,2-3 0,0 0 0,0 0 0,-1 0 0,1 0 0,-1 0 0,0-1 0,0 1 0,0 0 0,-1-1 0,2-5 0,1-6 0,4-12-3603,-7 24 2159,1 0 0,0-1 0,-1 1 0,0 0 0,0 0 1,0-1-1,0 1 0,-1 0 0,1-1 0,-1 1 0,-1-6 0,-4-2-5209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0 460,'0'0'10386,"-1"5"-8003,0-3-3581,0 4 1135,0 1 7421,6-4 804,3-4-6795,-5 0-476,1 0-80,85-7 1399,-64 5-2181,31 5-173,-29 1-577,-12 2-3411,-10-2-2013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17 188,'0'2'1170,"0"-1"0,-1 1-1,1-1 1,0 1 0,0-1 0,0 1-1,0 0 1,1-1 0,-1 1 0,0-1 0,1 1-1,-1-1 1,0 0 0,1 1 0,1 1-1,149-11 7870,-131 5-10090,1 0-1,36-12 0,-48 11-2285,-5-5-7526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193 10 2020,'3'-9'26593,"-10"8"-26455,1 2-1,0-1 1,-1 1 0,1 0 0,-1 0 0,1 0 0,0 1 0,0 0 0,0 1 0,0-1 0,0 1 0,1 0 0,-1 1 0,1-1-1,-1 1 1,-6 6 0,4-3 43,-1 0 0,1 1 0,0 0 0,1 0 0,0 0 0,1 1 0,-1 0 0,2 1 0,-8 13 0,11-19-181,1 0 0,0 0 0,0 0 0,0 0 0,0 0 0,0 0 0,1 0 0,0 0 0,0 0 0,0 0 0,0 0 0,1 0 0,-1 0 0,3 6 0,-2-7 0,0 0 0,1-1 0,-1 1 0,1-1 0,0 0 0,-1 1 0,1-1 0,0 0 0,1 0 0,-1 0 0,0 0 0,0 0 0,1-1 0,-1 1 0,1-1 0,2 2 0,5 0 0,0 0 0,0-1 0,0 0 0,0 0 0,0-1 0,0 0 0,0-1 0,0 0 0,1-1 0,12-2 0,-1 0 0,-1-2 0,1 0 0,-1-2 0,40-17 0,-54 21 0,1-1 0,-1 0 0,0 0 0,-1 0 0,1-1 0,-1 0 0,1-1 0,-2 1 0,1-1 0,0 0 0,-1 0 0,-1-1 0,1 0 0,-1 0 0,0 0 0,6-15 0,-10 20 0,1-1 0,-1 0 0,0 0 0,0 0 0,0 0 0,0 1 0,-1-1 0,1 0 0,-1 0 0,0 1 0,0-1 0,0 0 0,0 1 0,0-1 0,0 1 0,-1-1 0,1 1 0,-1-1 0,0 1 0,0 0 0,0 0 0,0 0 0,0 0 0,0 0 0,0 1 0,-1-1 0,1 0 0,0 1 0,-1 0 0,0 0 0,1 0 0,-1 0 0,0 0 0,-5-1 0,-5-1 0,-5 0 0,1 1 0,2 2 0,4 5 0,5 1 0,5 2-31,8 3-2297,9 0-12556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 1 240,'9'11'3840,"-11"2"8996,-7 14-268,6 9-9285,3-25-3283,-1 2 0,-3-1 0,9-1 0,0-1 0,2 1 0,10 4-3838,6-16-8416,-19 0 9849,13-4-5616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1 224,'0'0'21775,"14"0"-20211,-12 5 7537,-3 6-9083,1 0 0,0 0 0,0 0 1,1 0-1,0 0 0,5 18 0,3 35-42,-4 119 24,-6-179 0,8 15 0,-6-9 0,-2-6 0,-13-44-1426,14 39 1354,0 1-1,0 0 0,0 0 1,0-1-1,-1 1 1,1 0-1,0 0 0,0 0 1,0-1-1,-1 1 0,1 0 1,0 0-1,0 0 0,-1-1 1,1 1-1,0 0 0,0 0 1,-1 0-1,1 0 1,0 0-1,0 0 0,-1 0 1,1 0-1,0 0 0,0 0 1,-1 0-1,1 0 0,0 0 1,-1 0-1,1 0 1,0 0-1,0 0 0,-1 0 1,1 0-1,0 0 0,0 0 1,-1 0-1,1 0 0,0 1 1,0-1-1,-1 0 1,-10 3-1773,-6 1-2900,0 0-3615,-6-1 860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13 1436 0 0,'0'0'7177'0'0,"15"-8"13534"0"0,-18 7-17287 0 0,-18-2-3405 0 0,11 3-19 0 0,1 0 0 0 0,-1 0 0 0 0,1 1 0 0 0,0 1 0 0 0,0-1 0 0 0,0 1 0 0 0,0 1 0 0 0,0 0 0 0 0,0 0 0 0 0,0 1 0 0 0,1 0 0 0 0,0 0 0 0 0,-1 1 0 0 0,2 0 0 0 0,-13 10 0 0 0,-10 4 0 0 0,24-12 0 0 0,1 5 0 0 0,11-1 0 0 0,7-7 0 0 0,0-5 0 0 0,0 0 0 0 0,0-1 0 0 0,0-1 0 0 0,0 0 0 0 0,0 0 0 0 0,15-7 0 0 0,-13 4 0 0 0,0 1 0 0 0,0 1 0 0 0,0 1 0 0 0,20-3 0 0 0,-30 6 0 0 0,-1 0 0 0 0,1 0 0 0 0,0 1 0 0 0,0-1 0 0 0,0 1 0 0 0,0 0 0 0 0,-1 0 0 0 0,1 1 0 0 0,0-1 0 0 0,-1 1 0 0 0,1 0 0 0 0,-1 0 0 0 0,0 1 0 0 0,0-1 0 0 0,1 1 0 0 0,-2 0 0 0 0,8 7 0 0 0,-3-3 0 0 0,-1 1 0 0 0,0 0 0 0 0,0 0 0 0 0,0 1 0 0 0,-1-1 0 0 0,-1 2 0 0 0,0-1 0 0 0,0 1 0 0 0,0-1 0 0 0,-1 1 0 0 0,-1 1 0 0 0,0-1 0 0 0,0 0 0 0 0,-1 1 0 0 0,1 14 0 0 0,-2-22 0 0 0,-1 0 0 0 0,0-1 0 0 0,0 1 0 0 0,0 0 0 0 0,-1 0 0 0 0,1-1 0 0 0,0 1 0 0 0,-1 0 0 0 0,0-1 0 0 0,0 1 0 0 0,0-1 0 0 0,0 1 0 0 0,0-1 0 0 0,0 1 0 0 0,-1-1 0 0 0,1 0 0 0 0,-1 0 0 0 0,1 1 0 0 0,-1-1 0 0 0,0 0 0 0 0,0 0 0 0 0,0-1 0 0 0,0 1 0 0 0,0 0 0 0 0,-1-1 0 0 0,1 1 0 0 0,0-1 0 0 0,-1 0 0 0 0,1 0 0 0 0,-1 0 0 0 0,1 0 0 0 0,-1 0 0 0 0,0 0 0 0 0,1-1 0 0 0,-1 0 0 0 0,0 1 0 0 0,1-1 0 0 0,-1 0 0 0 0,0 0 0 0 0,0 0 0 0 0,1 0 0 0 0,-1-1 0 0 0,-3 0 0 0 0,-11-2 0 0 0,0-1 0 0 0,1 0 0 0 0,-1-1 0 0 0,-28-13 0 0 0,43 17 0 0 0,-14-6 0 0 0,-71-39 0 0 0,73 38 0 0 0,70 26-26 0 0,-47-16-196 0 0,13 2-3845 0 0,-14-4-1537 0 0,-1 0-3562 0 0,8-3 1473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43 768 0 0,'-7'6'31119'0'0,"18"-4"-31050"0"0,-1-1 0 0 0,1-1 1 0 0,0 0-1 0 0,0 0 0 0 0,0-1 0 0 0,-1 0 0 0 0,1-1 1 0 0,0 0-1 0 0,-1-1 0 0 0,14-6 0 0 0,75-16 50 0 0,-85 21-119 0 0,-4 1-34 0 0,-8 2-311 0 0,-6 5-2160 0 0,-75 58-5424 0 0,32-26-4848 0 0,35-26 7616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1 7705 0 0,'-6'8'8'0'0,"-3"6"1487"0"0,7 0 5490 0 0,-3-5 1908 0 0,9-7-8646 0 0,0 0 0 0 0,0 1 1 0 0,0-2-1 0 0,0 1 1 0 0,0 0-1 0 0,0-1 1 0 0,1 0-1 0 0,-1 0 0 0 0,1 0 1 0 0,-1 0-1 0 0,1-1 1 0 0,-1 0-1 0 0,1 0 1 0 0,-1 0-1 0 0,1 0 0 0 0,8-3 1 0 0,5 0 621 0 0,0-1-1 0 0,0 0 1 0 0,18-9 0 0 0,38-7-869 0 0,-24 9 0 0 0,-40 9-161 0 0,-8 2-758 0 0,-6 4-649 0 0,0-1 780 0 0,-17 13-2319 0 0,15-12-1826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325 162 1152 0 0,'0'0'3684'0'0,"37"-20"5291"0"0,-33 15-7759 0 0,-1 1 0 0 0,1-1 0 0 0,-1 0 0 0 0,-1 0 0 0 0,1 0 0 0 0,-1 0-1 0 0,0 0 1 0 0,0 0 0 0 0,0-1 0 0 0,-1 1 0 0 0,2-12 0 0 0,-3 16-573 0 0,-7-28 1950 0 0,2 25-2540 0 0,-1 0 1 0 0,1 0 0 0 0,-1 0 0 0 0,0 0-1 0 0,0 1 1 0 0,-1 0 0 0 0,1 1 0 0 0,-1-1 0 0 0,1 1-1 0 0,-1 0 1 0 0,0 1 0 0 0,0 0 0 0 0,1 0 0 0 0,-1 0-1 0 0,0 1 1 0 0,0 0 0 0 0,0 0 0 0 0,0 1-1 0 0,0-1 1 0 0,-10 4 0 0 0,-3 1-54 0 0,1 0 0 0 0,-1 1 0 0 0,1 2 0 0 0,0 0 0 0 0,-25 15 0 0 0,36-19 0 0 0,1 0 0 0 0,0 1 0 0 0,0 0 0 0 0,0 1 0 0 0,1-1 0 0 0,0 1 0 0 0,0 0 0 0 0,0 1 0 0 0,1 0 0 0 0,0 0 0 0 0,0 0 0 0 0,1 0 0 0 0,0 1 0 0 0,0-1 0 0 0,-4 15 0 0 0,7-20 0 0 0,0 0 0 0 0,1 0 0 0 0,-1 0 0 0 0,1 1 0 0 0,-1-1 0 0 0,1 0 0 0 0,0 1 0 0 0,0-1 0 0 0,0 0 0 0 0,1 1 0 0 0,-1-1 0 0 0,0 0 0 0 0,1 0 0 0 0,-1 1 0 0 0,1-1 0 0 0,0 0 0 0 0,2 4 0 0 0,-2-5 0 0 0,0 0 0 0 0,0 1 0 0 0,1-1 0 0 0,-1 0 0 0 0,0 0 0 0 0,1 0 0 0 0,-1 0 0 0 0,1 0 0 0 0,-1 0 0 0 0,1-1 0 0 0,0 1 0 0 0,-1 0 0 0 0,1-1 0 0 0,0 1 0 0 0,-1-1 0 0 0,1 0 0 0 0,3 1 0 0 0,2-1 0 0 0,1 0 0 0 0,0-1 0 0 0,0 1 0 0 0,0-2 0 0 0,-1 1 0 0 0,1-1 0 0 0,9-3 0 0 0,8-5 0 0 0,0 0 0 0 0,0-2 0 0 0,31-20 0 0 0,-48 27 0 0 0,-1 0 0 0 0,1 0 0 0 0,-1-1 0 0 0,0 0 0 0 0,-1 0 0 0 0,1-1 0 0 0,-1 1 0 0 0,0-1 0 0 0,-1-1 0 0 0,0 1 0 0 0,0-1 0 0 0,-1 0 0 0 0,7-15 0 0 0,-10 6-3163 0 0,-1 16 2000 0 0,0-1 1 0 0,0 0 0 0 0,-1 0 0 0 0,1 1 0 0 0,-1-1 0 0 0,1 0-1 0 0,-1 1 1 0 0,0-1 0 0 0,1 1 0 0 0,-1-1 0 0 0,0 1 0 0 0,0-1-1 0 0,-2-2 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50 1916 0 0,'1'-46'16088'0'0,"1"43"-13378"0"0,-10 30 7551 0 0,5-9-8469 0 0,-6 32-1792 0 0,-3-1 0 0 0,-1 0 0 0 0,-33 76 0 0 0,2-3 0 0 0,31-82 0 0 0,-1 6 0 0 0,-27 57 0 0 0,31-71 0 0 0,-4 6 0 0 0,11-36 0 0 0,1 29 0 0 0,2-30 0 0 0,0-1 0 0 0,0 0 0 0 0,0 0 0 0 0,0 0 0 0 0,0 1 0 0 0,1-1 0 0 0,-1 0 0 0 0,0 0 0 0 0,0 0 0 0 0,0 1 0 0 0,0-1 0 0 0,1 0 0 0 0,-1 0 0 0 0,0 0 0 0 0,0 0 0 0 0,0 1 0 0 0,0-1 0 0 0,1 0 0 0 0,-1 0 0 0 0,0 0 0 0 0,0 0 0 0 0,1 0 0 0 0,-1 0 0 0 0,0 0 0 0 0,0 0 0 0 0,1 0 0 0 0,-1 0 0 0 0,0 0 0 0 0,0 0 0 0 0,0 0 0 0 0,1 0 0 0 0,-1 0 0 0 0,0 0 0 0 0,0 0 0 0 0,1 0 0 0 0,-1 0 0 0 0,0 0 0 0 0,0 0 0 0 0,1 0 0 0 0,-1 0 0 0 0,0 0 0 0 0,0 0 0 0 0,0-1 0 0 0,1 1 0 0 0,-1 0 0 0 0,0 0 0 0 0,0 0 0 0 0,0 0 0 0 0,0-1 0 0 0,1 1 0 0 0,-1 0 0 0 0,0 0 0 0 0,0 0 0 0 0,0-1 0 0 0,0 1 0 0 0,0 0 0 0 0,0 0 0 0 0,1 0 0 0 0,-1-1 0 0 0,0 1 0 0 0,0 0 0 0 0,0-1 0 0 0,11-11 0 0 0,22-51-911 0 0,-3 1-14584 0 0,-17 26 6299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318 0 192 0 0,'-4'7'2514'0'0,"-18"35"1622"0"0,-29 56 4055 0 0,-72 175 3646 0 0,69-97-7642 0 0,21-63-2493 0 0,22-84-1702 0 0,7-20 0 0 0,1-1 0 0 0,0 1 0 0 0,0 0 0 0 0,1 0 0 0 0,0 0 0 0 0,1 1 0 0 0,0-1 0 0 0,0 0 0 0 0,1 14 0 0 0,2-11 0 0 0,-2-11-4 0 0,0-1 0 0 0,0 0 0 0 0,0 0 1 0 0,0 0-1 0 0,0 1 0 0 0,0-1 0 0 0,0 0 0 0 0,0 0 0 0 0,1 0 1 0 0,-1 0-1 0 0,0 1 0 0 0,0-1 0 0 0,0 0 0 0 0,0 0 0 0 0,1 0 0 0 0,-1 0 1 0 0,0 0-1 0 0,0 0 0 0 0,0 0 0 0 0,1 0 0 0 0,-1 1 0 0 0,0-1 1 0 0,0 0-1 0 0,0 0 0 0 0,1 0 0 0 0,-1 0 0 0 0,0 0 0 0 0,0 0 0 0 0,0 0 1 0 0,1 0-1 0 0,-1 0 0 0 0,0 0 0 0 0,0 0 0 0 0,1 0 0 0 0,-1 0 1 0 0,0-1-1 0 0,0 1 0 0 0,0 0 0 0 0,1 0 0 0 0,-1 0 0 0 0,0 0 0 0 0,0 0 1 0 0,0 0-1 0 0,0 0 0 0 0,1-1 0 0 0,-1 1 0 0 0,0 0 0 0 0,0 0 1 0 0,0 0-1 0 0,0 0 0 0 0,0-1 0 0 0,26-31-3780 0 0,-18 18-1537 0 0,-1-1-3678 0 0,-2-1 865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171 8 180 0 0,'-8'-4'26154'0'0,"0"0"-22593"0"0,7 10-1565 0 0,11 12-1120 0 0,-4-3-876 0 0,-5-10 0 0 0,0 1 0 0 0,-1 0 0 0 0,0 0 0 0 0,0 0 0 0 0,0 0 0 0 0,-1 0 0 0 0,0 0 0 0 0,0 0 0 0 0,0 0 0 0 0,-1-1 0 0 0,-3 10 0 0 0,3-11 0 0 0,-12 28 0 0 0,-2 0 0 0 0,-2-2 0 0 0,-1 1 0 0 0,-31 38 0 0 0,37-56 0 0 0,10-11 0 0 0,0 1 0 0 0,1 0 0 0 0,-1 0 0 0 0,1 0 0 0 0,-1 0 0 0 0,1 1 0 0 0,0-1 0 0 0,-2 6 0 0 0,0 4 0 0 0,14-2 0 0 0,-3-10 0 0 0,0 1 0 0 0,0-1 0 0 0,0 0 0 0 0,1 0 0 0 0,-1-1 0 0 0,0 0 0 0 0,0-1 0 0 0,13-1 0 0 0,58-16 0 0 0,-3-5 0 0 0,-64 22 0 0 0,3 5 0 0 0,-1-9-73 0 0,1-2-1232 0 0,8-6-11115 0 0,-18 11 9590 0 0,9-7-6244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 1700 0 0,'-1'8'28140'0'0,"24"-5"-27520"0"0,1-1-1 0 0,-1-2 1 0 0,0 0-1 0 0,34-5 1 0 0,28-1-2576 0 0,-82 6 657 0 0,-1 2-822 0 0,5 1 1702 0 0,-8 2-6173 0 0,-20 9 2662 0 0,4-3-2329 0 0,10-3 433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40 67 908 0 0,'-9'8'1134'0'0,"-15"17"3385"0"0,18-5 7029 0 0,28-20-8114 0 0,-1-2-1642 0 0,0 0 0 0 0,-1-1 0 0 0,1-1 0 0 0,22-7 0 0 0,13-3-385 0 0,-24 7-2557 0 0,0-2 0 0 0,35-14-1 0 0,-25 5-4558 0 0,-2-1-5377 0 0,-23 11 4526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288 9 540 0 0,'0'0'27225'0'0,"-4"-1"-26356"0"0,-9-5 19 0 0,10 4 39 0 0,-1 4 39 0 0,-26 13-539 0 0,11-7-242 0 0,1 1 0 0 0,1 1 0 0 0,0 0 0 0 0,-29 23 0 0 0,18-10-185 0 0,15-14 0 0 0,0 2 0 0 0,1 0 0 0 0,-20 22 0 0 0,30-30 0 0 0,0-1 0 0 0,0 0 0 0 0,0 1 0 0 0,1-1 0 0 0,-1 1 0 0 0,1-1 0 0 0,0 1 0 0 0,0 0 0 0 0,0-1 0 0 0,0 1 0 0 0,0 0 0 0 0,0 0 0 0 0,1 0 0 0 0,-1 0 0 0 0,1 0 0 0 0,0 0 0 0 0,0-1 0 0 0,0 1 0 0 0,0 0 0 0 0,1 0 0 0 0,-1 0 0 0 0,1 0 0 0 0,0 0 0 0 0,0 0 0 0 0,0-1 0 0 0,0 1 0 0 0,2 3 0 0 0,-1-4 0 0 0,0 0 0 0 0,0 0 0 0 0,1 0 0 0 0,-1 0 0 0 0,1-1 0 0 0,-1 1 0 0 0,1-1 0 0 0,-1 0 0 0 0,1 1 0 0 0,0-1 0 0 0,0-1 0 0 0,0 1 0 0 0,-1 0 0 0 0,1-1 0 0 0,0 1 0 0 0,0-1 0 0 0,4 0 0 0 0,52-1 0 0 0,-30-2 0 0 0,46-12 0 0 0,-65 13 0 0 0,0-1 0 0 0,-1-1 0 0 0,1 1 0 0 0,-1-2 0 0 0,0 1 0 0 0,-1-1 0 0 0,1 0 0 0 0,9-9 0 0 0,-18 14 0 0 0,3-2 0 0 0,-1 1 0 0 0,0-1 0 0 0,0 0 0 0 0,0 0 0 0 0,-1-1 0 0 0,1 1 0 0 0,0 0 0 0 0,-1 0 0 0 0,1-1 0 0 0,-1 1 0 0 0,0-1 0 0 0,0 1 0 0 0,0-1 0 0 0,0 0 0 0 0,0 1 0 0 0,-1-1 0 0 0,1 0 0 0 0,-1-4 0 0 0,0-7 0 0 0,0 12 0 0 0,0 0 0 0 0,-1 1 0 0 0,1-1 0 0 0,-1 0 0 0 0,0 0 0 0 0,1 1 0 0 0,-1-1 0 0 0,0 1 0 0 0,0-1 0 0 0,0 1 0 0 0,0-1 0 0 0,0 1 0 0 0,-1-1 0 0 0,1 1 0 0 0,0 0 0 0 0,-1 0 0 0 0,1 0 0 0 0,0 0 0 0 0,-1 0 0 0 0,0 0 0 0 0,1 0 0 0 0,-1 0 0 0 0,1 0 0 0 0,-1 1 0 0 0,0-1 0 0 0,0 1 0 0 0,-2-1 0 0 0,3 0 0 0 0,-13-1 0 0 0,-3 1 0 0 0,3 0 0 0 0,0 2-418 0 0,12 0-2095 0 0,7 4-5659 0 0,12 4 1617 0 0,-3-5-1937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67 0 1300 0 0,'10'8'30305'0'0,"-25"10"-29650"0"0,6-8-554 0 0,1 1 1 0 0,0-1-1 0 0,1 1 0 0 0,-10 20 1 0 0,4-8-102 0 0,13-13 0 0 0,8-1 0 0 0,11-9-1 0 0,16-11-3198 0 0,-18 1-2559 0 0,0 0-3316 0 0,6-4 792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0 496 0 0,'0'0'26764'0'0,"-5"3"-25463"0"0,-10 7-700 0 0,0 0-1 0 0,1 1 1 0 0,0 0 0 0 0,1 1 0 0 0,0 0 0 0 0,-20 27 0 0 0,30-36-601 0 0,2-2 0 0 0,0 0 0 0 0,0 0 0 0 0,0 0 0 0 0,1 0 0 0 0,-1 0 0 0 0,0 0 0 0 0,1 0 0 0 0,-1 0 0 0 0,1 0 0 0 0,-1 0 0 0 0,1 0 0 0 0,-1 0 0 0 0,1 0 0 0 0,0 1 0 0 0,0-1 0 0 0,-1 0 0 0 0,1 0 0 0 0,0 0 0 0 0,0 1 0 0 0,0-1 0 0 0,0 0 0 0 0,1 2 0 0 0,4 12 0 0 0,-4-12 0 0 0,1-1 0 0 0,0 0 0 0 0,0 1 0 0 0,0-1 0 0 0,0 0 0 0 0,1 0 0 0 0,-1 0 0 0 0,0-1 0 0 0,1 1 0 0 0,-1 0 0 0 0,1-1 0 0 0,0 0 0 0 0,-1 1 0 0 0,1-1 0 0 0,0 0 0 0 0,0-1 0 0 0,0 1 0 0 0,0 0 0 0 0,0-1 0 0 0,0 0 0 0 0,0 1 0 0 0,0-1 0 0 0,-1 0 0 0 0,5-1 0 0 0,12 0 0 0 0,1-1 0 0 0,30-8 0 0 0,-32 7 0 0 0,0-1 0 0 0,1 2 0 0 0,0-2 0 0 0,-1 0 0 0 0,0-1 0 0 0,0-1 0 0 0,0 0 0 0 0,19-11 0 0 0,-34 16 0 0 0,-2 0 0 0 0,0 1 0 0 0,0-1 0 0 0,0 1 0 0 0,0-1 0 0 0,0 0 0 0 0,-1 1 0 0 0,1-1 0 0 0,0 0 0 0 0,0 0 0 0 0,0 0 0 0 0,-1 0 0 0 0,1 0 0 0 0,0 1 0 0 0,-1-1 0 0 0,1 0 0 0 0,-1-1 0 0 0,1 1 0 0 0,-1 0 0 0 0,1 0 0 0 0,-1 0 0 0 0,0 0 0 0 0,1 0 0 0 0,-1-2 0 0 0,0 1 0 0 0,0 0 0 0 0,0 0 0 0 0,0 0 0 0 0,0 0 0 0 0,0 0 0 0 0,0-1 0 0 0,-1 1 0 0 0,1 0 0 0 0,-1 0 0 0 0,0 0 0 0 0,1 0 0 0 0,-1 0 0 0 0,0 0 0 0 0,0 0 0 0 0,0 1 0 0 0,0-1 0 0 0,-1 0 0 0 0,1 0 0 0 0,0 1 0 0 0,-1-1 0 0 0,1 1 0 0 0,-1-1 0 0 0,0 1 0 0 0,1 0 0 0 0,-1 0 0 0 0,0-1 0 0 0,0 1 0 0 0,0 0 0 0 0,0 1 0 0 0,0-1 0 0 0,0 0 0 0 0,0 1 0 0 0,0-1 0 0 0,0 1 0 0 0,0-1 0 0 0,0 1 0 0 0,0 0 0 0 0,0 0 0 0 0,-4 0 0 0 0,1-1 0 0 0,-16-6 0 0 0,2 2 0 0 0,-48 6 0 0 0,49-1 0 0 0,7 0-175 0 0,9 0-1053 0 0,10 0-1845 0 0,2 2 1546 0 0,5-1-605 0 0,4 0-8243 0 0,-3-1 2359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24 1992 0 0,'0'-1'431'0'0,"1"1"0"0"0,-1 0 0 0 0,1-1 1 0 0,-1 1-1 0 0,0-1 0 0 0,1 1 0 0 0,-1 0 0 0 0,0-1 0 0 0,0 1 0 0 0,1-1 0 0 0,-1 1 0 0 0,0-1 0 0 0,0 1 1 0 0,0-1-1 0 0,0 1 0 0 0,1-1 0 0 0,-1 1 0 0 0,0-1 0 0 0,0 1 0 0 0,0-1 0 0 0,0 1 0 0 0,0-1 0 0 0,0 1 1 0 0,0-1-1 0 0,0 1 0 0 0,0-1 0 0 0,-1 1 0 0 0,1-1 0 0 0,0 1 0 0 0,0-1 0 0 0,0 1 0 0 0,-1 0 0 0 0,1-1 1 0 0,0 1-1 0 0,0-1 0 0 0,-1 1 0 0 0,1-1 0 0 0,0 1 0 0 0,-1-1 0 0 0,-24-3 7587 0 0,-31 12-2651 0 0,35-1-5331 0 0,0 2 1 0 0,1 0 0 0 0,-26 15-1 0 0,36-15-36 0 0,9-8 0 0 0,1-1 0 0 0,-1 1 0 0 0,1 0 0 0 0,0-1 0 0 0,-1 1 0 0 0,1 0 0 0 0,0 0 0 0 0,-1-1 0 0 0,1 1 0 0 0,0 0 0 0 0,0 0 0 0 0,-1 0 0 0 0,1-1 0 0 0,0 1 0 0 0,0 0 0 0 0,0 0 0 0 0,0 0 0 0 0,0 0 0 0 0,1-1 0 0 0,-1 1 0 0 0,0 0 0 0 0,0 0 0 0 0,0 0 0 0 0,1-1 0 0 0,-1 1 0 0 0,0 0 0 0 0,1 0 0 0 0,-1-1 0 0 0,1 1 0 0 0,0 1 0 0 0,10 6 0 0 0,9 2 0 0 0,0-1 0 0 0,30 10 0 0 0,-34-15 0 0 0,0 2 0 0 0,0 0 0 0 0,-1 1 0 0 0,0 0 0 0 0,-1 1 0 0 0,23 16 0 0 0,-34-22 0 0 0,0 1 0 0 0,1-1 0 0 0,-1 1 0 0 0,1-1 0 0 0,-1 1 0 0 0,0 0 0 0 0,0 1 0 0 0,0-1 0 0 0,-1 0 0 0 0,1 1 0 0 0,-1-1 0 0 0,1 1 0 0 0,-1 0 0 0 0,-1 0 0 0 0,1 0 0 0 0,0 0 0 0 0,1 6 0 0 0,-3-9 0 0 0,0 1 0 0 0,0 0 0 0 0,-1 0 0 0 0,1 0 0 0 0,0-1 0 0 0,0 1 0 0 0,-1 0 0 0 0,1 0 0 0 0,-1-1 0 0 0,0 1 0 0 0,1 0 0 0 0,-1-1 0 0 0,0 1 0 0 0,0-1 0 0 0,0 1 0 0 0,0-1 0 0 0,0 1 0 0 0,-1-1 0 0 0,1 0 0 0 0,0 1 0 0 0,0-1 0 0 0,-1 0 0 0 0,1 0 0 0 0,-1 0 0 0 0,1 0 0 0 0,-1 0 0 0 0,0-1 0 0 0,1 1 0 0 0,-1 0 0 0 0,0-1 0 0 0,1 1 0 0 0,-1-1 0 0 0,0 0 0 0 0,0 1 0 0 0,0-1 0 0 0,1 0 0 0 0,-1 0 0 0 0,0 0 0 0 0,0 0 0 0 0,0 0 0 0 0,1-1 0 0 0,-4 0 0 0 0,-1 0-462 0 0,-1 0-1 0 0,1 0 1 0 0,0-1-1 0 0,-1 1 1 0 0,1-2-1 0 0,0 1 1 0 0,0-1 0 0 0,-7-4-1 0 0,1-1-2122 0 0,-1-2 0 0 0,1 1 0 0 0,0-2 0 0 0,-15-17-1 0 0,7 6-6228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0 173 2136 0 0,'25'-6'892'0'0,"37"-10"4457"0"0,79-31 13562 0 0,-57 7-13432 0 0,-67 30-5914 0 0,-4 3-1238 0 0,0 0-1 0 0,-1 0 0 0 0,0-2 1 0 0,13-10-1 0 0,-20 14-7395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40 732 0 0,'3'-1'3866'0'0,"11"-5"8729"0"0,-11-5-1867 0 0,-21-3-5882 0 0,4 9-4846 0 0,5 3 0 0 0,0 2 0 0 0,-1-1 0 0 0,1 1 0 0 0,0 1 0 0 0,0-1 0 0 0,0 2 0 0 0,0-1 0 0 0,0 1 0 0 0,0 1 0 0 0,0-1 0 0 0,0 2 0 0 0,1-1 0 0 0,-12 7 0 0 0,0-1 0 0 0,-13 5 0 0 0,0 2 0 0 0,1 1 0 0 0,1 1 0 0 0,-39 31 0 0 0,57-39 0 0 0,0 1 0 0 0,1 1 0 0 0,0-1 0 0 0,1 2 0 0 0,0 0 0 0 0,1 0 0 0 0,1 1 0 0 0,0 0 0 0 0,1 0 0 0 0,0 1 0 0 0,-10 29 0 0 0,15-34 0 0 0,1-1 0 0 0,0 1 0 0 0,1 0 0 0 0,-1-1 0 0 0,2 1 0 0 0,-1 0 0 0 0,2 0 0 0 0,-1 0 0 0 0,1-1 0 0 0,1 1 0 0 0,-1 0 0 0 0,2-1 0 0 0,5 18 0 0 0,-5-20 0 0 0,1-1 0 0 0,0 1 0 0 0,-1-1 0 0 0,2 0 0 0 0,-1 0 0 0 0,1 0 0 0 0,0-1 0 0 0,0 0 0 0 0,0 0 0 0 0,1 0 0 0 0,0 0 0 0 0,0-1 0 0 0,0 0 0 0 0,1-1 0 0 0,-1 1 0 0 0,1-1 0 0 0,0 0 0 0 0,-1-1 0 0 0,10 3 0 0 0,4-1 0 0 0,0-2 0 0 0,-1 0 0 0 0,1-1 0 0 0,0-1 0 0 0,0 0 0 0 0,0-2 0 0 0,0 0 0 0 0,0-2 0 0 0,-1 0 0 0 0,1-1 0 0 0,-1-1 0 0 0,-1 0 0 0 0,26-14 0 0 0,-42 20 0 0 0,30-19 0 0 0,-30 18 0 0 0,-1 0 0 0 0,1-1 0 0 0,0 1 0 0 0,-1 0 0 0 0,1-1 0 0 0,-1 1 0 0 0,1-1 0 0 0,-1 0 0 0 0,0 1 0 0 0,1-1 0 0 0,-1 0 0 0 0,0 0 0 0 0,0 1 0 0 0,0-1 0 0 0,-1 0 0 0 0,1 0 0 0 0,0 0 0 0 0,0-3 0 0 0,-3-10 0 0 0,-9 6 0 0 0,6 6 0 0 0,38 15-29 0 0,-24-16-471 0 0,-6 2-118 0 0,30-8-16589 0 0,-25 7 9103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3 944 0 0,'-8'-3'30806'0'0,"10"7"-30405"0"0,4 3 53 0 0,25-3-292 0 0,113-9-162 0 0,-2-2 0 0 0,-141 7-141 0 0,0 0-1 0 0,0 0 1 0 0,0 0-1 0 0,0 0 1 0 0,0 0-1 0 0,0 0 1 0 0,0 0-1 0 0,0 0 1 0 0,0 0-1 0 0,0 0 1 0 0,0 1-1 0 0,0-1 1 0 0,0 0-1 0 0,0 1 1 0 0,0-1-1 0 0,-1 1 1 0 0,1-1-1 0 0,0 1 1 0 0,1 0-1 0 0,-8 12-6412 0 0,-32 10-6126 0 0,25-16 6661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1884 0 0,'-23'13'2320'0'0,"15"-8"485"0"0,-1 0 0 0 0,1 1-1 0 0,1-1 1 0 0,-11 11 5512 0 0,42-4-5003 0 0,110 2-827 0 0,47 7 739 0 0,-171-18-5246 0 0,12 8-8997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8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39 1452 0 0,'-3'-23'9268'0'0,"2"8"2199"0"0,-14 47-5803 0 0,-1 32-748 0 0,0 24-4916 0 0,11-63 0 0 0,0 0 0 0 0,-2 46 0 0 0,7-60 0 0 0,1 1 0 0 0,0-1 0 0 0,0 1 0 0 0,4 12 0 0 0,0-12 0 0 0,6-6 0 0 0,3-9 0 0 0,-12 2-204 0 0,1-1 1 0 0,-1 0-1 0 0,1 1 0 0 0,-1-1 0 0 0,0 0 1 0 0,0 0-1 0 0,0 0 0 0 0,0 0 0 0 0,3-4 1 0 0,21-45-7558 0 0,-22 42-930 0 0,3 1 662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0 472 0 0,'0'0'31100'0'0,"-4"4"-30089"0"0,-12 11-827 0 0,12-5-387 0 0,4-8-2139 0 0,9 7 1980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9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22 1000 0 0,'0'-1'2882'0'0,"-1"-13"8957"0"0,0 13-11744 0 0,1 1 1 0 0,-1-1 0 0 0,1 1-1 0 0,-1-1 1 0 0,1 1 0 0 0,-1-1-1 0 0,1 1 1 0 0,-1 0 0 0 0,0-1-1 0 0,1 1 1 0 0,-1-1 0 0 0,0 1-1 0 0,1 0 1 0 0,-1 0 0 0 0,0 0-1 0 0,0-1 1 0 0,1 1 0 0 0,-1 0-1 0 0,0 0 1 0 0,0 0 0 0 0,1 0-1 0 0,-1 0 1 0 0,0 0 0 0 0,0 0-1 0 0,1 0 1 0 0,-1 1 0 0 0,0-1-1 0 0,0 0 1 0 0,1 0 0 0 0,-1 0-1 0 0,0 1 1 0 0,0 0 0 0 0,-33 20 5708 0 0,23-12-3782 0 0,1 1-1 0 0,-1 1 0 0 0,-10 15 0 0 0,10-11-2021 0 0,7-10 0 0 0,0 0 0 0 0,1 0 0 0 0,0 1 0 0 0,0 0 0 0 0,0 0 0 0 0,0 0 0 0 0,-2 10 0 0 0,3-10 0 0 0,0 1 0 0 0,1-1 0 0 0,0 1 0 0 0,0 0 0 0 0,1-1 0 0 0,0 13 0 0 0,0-17 0 0 0,1 1 0 0 0,-1-1 0 0 0,1 0 0 0 0,0 0 0 0 0,0 1 0 0 0,0-1 0 0 0,0 0 0 0 0,0 0 0 0 0,0 0 0 0 0,1 0 0 0 0,-1 0 0 0 0,1 0 0 0 0,-1-1 0 0 0,1 1 0 0 0,0 0 0 0 0,-1-1 0 0 0,1 1 0 0 0,0-1 0 0 0,0 0 0 0 0,0 0 0 0 0,0 1 0 0 0,0-1 0 0 0,0-1 0 0 0,4 2 0 0 0,6 2 0 0 0,1-1 0 0 0,0 0 0 0 0,0-1 0 0 0,0-1 0 0 0,0 0 0 0 0,1 0 0 0 0,-1-2 0 0 0,0 1 0 0 0,0-2 0 0 0,19-3 0 0 0,-6-1 0 0 0,0-2 0 0 0,0 0 0 0 0,-1-1 0 0 0,25-13 0 0 0,-44 18 0 0 0,-1 1 0 0 0,1-1 0 0 0,-1 0 0 0 0,0 0 0 0 0,0 0 0 0 0,0-1 0 0 0,-1 0 0 0 0,0 1 0 0 0,0-2 0 0 0,0 1 0 0 0,0 0 0 0 0,-1-1 0 0 0,0 0 0 0 0,0 0 0 0 0,0 0 0 0 0,1-7 0 0 0,-3 12 0 0 0,-1 0 0 0 0,0 0 0 0 0,0-1 0 0 0,0 1 0 0 0,1 0 0 0 0,-1 0 0 0 0,0 0 0 0 0,0 0 0 0 0,-1 0 0 0 0,1-1 0 0 0,0 1 0 0 0,0 0 0 0 0,0 0 0 0 0,-1 0 0 0 0,1 0 0 0 0,-1 0 0 0 0,1 0 0 0 0,-1 0 0 0 0,1 0 0 0 0,-1 0 0 0 0,0 0 0 0 0,1 0 0 0 0,-1 0 0 0 0,0 0 0 0 0,0 0 0 0 0,-1 0 0 0 0,1-1 0 0 0,-2-2-9 0 0,0 0 0 0 0,0 0 0 0 0,-1 0 0 0 0,0 0 0 0 0,1 1 0 0 0,-1-1-1 0 0,-1 1 1 0 0,1 0 0 0 0,0 0 0 0 0,-1 1 0 0 0,1-1 0 0 0,-1 1 0 0 0,0 0 0 0 0,0 0 0 0 0,0 1 0 0 0,0-1 0 0 0,0 1 0 0 0,0 0 0 0 0,0 1 0 0 0,-1-1-1 0 0,1 1 1 0 0,0 0 0 0 0,0 0 0 0 0,0 0 0 0 0,-7 2 0 0 0,5-1-92 0 0,0 0 0 0 0,1 0-1 0 0,-1 1 1 0 0,0-1 0 0 0,1 2-1 0 0,-1-1 1 0 0,1 1 0 0 0,-1 0-1 0 0,1 0 1 0 0,0 0 0 0 0,0 1-1 0 0,1 0 1 0 0,-1 1 0 0 0,1-1-1 0 0,0 1 1 0 0,0 0 0 0 0,1 0-1 0 0,-6 8 1 0 0,4-4-5117 0 0,0-2-4585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9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10 696 0 0,'0'0'31842'0'0,"5"0"-31634"0"0,16 2-187 0 0,-6 1-21 0 0,-4-1 0 0 0,0 0 0 0 0,0-1 0 0 0,0-1 0 0 0,0 1 0 0 0,0-2 0 0 0,11-1 0 0 0,17 0 0 0 0,174 8 0 0 0,728-7 0 0 0,-843-2 0 0 0,98-9 0 0 0,-181 10 0 0 0,-5 0-492 0 0,-8 1-2305 0 0,-16 1-4911 0 0,0 2 3895 0 0,6-1 742 0 0,0 0-5298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0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11 1192 0 0,'0'-2'3930'0'0,"9"-6"9498"0"0,-9 8-13259 0 0,0 0 0 0 0,0 0 1 0 0,1 0-1 0 0,-1 0 1 0 0,0 0-1 0 0,0 0 0 0 0,3 1 4743 0 0,-3-1-4742 0 0,0 0-1 0 0,0 0 0 0 0,0 0 1 0 0,0 0-1 0 0,0 0 0 0 0,0 1 1 0 0,0-1-1 0 0,0 0 1 0 0,0 0-1 0 0,0 0 0 0 0,0 0 1 0 0,0 0-1 0 0,0 0 0 0 0,0 0 1 0 0,0 1-1 0 0,0-1 1 0 0,0 0-1 0 0,0 0 0 0 0,0 0 1 0 0,-7 24 4562 0 0,-16 21-4732 0 0,18-35 0 0 0,-1-1 0 0 0,1 1 0 0 0,1 1 0 0 0,0-1 0 0 0,-3 13 0 0 0,6-10 0 0 0,1 1 0 0 0,0-1 0 0 0,0 0 0 0 0,2-1 0 0 0,8-5 0 0 0,-7-6 0 0 0,-1 0 0 0 0,1 0 0 0 0,0 0 0 0 0,0-1 0 0 0,-1 1 0 0 0,1-1 0 0 0,0 1 0 0 0,0-1 0 0 0,0 0 0 0 0,0 0 0 0 0,0-1 0 0 0,0 1 0 0 0,-1-1 0 0 0,1 1 0 0 0,0-1 0 0 0,4-2 0 0 0,4 0 0 0 0,145-28 0 0 0,47-9 0 0 0,-156 32-106 0 0,-45 8-622 0 0,-9 0-2854 0 0,-3 1 2552 0 0,-9-1 220 0 0,1-6-6479 0 0,11-3-6705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0 200 0 0,'0'0'14203'0'0,"-2"6"-12168"0"0,-35 210 13215 0 0,13-53-14171 0 0,-13 64-1079 0 0,33-165 0 0 0,5-50 0 0 0,-1 0 0 0 0,-1 0 0 0 0,0 0 0 0 0,0-1 0 0 0,-4 14 0 0 0,3-14 0 0 0,4 1 0 0 0,2-1 0 0 0,-2-1 0 0 0,-2 0 0 0 0,4-24-3842 0 0,5-30-8721 0 0,-5 30 3366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2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12 988 0 0,'0'0'19483'0'0,"16"1"-16119"0"0,13-1-2455 0 0,24 0 3103 0 0,73-11-1 0 0,-115 9-4111 0 0,-9 2-446 0 0,10 15-5319 0 0,-12-13 4173 0 0,-3 0-215 0 0,-11 9-314 0 0,-13 8-7939 0 0,15-10 4384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2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1212 0 0,'-1'11'9300'0'0,"1"6"1804"0"0,1-16-11036 0 0,-1-1 1 0 0,1 1 0 0 0,-1 0 0 0 0,1-1 0 0 0,-1 1 0 0 0,1-1-1 0 0,-1 1 1 0 0,1-1 0 0 0,-1 1 0 0 0,1-1 0 0 0,0 1 0 0 0,-1-1-1 0 0,1 1 1 0 0,0-1 0 0 0,0 0 0 0 0,-1 0 0 0 0,1 1-1 0 0,0-1 1 0 0,-1 0 0 0 0,1 0 0 0 0,0 0 0 0 0,0 0 0 0 0,1 0-1 0 0,111 10 3228 0 0,-1-14-8983 0 0,-83-3-4618 0 0,-16 4 4362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3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1204 0 0,'2'0'31464'0'0,"-28"17"-31439"0"0,2 1 0 0 0,0 1-1 0 0,1 1 1 0 0,-30 35 0 0 0,41-42-28 0 0,2 0 1 0 0,0 0 0 0 0,1 1 0 0 0,0 0-1 0 0,1 1 1 0 0,1 0 0 0 0,0 0 0 0 0,1 1-1 0 0,1 0 1 0 0,-5 18 0 0 0,10-30 2 0 0,-1 0 0 0 0,1-1 0 0 0,0 1 0 0 0,0-1 0 0 0,0 1 0 0 0,0-1 0 0 0,1 1 0 0 0,0-1 0 0 0,-1 1 0 0 0,1-1 0 0 0,0 1 0 0 0,1-1 0 0 0,-1 1 0 0 0,1-1 0 0 0,-1 0 0 0 0,1 0 0 0 0,0 0 0 0 0,0 0 0 0 0,0 0 0 0 0,1 0 0 0 0,-1-1 0 0 0,1 1 0 0 0,-1-1 0 0 0,1 0 0 0 0,0 1 0 0 0,0-1 0 0 0,0-1 0 0 0,0 1 0 0 0,0 0 0 0 0,1-1 0 0 0,-1 1 0 0 0,0-1 0 0 0,7 1 0 0 0,4 2 0 0 0,0 0 0 0 0,1-2 0 0 0,-1 1 0 0 0,1-2 0 0 0,-1 0 0 0 0,27-2 0 0 0,-27 0 0 0 0,0-1 0 0 0,0 0 0 0 0,0-1 0 0 0,0 0 0 0 0,-1-1 0 0 0,0 0 0 0 0,1-2 0 0 0,-2 1 0 0 0,1-2 0 0 0,0 1 0 0 0,-1-2 0 0 0,-1 1 0 0 0,1-2 0 0 0,-1 0 0 0 0,-1 0 0 0 0,13-14 0 0 0,-20 18 0 0 0,0 0 0 0 0,-1 0 0 0 0,0 0 0 0 0,1 0 0 0 0,-2 0 0 0 0,1-1 0 0 0,-1 1 0 0 0,1 0 0 0 0,-2-1 0 0 0,2-6 0 0 0,3-17 0 0 0,-5 25 0 0 0,0 0 0 0 0,0 1 0 0 0,0-1 0 0 0,0 0 0 0 0,-1 1 0 0 0,1-1 0 0 0,-1 1 0 0 0,0-1 0 0 0,0 1 0 0 0,-1-1 0 0 0,1 1 0 0 0,-1-1 0 0 0,1 1 0 0 0,-1 0 0 0 0,0 0 0 0 0,0 0 0 0 0,0 0 0 0 0,-1 0 0 0 0,1 0 0 0 0,-1 1 0 0 0,1-1 0 0 0,-1 1 0 0 0,0 0 0 0 0,0 0 0 0 0,-5-3 0 0 0,7 5 0 0 0,-5-3 0 0 0,-1 1 0 0 0,0 0 0 0 0,0 0 0 0 0,-1 0 0 0 0,1 1 0 0 0,0 0 0 0 0,0 1 0 0 0,-1 0 0 0 0,-10 0 0 0 0,-4 6 0 0 0,7 0 0 0 0,8 4 0 0 0,7-9-17 0 0,0 0 0 0 0,0-1 0 0 0,0 1 0 0 0,0 0 0 0 0,0 0 0 0 0,0-1 0 0 0,0 1 0 0 0,0 0 0 0 0,0 0-1 0 0,0-1 1 0 0,0 1 0 0 0,0 0 0 0 0,0 0 0 0 0,1-1 0 0 0,-1 1 0 0 0,0 0 0 0 0,1-1 0 0 0,-1 1 0 0 0,0 0 0 0 0,1-1 0 0 0,-1 1 0 0 0,1 0 0 0 0,-1-1 0 0 0,1 1 0 0 0,-1-1 0 0 0,2 1 0 0 0,5 2-2290 0 0,0 0-5918 0 0,-1-3 4343 0 0,-4 0 1200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3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2756 0 0,'0'2'18997'0'0,"0"9"-17039"0"0,0-8 2723 0 0,-2 43-306 0 0,0-30-4375 0 0,1-2 0 0 0,1 0 0 0 0,0-5-216 0 0,5-29-4839 0 0,0 10 1572 0 0,-2-3-4818 0 0,1-3-534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1 224 0 0,'0'0'21624'0'0,"5"0"-20383"0"0,8-1-669 0 0,-1 2 0 0 0,0-1 0 0 0,0 2 1 0 0,0-1-1 0 0,-1 2 0 0 0,1-1 0 0 0,0 2 1 0 0,20 8-1 0 0,-27-10-391 0 0,-1 0 0 0 0,1 0 0 0 0,-1 1 0 0 0,0-1 1 0 0,0 1-1 0 0,0 0 0 0 0,0 0 0 0 0,-1 1 0 0 0,1-1 0 0 0,-1 1 0 0 0,0-1 0 0 0,0 1 1 0 0,0 0-1 0 0,0 0 0 0 0,-1 1 0 0 0,1-1 0 0 0,-1 0 0 0 0,0 1 0 0 0,-1 0 0 0 0,1-1 1 0 0,-1 1-1 0 0,0 0 0 0 0,0 0 0 0 0,0 9 0 0 0,-1-6-181 0 0,0 0 0 0 0,-1 0 0 0 0,0 0 0 0 0,0 0 0 0 0,-1-1 0 0 0,0 1 0 0 0,0 0 0 0 0,-1-1 0 0 0,0 1 0 0 0,0-1 0 0 0,-1 0 0 0 0,-4 8 0 0 0,-4 0 0 0 0,-1 0 0 0 0,0-1 0 0 0,-24 20 0 0 0,11-10 0 0 0,20-18 0 0 0,-2 1 0 0 0,90-19 0 0 0,-24 1 0 0 0,-41 10 0 0 0,0 1 0 0 0,-4-2 0 0 0,1-1 0 0 0,-3 1-141 0 0,2-1-3070 0 0,16-11-14490 0 0,-21 9 11115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44 664 0 0,'3'-13'6063'0'0,"-2"11"-4877"0"0,-1 0 0 0 0,1 1 0 0 0,-1-1 1 0 0,1 0-1 0 0,-1 1 0 0 0,0-1 0 0 0,0 0 0 0 0,0 1 0 0 0,0-1 0 0 0,0 0 0 0 0,0 1 1 0 0,-1-1-1 0 0,1 0 0 0 0,-1-2 0 0 0,-3 3-908 0 0,-1 0 0 0 0,1 1 0 0 0,-1-1 0 0 0,1 1 0 0 0,-1 0 0 0 0,1 0 0 0 0,-1 1 0 0 0,1-1 0 0 0,0 1 0 0 0,-1 0 0 0 0,1 0 0 0 0,-1 0 0 0 0,1 1 0 0 0,0-1 0 0 0,-6 4-1 0 0,0 0 199 0 0,1 0-1 0 0,0 1 0 0 0,0 0 0 0 0,0 1 0 0 0,1 0 0 0 0,0 0 0 0 0,-8 9 0 0 0,6-4-475 0 0,6 1 0 0 0,8 2 0 0 0,-1-10 0 0 0,1-1 0 0 0,-1 0 0 0 0,1 0 0 0 0,0 0 0 0 0,0-1 0 0 0,0 1 0 0 0,0-1 0 0 0,1 0 0 0 0,-1 0 0 0 0,1-1 0 0 0,0 1 0 0 0,6 2 0 0 0,70 20 0 0 0,-49-17 0 0 0,-19-5 0 0 0,36 13 0 0 0,-46-15 0 0 0,0 0 0 0 0,-1 1 0 0 0,1-1 0 0 0,0 1 0 0 0,-1 0 0 0 0,0 0 0 0 0,1 0 0 0 0,-1 0 0 0 0,0 0 0 0 0,0 0 0 0 0,0 1 0 0 0,0-1 0 0 0,0 1 0 0 0,-1-1 0 0 0,1 1 0 0 0,0 3 0 0 0,3 6 0 0 0,-5 2 0 0 0,0-11 0 0 0,0-1 0 0 0,-1 1 0 0 0,1-1 0 0 0,-1 1 0 0 0,0-1 0 0 0,0 0 0 0 0,1 1 0 0 0,-2-1 0 0 0,1 0 0 0 0,0 0 0 0 0,0 1 0 0 0,-1-1 0 0 0,1 0 0 0 0,-1 0 0 0 0,0-1 0 0 0,1 1 0 0 0,-1 0 0 0 0,0 0 0 0 0,0-1 0 0 0,0 0 0 0 0,-1 1 0 0 0,1-1 0 0 0,0 0 0 0 0,0 0 0 0 0,-4 1 0 0 0,4-1 0 0 0,-10 2-375 0 0,1-1-1 0 0,-1 0 1 0 0,1 0 0 0 0,-1-2-1 0 0,0 1 1 0 0,1-1 0 0 0,-1-1-1 0 0,1 0 1 0 0,-1-1 0 0 0,1 0-1 0 0,-1-1 1 0 0,1 0 0 0 0,0-1-1 0 0,0 0 1 0 0,0-1 0 0 0,1 0-1 0 0,-15-9 1 0 0,15 6-4260 0 0,0-3-3581 0 0,-1-1 817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84 692 0 0,'14'3'7925'0'0,"38"7"2716"0"0,4-8-4461 0 0,-18-4-3920 0 0,-1-2 1 0 0,56-12 0 0 0,-34-5-2763 0 0,-7-10-4307 0 0,-46 23 2837 0 0,-5-5-7945 0 0,-1 9 6340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07DF-0BE3-9317-FBAC-D73561AB9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60886-1752-F0A7-4895-79DCDBFA0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6874B-E7E3-F530-F76C-2E1A19FC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AFBB3-D65B-F8D4-1D66-EABC5152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8BE2E-7C8F-46C2-EA58-02CF6829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71A8-1F0B-4734-E865-9EAC3E62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1651-D859-4450-020C-448BD97B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43909-70BB-231D-0A23-3F70773D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F56C-4FD0-63DE-0DFE-A2E1757C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571A-1B1B-C30E-7BAB-0ABA9953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0727-2FB4-B739-92CE-85A56A15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F892D-A229-7AB6-006E-0FF71B589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0C51B-BB71-1C3C-0913-3B58E3CD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8B29-6A81-D3F4-2468-CD64C873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F477-7980-0CDB-5CF3-9A7A939A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D92A-D818-4CE9-F116-59312C9F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DC537-D639-19D8-4344-64149ECD6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0520-7C89-D592-86BC-AA68025A5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D5177-2834-2C45-DED9-3ED7DEFC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26B34-6BBC-9AE8-7775-209F48B2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CBA23-EF29-E23D-0449-C7C63568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4735-212D-792F-2622-89ED4AC6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DCAD-536F-EE7B-775F-A119E936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43954-4E52-3DDE-4A96-2AD032B53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A862A-6B12-AD66-89FE-8041881BF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AD808-11B1-932B-E73E-B81F79BE2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AC1CC-D6E2-BD82-9BF2-0C33BC5B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578B2-3F13-CD73-84EF-4420E01A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0AD3A-8FC0-96F0-DD89-F5BB8726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7AFA-F240-9512-D9F2-B4E414E6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1C4D1-43FF-75BB-41EB-7F7F402F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85BF7-F55C-3640-DA40-215E12A1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45612-B882-0B30-B712-08F7E525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2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BED90-F36F-6753-8C8C-2A1A97BA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2F6A1-09E0-24FC-FD4F-C9176D5E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629C4-1129-FB17-0668-071CBA19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1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791E-8A7B-B1B1-6CA0-127C7FBE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9DF2-A98C-5ABC-F581-423CDC1F4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B11A0-09A6-D1EB-FD72-721E8D358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1F671-6E3E-1A72-34FD-7870430B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1BCD8-6744-3EB9-F93D-D2D52976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5D16B-9400-6994-0D00-E3ACF61B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23DA-4B82-3925-7FFC-2AB78DA1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7F3BC-1701-5456-BC7E-F48B77550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15813-63A7-A60E-3299-2C1D4486F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DBDA2-3BED-32AA-EBEA-332C2EF6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3673-9033-E885-ADD3-77DAABE2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7633D-BA0D-B45F-E6EA-3C28CA36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5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9212-DAD9-9E4E-EF5F-AD740B99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65C28-3F30-40B1-DBC0-907435FB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4FE56-9CFA-6EB7-B2A8-FE31875A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3F3D-743C-90B6-41D1-A4027C93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6E94-9F18-C379-92C7-37DBC74E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2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9271C-0418-B2D8-8E1B-9B9CCFBC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113CA-4AF0-AC91-6962-35AE9B5A6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B96E4-C052-C2EC-49A0-66BA6ED8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5B57-27FC-2EA9-A888-A9ED08C8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07A12-C407-0D6D-FD36-A850B739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8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8DEEB-D843-E39A-608D-8B0B622B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F5CDB-8648-1806-4B1E-5DC1F4B9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6FE3-D812-1D5B-E6A3-2DA5687F6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C9E07-C9CF-4572-A13A-B8CA6171BFDC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62CC-2652-B16C-C01D-044958B1C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246A9-6FCC-05AC-CF28-9AF2F80A7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5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.png"/><Relationship Id="rId671" Type="http://schemas.openxmlformats.org/officeDocument/2006/relationships/image" Target="../media/image370.png"/><Relationship Id="rId21" Type="http://schemas.openxmlformats.org/officeDocument/2006/relationships/image" Target="../media/image46.png"/><Relationship Id="rId324" Type="http://schemas.openxmlformats.org/officeDocument/2006/relationships/customXml" Target="../ink/ink198.xml"/><Relationship Id="rId531" Type="http://schemas.openxmlformats.org/officeDocument/2006/relationships/customXml" Target="../ink/ink302.xml"/><Relationship Id="rId629" Type="http://schemas.openxmlformats.org/officeDocument/2006/relationships/image" Target="../media/image349.png"/><Relationship Id="rId170" Type="http://schemas.openxmlformats.org/officeDocument/2006/relationships/customXml" Target="../ink/ink121.xml"/><Relationship Id="rId268" Type="http://schemas.openxmlformats.org/officeDocument/2006/relationships/customXml" Target="../ink/ink170.xml"/><Relationship Id="rId475" Type="http://schemas.openxmlformats.org/officeDocument/2006/relationships/image" Target="../media/image273.png"/><Relationship Id="rId682" Type="http://schemas.openxmlformats.org/officeDocument/2006/relationships/customXml" Target="../ink/ink378.xml"/><Relationship Id="rId32" Type="http://schemas.openxmlformats.org/officeDocument/2006/relationships/customXml" Target="../ink/ink52.xml"/><Relationship Id="rId128" Type="http://schemas.openxmlformats.org/officeDocument/2006/relationships/customXml" Target="../ink/ink100.xml"/><Relationship Id="rId335" Type="http://schemas.openxmlformats.org/officeDocument/2006/relationships/image" Target="../media/image203.png"/><Relationship Id="rId542" Type="http://schemas.openxmlformats.org/officeDocument/2006/relationships/image" Target="../media/image306.png"/><Relationship Id="rId181" Type="http://schemas.openxmlformats.org/officeDocument/2006/relationships/image" Target="../media/image126.png"/><Relationship Id="rId402" Type="http://schemas.openxmlformats.org/officeDocument/2006/relationships/customXml" Target="../ink/ink237.xml"/><Relationship Id="rId279" Type="http://schemas.openxmlformats.org/officeDocument/2006/relationships/image" Target="../media/image175.png"/><Relationship Id="rId486" Type="http://schemas.openxmlformats.org/officeDocument/2006/relationships/customXml" Target="../ink/ink279.xml"/><Relationship Id="rId693" Type="http://schemas.openxmlformats.org/officeDocument/2006/relationships/image" Target="../media/image381.png"/><Relationship Id="rId43" Type="http://schemas.openxmlformats.org/officeDocument/2006/relationships/image" Target="../media/image57.png"/><Relationship Id="rId139" Type="http://schemas.openxmlformats.org/officeDocument/2006/relationships/image" Target="../media/image105.png"/><Relationship Id="rId346" Type="http://schemas.openxmlformats.org/officeDocument/2006/relationships/customXml" Target="../ink/ink209.xml"/><Relationship Id="rId553" Type="http://schemas.openxmlformats.org/officeDocument/2006/relationships/customXml" Target="../ink/ink313.xml"/><Relationship Id="rId192" Type="http://schemas.openxmlformats.org/officeDocument/2006/relationships/customXml" Target="../ink/ink132.xml"/><Relationship Id="rId206" Type="http://schemas.openxmlformats.org/officeDocument/2006/relationships/customXml" Target="../ink/ink139.xml"/><Relationship Id="rId413" Type="http://schemas.openxmlformats.org/officeDocument/2006/relationships/image" Target="../media/image242.png"/><Relationship Id="rId497" Type="http://schemas.openxmlformats.org/officeDocument/2006/relationships/customXml" Target="../ink/ink285.xml"/><Relationship Id="rId620" Type="http://schemas.openxmlformats.org/officeDocument/2006/relationships/customXml" Target="../ink/ink347.xml"/><Relationship Id="rId357" Type="http://schemas.openxmlformats.org/officeDocument/2006/relationships/image" Target="../media/image214.png"/><Relationship Id="rId54" Type="http://schemas.openxmlformats.org/officeDocument/2006/relationships/customXml" Target="../ink/ink63.xml"/><Relationship Id="rId217" Type="http://schemas.openxmlformats.org/officeDocument/2006/relationships/image" Target="../media/image144.png"/><Relationship Id="rId564" Type="http://schemas.openxmlformats.org/officeDocument/2006/relationships/image" Target="../media/image317.png"/><Relationship Id="rId424" Type="http://schemas.openxmlformats.org/officeDocument/2006/relationships/customXml" Target="../ink/ink248.xml"/><Relationship Id="rId631" Type="http://schemas.openxmlformats.org/officeDocument/2006/relationships/image" Target="../media/image350.png"/><Relationship Id="rId270" Type="http://schemas.openxmlformats.org/officeDocument/2006/relationships/customXml" Target="../ink/ink171.xml"/><Relationship Id="rId65" Type="http://schemas.openxmlformats.org/officeDocument/2006/relationships/image" Target="../media/image68.png"/><Relationship Id="rId130" Type="http://schemas.openxmlformats.org/officeDocument/2006/relationships/customXml" Target="../ink/ink101.xml"/><Relationship Id="rId368" Type="http://schemas.openxmlformats.org/officeDocument/2006/relationships/customXml" Target="../ink/ink220.xml"/><Relationship Id="rId575" Type="http://schemas.openxmlformats.org/officeDocument/2006/relationships/customXml" Target="../ink/ink324.xml"/><Relationship Id="rId228" Type="http://schemas.openxmlformats.org/officeDocument/2006/relationships/customXml" Target="../ink/ink150.xml"/><Relationship Id="rId435" Type="http://schemas.openxmlformats.org/officeDocument/2006/relationships/image" Target="../media/image253.png"/><Relationship Id="rId642" Type="http://schemas.openxmlformats.org/officeDocument/2006/relationships/customXml" Target="../ink/ink358.xml"/><Relationship Id="rId281" Type="http://schemas.openxmlformats.org/officeDocument/2006/relationships/image" Target="../media/image176.png"/><Relationship Id="rId502" Type="http://schemas.openxmlformats.org/officeDocument/2006/relationships/image" Target="../media/image286.png"/><Relationship Id="rId76" Type="http://schemas.openxmlformats.org/officeDocument/2006/relationships/customXml" Target="../ink/ink74.xml"/><Relationship Id="rId141" Type="http://schemas.openxmlformats.org/officeDocument/2006/relationships/image" Target="../media/image106.png"/><Relationship Id="rId379" Type="http://schemas.openxmlformats.org/officeDocument/2006/relationships/image" Target="../media/image225.png"/><Relationship Id="rId586" Type="http://schemas.openxmlformats.org/officeDocument/2006/relationships/customXml" Target="../ink/ink330.xml"/><Relationship Id="rId7" Type="http://schemas.openxmlformats.org/officeDocument/2006/relationships/image" Target="../media/image39.png"/><Relationship Id="rId239" Type="http://schemas.openxmlformats.org/officeDocument/2006/relationships/image" Target="../media/image155.png"/><Relationship Id="rId446" Type="http://schemas.openxmlformats.org/officeDocument/2006/relationships/customXml" Target="../ink/ink259.xml"/><Relationship Id="rId653" Type="http://schemas.openxmlformats.org/officeDocument/2006/relationships/image" Target="../media/image361.png"/><Relationship Id="rId292" Type="http://schemas.openxmlformats.org/officeDocument/2006/relationships/customXml" Target="../ink/ink182.xml"/><Relationship Id="rId306" Type="http://schemas.openxmlformats.org/officeDocument/2006/relationships/customXml" Target="../ink/ink189.xml"/><Relationship Id="rId87" Type="http://schemas.openxmlformats.org/officeDocument/2006/relationships/image" Target="../media/image79.png"/><Relationship Id="rId513" Type="http://schemas.openxmlformats.org/officeDocument/2006/relationships/customXml" Target="../ink/ink293.xml"/><Relationship Id="rId597" Type="http://schemas.openxmlformats.org/officeDocument/2006/relationships/image" Target="../media/image333.png"/><Relationship Id="rId152" Type="http://schemas.openxmlformats.org/officeDocument/2006/relationships/customXml" Target="../ink/ink112.xml"/><Relationship Id="rId457" Type="http://schemas.openxmlformats.org/officeDocument/2006/relationships/image" Target="../media/image264.png"/><Relationship Id="rId664" Type="http://schemas.openxmlformats.org/officeDocument/2006/relationships/customXml" Target="../ink/ink369.xml"/><Relationship Id="rId14" Type="http://schemas.openxmlformats.org/officeDocument/2006/relationships/customXml" Target="../ink/ink43.xml"/><Relationship Id="rId317" Type="http://schemas.openxmlformats.org/officeDocument/2006/relationships/image" Target="../media/image194.png"/><Relationship Id="rId524" Type="http://schemas.openxmlformats.org/officeDocument/2006/relationships/image" Target="../media/image297.png"/><Relationship Id="rId98" Type="http://schemas.openxmlformats.org/officeDocument/2006/relationships/customXml" Target="../ink/ink85.xml"/><Relationship Id="rId163" Type="http://schemas.openxmlformats.org/officeDocument/2006/relationships/image" Target="../media/image117.png"/><Relationship Id="rId370" Type="http://schemas.openxmlformats.org/officeDocument/2006/relationships/customXml" Target="../ink/ink221.xml"/><Relationship Id="rId230" Type="http://schemas.openxmlformats.org/officeDocument/2006/relationships/customXml" Target="../ink/ink151.xml"/><Relationship Id="rId468" Type="http://schemas.openxmlformats.org/officeDocument/2006/relationships/customXml" Target="../ink/ink270.xml"/><Relationship Id="rId675" Type="http://schemas.openxmlformats.org/officeDocument/2006/relationships/image" Target="../media/image372.png"/><Relationship Id="rId25" Type="http://schemas.openxmlformats.org/officeDocument/2006/relationships/image" Target="../media/image48.png"/><Relationship Id="rId328" Type="http://schemas.openxmlformats.org/officeDocument/2006/relationships/customXml" Target="../ink/ink200.xml"/><Relationship Id="rId535" Type="http://schemas.openxmlformats.org/officeDocument/2006/relationships/customXml" Target="../ink/ink304.xml"/><Relationship Id="rId174" Type="http://schemas.openxmlformats.org/officeDocument/2006/relationships/customXml" Target="../ink/ink123.xml"/><Relationship Id="rId381" Type="http://schemas.openxmlformats.org/officeDocument/2006/relationships/image" Target="../media/image226.png"/><Relationship Id="rId602" Type="http://schemas.openxmlformats.org/officeDocument/2006/relationships/customXml" Target="../ink/ink338.xml"/><Relationship Id="rId241" Type="http://schemas.openxmlformats.org/officeDocument/2006/relationships/image" Target="../media/image156.png"/><Relationship Id="rId479" Type="http://schemas.openxmlformats.org/officeDocument/2006/relationships/image" Target="../media/image275.png"/><Relationship Id="rId686" Type="http://schemas.openxmlformats.org/officeDocument/2006/relationships/customXml" Target="../ink/ink380.xml"/><Relationship Id="rId36" Type="http://schemas.openxmlformats.org/officeDocument/2006/relationships/customXml" Target="../ink/ink54.xml"/><Relationship Id="rId339" Type="http://schemas.openxmlformats.org/officeDocument/2006/relationships/image" Target="../media/image205.png"/><Relationship Id="rId546" Type="http://schemas.openxmlformats.org/officeDocument/2006/relationships/image" Target="../media/image308.png"/><Relationship Id="rId101" Type="http://schemas.openxmlformats.org/officeDocument/2006/relationships/image" Target="../media/image86.png"/><Relationship Id="rId185" Type="http://schemas.openxmlformats.org/officeDocument/2006/relationships/image" Target="../media/image128.png"/><Relationship Id="rId406" Type="http://schemas.openxmlformats.org/officeDocument/2006/relationships/customXml" Target="../ink/ink239.xml"/><Relationship Id="rId392" Type="http://schemas.openxmlformats.org/officeDocument/2006/relationships/customXml" Target="../ink/ink232.xml"/><Relationship Id="rId613" Type="http://schemas.openxmlformats.org/officeDocument/2006/relationships/image" Target="../media/image341.png"/><Relationship Id="rId697" Type="http://schemas.openxmlformats.org/officeDocument/2006/relationships/image" Target="../media/image383.png"/><Relationship Id="rId252" Type="http://schemas.openxmlformats.org/officeDocument/2006/relationships/customXml" Target="../ink/ink162.xml"/><Relationship Id="rId47" Type="http://schemas.openxmlformats.org/officeDocument/2006/relationships/image" Target="../media/image59.png"/><Relationship Id="rId112" Type="http://schemas.openxmlformats.org/officeDocument/2006/relationships/customXml" Target="../ink/ink92.xml"/><Relationship Id="rId557" Type="http://schemas.openxmlformats.org/officeDocument/2006/relationships/customXml" Target="../ink/ink315.xml"/><Relationship Id="rId196" Type="http://schemas.openxmlformats.org/officeDocument/2006/relationships/customXml" Target="../ink/ink134.xml"/><Relationship Id="rId417" Type="http://schemas.openxmlformats.org/officeDocument/2006/relationships/image" Target="../media/image244.png"/><Relationship Id="rId624" Type="http://schemas.openxmlformats.org/officeDocument/2006/relationships/customXml" Target="../ink/ink349.xml"/><Relationship Id="rId263" Type="http://schemas.openxmlformats.org/officeDocument/2006/relationships/image" Target="../media/image167.png"/><Relationship Id="rId470" Type="http://schemas.openxmlformats.org/officeDocument/2006/relationships/customXml" Target="../ink/ink271.xml"/><Relationship Id="rId58" Type="http://schemas.openxmlformats.org/officeDocument/2006/relationships/customXml" Target="../ink/ink65.xml"/><Relationship Id="rId123" Type="http://schemas.openxmlformats.org/officeDocument/2006/relationships/image" Target="../media/image97.png"/><Relationship Id="rId330" Type="http://schemas.openxmlformats.org/officeDocument/2006/relationships/customXml" Target="../ink/ink201.xml"/><Relationship Id="rId568" Type="http://schemas.openxmlformats.org/officeDocument/2006/relationships/image" Target="../media/image319.png"/><Relationship Id="rId428" Type="http://schemas.openxmlformats.org/officeDocument/2006/relationships/customXml" Target="../ink/ink250.xml"/><Relationship Id="rId635" Type="http://schemas.openxmlformats.org/officeDocument/2006/relationships/image" Target="../media/image352.png"/><Relationship Id="rId274" Type="http://schemas.openxmlformats.org/officeDocument/2006/relationships/customXml" Target="../ink/ink173.xml"/><Relationship Id="rId481" Type="http://schemas.openxmlformats.org/officeDocument/2006/relationships/image" Target="../media/image276.png"/><Relationship Id="rId69" Type="http://schemas.openxmlformats.org/officeDocument/2006/relationships/image" Target="../media/image70.png"/><Relationship Id="rId134" Type="http://schemas.openxmlformats.org/officeDocument/2006/relationships/customXml" Target="../ink/ink103.xml"/><Relationship Id="rId579" Type="http://schemas.openxmlformats.org/officeDocument/2006/relationships/customXml" Target="../ink/ink326.xml"/><Relationship Id="rId341" Type="http://schemas.openxmlformats.org/officeDocument/2006/relationships/image" Target="../media/image206.png"/><Relationship Id="rId439" Type="http://schemas.openxmlformats.org/officeDocument/2006/relationships/image" Target="../media/image255.png"/><Relationship Id="rId646" Type="http://schemas.openxmlformats.org/officeDocument/2006/relationships/customXml" Target="../ink/ink360.xml"/><Relationship Id="rId201" Type="http://schemas.openxmlformats.org/officeDocument/2006/relationships/image" Target="../media/image136.png"/><Relationship Id="rId285" Type="http://schemas.openxmlformats.org/officeDocument/2006/relationships/image" Target="../media/image178.png"/><Relationship Id="rId506" Type="http://schemas.openxmlformats.org/officeDocument/2006/relationships/image" Target="../media/image288.png"/><Relationship Id="rId492" Type="http://schemas.openxmlformats.org/officeDocument/2006/relationships/image" Target="../media/image281.png"/><Relationship Id="rId145" Type="http://schemas.openxmlformats.org/officeDocument/2006/relationships/image" Target="../media/image108.png"/><Relationship Id="rId352" Type="http://schemas.openxmlformats.org/officeDocument/2006/relationships/customXml" Target="../ink/ink212.xml"/><Relationship Id="rId212" Type="http://schemas.openxmlformats.org/officeDocument/2006/relationships/customXml" Target="../ink/ink142.xml"/><Relationship Id="rId657" Type="http://schemas.openxmlformats.org/officeDocument/2006/relationships/image" Target="../media/image363.png"/><Relationship Id="rId296" Type="http://schemas.openxmlformats.org/officeDocument/2006/relationships/customXml" Target="../ink/ink184.xml"/><Relationship Id="rId517" Type="http://schemas.openxmlformats.org/officeDocument/2006/relationships/customXml" Target="../ink/ink295.xml"/><Relationship Id="rId60" Type="http://schemas.openxmlformats.org/officeDocument/2006/relationships/customXml" Target="../ink/ink66.xml"/><Relationship Id="rId156" Type="http://schemas.openxmlformats.org/officeDocument/2006/relationships/customXml" Target="../ink/ink114.xml"/><Relationship Id="rId363" Type="http://schemas.openxmlformats.org/officeDocument/2006/relationships/image" Target="../media/image217.png"/><Relationship Id="rId570" Type="http://schemas.openxmlformats.org/officeDocument/2006/relationships/image" Target="../media/image320.png"/><Relationship Id="rId223" Type="http://schemas.openxmlformats.org/officeDocument/2006/relationships/image" Target="../media/image147.png"/><Relationship Id="rId430" Type="http://schemas.openxmlformats.org/officeDocument/2006/relationships/customXml" Target="../ink/ink251.xml"/><Relationship Id="rId668" Type="http://schemas.openxmlformats.org/officeDocument/2006/relationships/customXml" Target="../ink/ink371.xml"/><Relationship Id="rId18" Type="http://schemas.openxmlformats.org/officeDocument/2006/relationships/customXml" Target="../ink/ink45.xml"/><Relationship Id="rId265" Type="http://schemas.openxmlformats.org/officeDocument/2006/relationships/image" Target="../media/image168.png"/><Relationship Id="rId472" Type="http://schemas.openxmlformats.org/officeDocument/2006/relationships/customXml" Target="../ink/ink272.xml"/><Relationship Id="rId528" Type="http://schemas.openxmlformats.org/officeDocument/2006/relationships/image" Target="../media/image299.png"/><Relationship Id="rId125" Type="http://schemas.openxmlformats.org/officeDocument/2006/relationships/image" Target="../media/image98.png"/><Relationship Id="rId167" Type="http://schemas.openxmlformats.org/officeDocument/2006/relationships/image" Target="../media/image119.png"/><Relationship Id="rId332" Type="http://schemas.openxmlformats.org/officeDocument/2006/relationships/customXml" Target="../ink/ink202.xml"/><Relationship Id="rId374" Type="http://schemas.openxmlformats.org/officeDocument/2006/relationships/customXml" Target="../ink/ink223.xml"/><Relationship Id="rId581" Type="http://schemas.openxmlformats.org/officeDocument/2006/relationships/image" Target="../media/image325.png"/><Relationship Id="rId71" Type="http://schemas.openxmlformats.org/officeDocument/2006/relationships/image" Target="../media/image71.png"/><Relationship Id="rId234" Type="http://schemas.openxmlformats.org/officeDocument/2006/relationships/customXml" Target="../ink/ink153.xml"/><Relationship Id="rId637" Type="http://schemas.openxmlformats.org/officeDocument/2006/relationships/image" Target="../media/image353.png"/><Relationship Id="rId679" Type="http://schemas.openxmlformats.org/officeDocument/2006/relationships/image" Target="../media/image374.png"/><Relationship Id="rId2" Type="http://schemas.openxmlformats.org/officeDocument/2006/relationships/customXml" Target="../ink/ink37.xml"/><Relationship Id="rId29" Type="http://schemas.openxmlformats.org/officeDocument/2006/relationships/image" Target="../media/image50.png"/><Relationship Id="rId276" Type="http://schemas.openxmlformats.org/officeDocument/2006/relationships/customXml" Target="../ink/ink174.xml"/><Relationship Id="rId441" Type="http://schemas.openxmlformats.org/officeDocument/2006/relationships/image" Target="../media/image256.png"/><Relationship Id="rId483" Type="http://schemas.openxmlformats.org/officeDocument/2006/relationships/image" Target="../media/image277.png"/><Relationship Id="rId539" Type="http://schemas.openxmlformats.org/officeDocument/2006/relationships/customXml" Target="../ink/ink306.xml"/><Relationship Id="rId690" Type="http://schemas.openxmlformats.org/officeDocument/2006/relationships/customXml" Target="../ink/ink382.xml"/><Relationship Id="rId40" Type="http://schemas.openxmlformats.org/officeDocument/2006/relationships/customXml" Target="../ink/ink56.xml"/><Relationship Id="rId136" Type="http://schemas.openxmlformats.org/officeDocument/2006/relationships/customXml" Target="../ink/ink104.xml"/><Relationship Id="rId178" Type="http://schemas.openxmlformats.org/officeDocument/2006/relationships/customXml" Target="../ink/ink125.xml"/><Relationship Id="rId301" Type="http://schemas.openxmlformats.org/officeDocument/2006/relationships/image" Target="../media/image186.png"/><Relationship Id="rId343" Type="http://schemas.openxmlformats.org/officeDocument/2006/relationships/image" Target="../media/image207.png"/><Relationship Id="rId550" Type="http://schemas.openxmlformats.org/officeDocument/2006/relationships/image" Target="../media/image310.png"/><Relationship Id="rId82" Type="http://schemas.openxmlformats.org/officeDocument/2006/relationships/customXml" Target="../ink/ink77.xml"/><Relationship Id="rId203" Type="http://schemas.openxmlformats.org/officeDocument/2006/relationships/image" Target="../media/image137.png"/><Relationship Id="rId385" Type="http://schemas.openxmlformats.org/officeDocument/2006/relationships/image" Target="../media/image228.png"/><Relationship Id="rId592" Type="http://schemas.openxmlformats.org/officeDocument/2006/relationships/customXml" Target="../ink/ink333.xml"/><Relationship Id="rId606" Type="http://schemas.openxmlformats.org/officeDocument/2006/relationships/customXml" Target="../ink/ink340.xml"/><Relationship Id="rId648" Type="http://schemas.openxmlformats.org/officeDocument/2006/relationships/customXml" Target="../ink/ink361.xml"/><Relationship Id="rId245" Type="http://schemas.openxmlformats.org/officeDocument/2006/relationships/image" Target="../media/image158.png"/><Relationship Id="rId287" Type="http://schemas.openxmlformats.org/officeDocument/2006/relationships/image" Target="../media/image179.png"/><Relationship Id="rId410" Type="http://schemas.openxmlformats.org/officeDocument/2006/relationships/customXml" Target="../ink/ink241.xml"/><Relationship Id="rId452" Type="http://schemas.openxmlformats.org/officeDocument/2006/relationships/customXml" Target="../ink/ink262.xml"/><Relationship Id="rId494" Type="http://schemas.openxmlformats.org/officeDocument/2006/relationships/image" Target="../media/image282.png"/><Relationship Id="rId508" Type="http://schemas.openxmlformats.org/officeDocument/2006/relationships/image" Target="../media/image289.png"/><Relationship Id="rId105" Type="http://schemas.openxmlformats.org/officeDocument/2006/relationships/image" Target="../media/image88.png"/><Relationship Id="rId147" Type="http://schemas.openxmlformats.org/officeDocument/2006/relationships/image" Target="../media/image109.png"/><Relationship Id="rId312" Type="http://schemas.openxmlformats.org/officeDocument/2006/relationships/customXml" Target="../ink/ink192.xml"/><Relationship Id="rId354" Type="http://schemas.openxmlformats.org/officeDocument/2006/relationships/customXml" Target="../ink/ink213.xml"/><Relationship Id="rId51" Type="http://schemas.openxmlformats.org/officeDocument/2006/relationships/image" Target="../media/image61.png"/><Relationship Id="rId93" Type="http://schemas.openxmlformats.org/officeDocument/2006/relationships/image" Target="../media/image82.png"/><Relationship Id="rId189" Type="http://schemas.openxmlformats.org/officeDocument/2006/relationships/image" Target="../media/image130.png"/><Relationship Id="rId396" Type="http://schemas.openxmlformats.org/officeDocument/2006/relationships/customXml" Target="../ink/ink234.xml"/><Relationship Id="rId561" Type="http://schemas.openxmlformats.org/officeDocument/2006/relationships/customXml" Target="../ink/ink317.xml"/><Relationship Id="rId617" Type="http://schemas.openxmlformats.org/officeDocument/2006/relationships/image" Target="../media/image343.png"/><Relationship Id="rId659" Type="http://schemas.openxmlformats.org/officeDocument/2006/relationships/image" Target="../media/image364.png"/><Relationship Id="rId214" Type="http://schemas.openxmlformats.org/officeDocument/2006/relationships/customXml" Target="../ink/ink143.xml"/><Relationship Id="rId256" Type="http://schemas.openxmlformats.org/officeDocument/2006/relationships/customXml" Target="../ink/ink164.xml"/><Relationship Id="rId298" Type="http://schemas.openxmlformats.org/officeDocument/2006/relationships/customXml" Target="../ink/ink185.xml"/><Relationship Id="rId421" Type="http://schemas.openxmlformats.org/officeDocument/2006/relationships/image" Target="../media/image246.png"/><Relationship Id="rId463" Type="http://schemas.openxmlformats.org/officeDocument/2006/relationships/image" Target="../media/image267.png"/><Relationship Id="rId519" Type="http://schemas.openxmlformats.org/officeDocument/2006/relationships/customXml" Target="../ink/ink296.xml"/><Relationship Id="rId670" Type="http://schemas.openxmlformats.org/officeDocument/2006/relationships/customXml" Target="../ink/ink372.xml"/><Relationship Id="rId116" Type="http://schemas.openxmlformats.org/officeDocument/2006/relationships/customXml" Target="../ink/ink94.xml"/><Relationship Id="rId158" Type="http://schemas.openxmlformats.org/officeDocument/2006/relationships/customXml" Target="../ink/ink115.xml"/><Relationship Id="rId323" Type="http://schemas.openxmlformats.org/officeDocument/2006/relationships/image" Target="../media/image197.png"/><Relationship Id="rId530" Type="http://schemas.openxmlformats.org/officeDocument/2006/relationships/image" Target="../media/image300.png"/><Relationship Id="rId20" Type="http://schemas.openxmlformats.org/officeDocument/2006/relationships/customXml" Target="../ink/ink46.xml"/><Relationship Id="rId62" Type="http://schemas.openxmlformats.org/officeDocument/2006/relationships/customXml" Target="../ink/ink67.xml"/><Relationship Id="rId365" Type="http://schemas.openxmlformats.org/officeDocument/2006/relationships/image" Target="../media/image218.png"/><Relationship Id="rId572" Type="http://schemas.openxmlformats.org/officeDocument/2006/relationships/image" Target="../media/image321.png"/><Relationship Id="rId628" Type="http://schemas.openxmlformats.org/officeDocument/2006/relationships/customXml" Target="../ink/ink351.xml"/><Relationship Id="rId225" Type="http://schemas.openxmlformats.org/officeDocument/2006/relationships/image" Target="../media/image148.png"/><Relationship Id="rId267" Type="http://schemas.openxmlformats.org/officeDocument/2006/relationships/image" Target="../media/image169.png"/><Relationship Id="rId432" Type="http://schemas.openxmlformats.org/officeDocument/2006/relationships/customXml" Target="../ink/ink252.xml"/><Relationship Id="rId474" Type="http://schemas.openxmlformats.org/officeDocument/2006/relationships/customXml" Target="../ink/ink273.xml"/><Relationship Id="rId127" Type="http://schemas.openxmlformats.org/officeDocument/2006/relationships/image" Target="../media/image99.png"/><Relationship Id="rId681" Type="http://schemas.openxmlformats.org/officeDocument/2006/relationships/image" Target="../media/image375.png"/><Relationship Id="rId31" Type="http://schemas.openxmlformats.org/officeDocument/2006/relationships/image" Target="../media/image51.png"/><Relationship Id="rId73" Type="http://schemas.openxmlformats.org/officeDocument/2006/relationships/image" Target="../media/image72.png"/><Relationship Id="rId169" Type="http://schemas.openxmlformats.org/officeDocument/2006/relationships/image" Target="../media/image120.png"/><Relationship Id="rId334" Type="http://schemas.openxmlformats.org/officeDocument/2006/relationships/customXml" Target="../ink/ink203.xml"/><Relationship Id="rId376" Type="http://schemas.openxmlformats.org/officeDocument/2006/relationships/customXml" Target="../ink/ink224.xml"/><Relationship Id="rId541" Type="http://schemas.openxmlformats.org/officeDocument/2006/relationships/customXml" Target="../ink/ink307.xml"/><Relationship Id="rId583" Type="http://schemas.openxmlformats.org/officeDocument/2006/relationships/image" Target="../media/image326.png"/><Relationship Id="rId639" Type="http://schemas.openxmlformats.org/officeDocument/2006/relationships/image" Target="../media/image354.png"/><Relationship Id="rId4" Type="http://schemas.openxmlformats.org/officeDocument/2006/relationships/customXml" Target="../ink/ink38.xml"/><Relationship Id="rId180" Type="http://schemas.openxmlformats.org/officeDocument/2006/relationships/customXml" Target="../ink/ink126.xml"/><Relationship Id="rId236" Type="http://schemas.openxmlformats.org/officeDocument/2006/relationships/customXml" Target="../ink/ink154.xml"/><Relationship Id="rId278" Type="http://schemas.openxmlformats.org/officeDocument/2006/relationships/customXml" Target="../ink/ink175.xml"/><Relationship Id="rId401" Type="http://schemas.openxmlformats.org/officeDocument/2006/relationships/image" Target="../media/image236.png"/><Relationship Id="rId443" Type="http://schemas.openxmlformats.org/officeDocument/2006/relationships/image" Target="../media/image257.png"/><Relationship Id="rId650" Type="http://schemas.openxmlformats.org/officeDocument/2006/relationships/customXml" Target="../ink/ink362.xml"/><Relationship Id="rId303" Type="http://schemas.openxmlformats.org/officeDocument/2006/relationships/image" Target="../media/image187.png"/><Relationship Id="rId485" Type="http://schemas.openxmlformats.org/officeDocument/2006/relationships/image" Target="../media/image278.png"/><Relationship Id="rId692" Type="http://schemas.openxmlformats.org/officeDocument/2006/relationships/customXml" Target="../ink/ink383.xml"/><Relationship Id="rId42" Type="http://schemas.openxmlformats.org/officeDocument/2006/relationships/customXml" Target="../ink/ink57.xml"/><Relationship Id="rId84" Type="http://schemas.openxmlformats.org/officeDocument/2006/relationships/customXml" Target="../ink/ink78.xml"/><Relationship Id="rId138" Type="http://schemas.openxmlformats.org/officeDocument/2006/relationships/customXml" Target="../ink/ink105.xml"/><Relationship Id="rId345" Type="http://schemas.openxmlformats.org/officeDocument/2006/relationships/image" Target="../media/image208.png"/><Relationship Id="rId387" Type="http://schemas.openxmlformats.org/officeDocument/2006/relationships/image" Target="../media/image229.png"/><Relationship Id="rId510" Type="http://schemas.openxmlformats.org/officeDocument/2006/relationships/image" Target="../media/image290.png"/><Relationship Id="rId552" Type="http://schemas.openxmlformats.org/officeDocument/2006/relationships/image" Target="../media/image311.png"/><Relationship Id="rId594" Type="http://schemas.openxmlformats.org/officeDocument/2006/relationships/customXml" Target="../ink/ink334.xml"/><Relationship Id="rId608" Type="http://schemas.openxmlformats.org/officeDocument/2006/relationships/customXml" Target="../ink/ink341.xml"/><Relationship Id="rId191" Type="http://schemas.openxmlformats.org/officeDocument/2006/relationships/image" Target="../media/image131.png"/><Relationship Id="rId205" Type="http://schemas.openxmlformats.org/officeDocument/2006/relationships/image" Target="../media/image138.png"/><Relationship Id="rId247" Type="http://schemas.openxmlformats.org/officeDocument/2006/relationships/image" Target="../media/image159.png"/><Relationship Id="rId412" Type="http://schemas.openxmlformats.org/officeDocument/2006/relationships/customXml" Target="../ink/ink242.xml"/><Relationship Id="rId107" Type="http://schemas.openxmlformats.org/officeDocument/2006/relationships/image" Target="../media/image89.png"/><Relationship Id="rId289" Type="http://schemas.openxmlformats.org/officeDocument/2006/relationships/image" Target="../media/image180.png"/><Relationship Id="rId454" Type="http://schemas.openxmlformats.org/officeDocument/2006/relationships/customXml" Target="../ink/ink263.xml"/><Relationship Id="rId496" Type="http://schemas.openxmlformats.org/officeDocument/2006/relationships/image" Target="../media/image283.png"/><Relationship Id="rId661" Type="http://schemas.openxmlformats.org/officeDocument/2006/relationships/image" Target="../media/image365.png"/><Relationship Id="rId11" Type="http://schemas.openxmlformats.org/officeDocument/2006/relationships/image" Target="../media/image41.png"/><Relationship Id="rId53" Type="http://schemas.openxmlformats.org/officeDocument/2006/relationships/image" Target="../media/image62.png"/><Relationship Id="rId149" Type="http://schemas.openxmlformats.org/officeDocument/2006/relationships/image" Target="../media/image110.png"/><Relationship Id="rId314" Type="http://schemas.openxmlformats.org/officeDocument/2006/relationships/customXml" Target="../ink/ink193.xml"/><Relationship Id="rId356" Type="http://schemas.openxmlformats.org/officeDocument/2006/relationships/customXml" Target="../ink/ink214.xml"/><Relationship Id="rId398" Type="http://schemas.openxmlformats.org/officeDocument/2006/relationships/customXml" Target="../ink/ink235.xml"/><Relationship Id="rId521" Type="http://schemas.openxmlformats.org/officeDocument/2006/relationships/customXml" Target="../ink/ink297.xml"/><Relationship Id="rId563" Type="http://schemas.openxmlformats.org/officeDocument/2006/relationships/customXml" Target="../ink/ink318.xml"/><Relationship Id="rId619" Type="http://schemas.openxmlformats.org/officeDocument/2006/relationships/image" Target="../media/image344.png"/><Relationship Id="rId95" Type="http://schemas.openxmlformats.org/officeDocument/2006/relationships/image" Target="../media/image83.png"/><Relationship Id="rId160" Type="http://schemas.openxmlformats.org/officeDocument/2006/relationships/customXml" Target="../ink/ink116.xml"/><Relationship Id="rId216" Type="http://schemas.openxmlformats.org/officeDocument/2006/relationships/customXml" Target="../ink/ink144.xml"/><Relationship Id="rId423" Type="http://schemas.openxmlformats.org/officeDocument/2006/relationships/image" Target="../media/image247.png"/><Relationship Id="rId258" Type="http://schemas.openxmlformats.org/officeDocument/2006/relationships/customXml" Target="../ink/ink165.xml"/><Relationship Id="rId465" Type="http://schemas.openxmlformats.org/officeDocument/2006/relationships/image" Target="../media/image268.png"/><Relationship Id="rId630" Type="http://schemas.openxmlformats.org/officeDocument/2006/relationships/customXml" Target="../ink/ink352.xml"/><Relationship Id="rId672" Type="http://schemas.openxmlformats.org/officeDocument/2006/relationships/customXml" Target="../ink/ink373.xml"/><Relationship Id="rId22" Type="http://schemas.openxmlformats.org/officeDocument/2006/relationships/customXml" Target="../ink/ink47.xml"/><Relationship Id="rId64" Type="http://schemas.openxmlformats.org/officeDocument/2006/relationships/customXml" Target="../ink/ink68.xml"/><Relationship Id="rId118" Type="http://schemas.openxmlformats.org/officeDocument/2006/relationships/customXml" Target="../ink/ink95.xml"/><Relationship Id="rId325" Type="http://schemas.openxmlformats.org/officeDocument/2006/relationships/image" Target="../media/image198.png"/><Relationship Id="rId367" Type="http://schemas.openxmlformats.org/officeDocument/2006/relationships/image" Target="../media/image219.png"/><Relationship Id="rId532" Type="http://schemas.openxmlformats.org/officeDocument/2006/relationships/image" Target="../media/image301.png"/><Relationship Id="rId574" Type="http://schemas.openxmlformats.org/officeDocument/2006/relationships/image" Target="../media/image322.png"/><Relationship Id="rId171" Type="http://schemas.openxmlformats.org/officeDocument/2006/relationships/image" Target="../media/image121.png"/><Relationship Id="rId227" Type="http://schemas.openxmlformats.org/officeDocument/2006/relationships/image" Target="../media/image149.png"/><Relationship Id="rId269" Type="http://schemas.openxmlformats.org/officeDocument/2006/relationships/image" Target="../media/image170.png"/><Relationship Id="rId434" Type="http://schemas.openxmlformats.org/officeDocument/2006/relationships/customXml" Target="../ink/ink253.xml"/><Relationship Id="rId476" Type="http://schemas.openxmlformats.org/officeDocument/2006/relationships/customXml" Target="../ink/ink274.xml"/><Relationship Id="rId641" Type="http://schemas.openxmlformats.org/officeDocument/2006/relationships/image" Target="../media/image355.png"/><Relationship Id="rId683" Type="http://schemas.openxmlformats.org/officeDocument/2006/relationships/image" Target="../media/image376.png"/><Relationship Id="rId33" Type="http://schemas.openxmlformats.org/officeDocument/2006/relationships/image" Target="../media/image52.png"/><Relationship Id="rId129" Type="http://schemas.openxmlformats.org/officeDocument/2006/relationships/image" Target="../media/image100.png"/><Relationship Id="rId280" Type="http://schemas.openxmlformats.org/officeDocument/2006/relationships/customXml" Target="../ink/ink176.xml"/><Relationship Id="rId336" Type="http://schemas.openxmlformats.org/officeDocument/2006/relationships/customXml" Target="../ink/ink204.xml"/><Relationship Id="rId501" Type="http://schemas.openxmlformats.org/officeDocument/2006/relationships/customXml" Target="../ink/ink287.xml"/><Relationship Id="rId543" Type="http://schemas.openxmlformats.org/officeDocument/2006/relationships/customXml" Target="../ink/ink308.xml"/><Relationship Id="rId75" Type="http://schemas.openxmlformats.org/officeDocument/2006/relationships/image" Target="../media/image73.png"/><Relationship Id="rId140" Type="http://schemas.openxmlformats.org/officeDocument/2006/relationships/customXml" Target="../ink/ink106.xml"/><Relationship Id="rId182" Type="http://schemas.openxmlformats.org/officeDocument/2006/relationships/customXml" Target="../ink/ink127.xml"/><Relationship Id="rId378" Type="http://schemas.openxmlformats.org/officeDocument/2006/relationships/customXml" Target="../ink/ink225.xml"/><Relationship Id="rId403" Type="http://schemas.openxmlformats.org/officeDocument/2006/relationships/image" Target="../media/image237.png"/><Relationship Id="rId585" Type="http://schemas.openxmlformats.org/officeDocument/2006/relationships/image" Target="../media/image327.png"/><Relationship Id="rId6" Type="http://schemas.openxmlformats.org/officeDocument/2006/relationships/customXml" Target="../ink/ink39.xml"/><Relationship Id="rId238" Type="http://schemas.openxmlformats.org/officeDocument/2006/relationships/customXml" Target="../ink/ink155.xml"/><Relationship Id="rId445" Type="http://schemas.openxmlformats.org/officeDocument/2006/relationships/image" Target="../media/image258.png"/><Relationship Id="rId487" Type="http://schemas.openxmlformats.org/officeDocument/2006/relationships/image" Target="../media/image279.png"/><Relationship Id="rId610" Type="http://schemas.openxmlformats.org/officeDocument/2006/relationships/customXml" Target="../ink/ink342.xml"/><Relationship Id="rId652" Type="http://schemas.openxmlformats.org/officeDocument/2006/relationships/customXml" Target="../ink/ink363.xml"/><Relationship Id="rId694" Type="http://schemas.openxmlformats.org/officeDocument/2006/relationships/customXml" Target="../ink/ink384.xml"/><Relationship Id="rId291" Type="http://schemas.openxmlformats.org/officeDocument/2006/relationships/image" Target="../media/image181.png"/><Relationship Id="rId305" Type="http://schemas.openxmlformats.org/officeDocument/2006/relationships/image" Target="../media/image188.png"/><Relationship Id="rId347" Type="http://schemas.openxmlformats.org/officeDocument/2006/relationships/image" Target="../media/image209.png"/><Relationship Id="rId512" Type="http://schemas.openxmlformats.org/officeDocument/2006/relationships/image" Target="../media/image291.png"/><Relationship Id="rId44" Type="http://schemas.openxmlformats.org/officeDocument/2006/relationships/customXml" Target="../ink/ink58.xml"/><Relationship Id="rId86" Type="http://schemas.openxmlformats.org/officeDocument/2006/relationships/customXml" Target="../ink/ink79.xml"/><Relationship Id="rId151" Type="http://schemas.openxmlformats.org/officeDocument/2006/relationships/image" Target="../media/image111.png"/><Relationship Id="rId389" Type="http://schemas.openxmlformats.org/officeDocument/2006/relationships/image" Target="../media/image230.png"/><Relationship Id="rId554" Type="http://schemas.openxmlformats.org/officeDocument/2006/relationships/image" Target="../media/image312.png"/><Relationship Id="rId596" Type="http://schemas.openxmlformats.org/officeDocument/2006/relationships/customXml" Target="../ink/ink335.xml"/><Relationship Id="rId193" Type="http://schemas.openxmlformats.org/officeDocument/2006/relationships/image" Target="../media/image132.png"/><Relationship Id="rId207" Type="http://schemas.openxmlformats.org/officeDocument/2006/relationships/image" Target="../media/image139.png"/><Relationship Id="rId249" Type="http://schemas.openxmlformats.org/officeDocument/2006/relationships/image" Target="../media/image160.png"/><Relationship Id="rId414" Type="http://schemas.openxmlformats.org/officeDocument/2006/relationships/customXml" Target="../ink/ink243.xml"/><Relationship Id="rId456" Type="http://schemas.openxmlformats.org/officeDocument/2006/relationships/customXml" Target="../ink/ink264.xml"/><Relationship Id="rId498" Type="http://schemas.openxmlformats.org/officeDocument/2006/relationships/image" Target="../media/image284.png"/><Relationship Id="rId621" Type="http://schemas.openxmlformats.org/officeDocument/2006/relationships/image" Target="../media/image345.png"/><Relationship Id="rId663" Type="http://schemas.openxmlformats.org/officeDocument/2006/relationships/image" Target="../media/image366.png"/><Relationship Id="rId13" Type="http://schemas.openxmlformats.org/officeDocument/2006/relationships/image" Target="../media/image42.png"/><Relationship Id="rId109" Type="http://schemas.openxmlformats.org/officeDocument/2006/relationships/image" Target="../media/image90.png"/><Relationship Id="rId260" Type="http://schemas.openxmlformats.org/officeDocument/2006/relationships/customXml" Target="../ink/ink166.xml"/><Relationship Id="rId316" Type="http://schemas.openxmlformats.org/officeDocument/2006/relationships/customXml" Target="../ink/ink194.xml"/><Relationship Id="rId523" Type="http://schemas.openxmlformats.org/officeDocument/2006/relationships/customXml" Target="../ink/ink298.xml"/><Relationship Id="rId55" Type="http://schemas.openxmlformats.org/officeDocument/2006/relationships/image" Target="../media/image63.png"/><Relationship Id="rId97" Type="http://schemas.openxmlformats.org/officeDocument/2006/relationships/image" Target="../media/image84.png"/><Relationship Id="rId120" Type="http://schemas.openxmlformats.org/officeDocument/2006/relationships/customXml" Target="../ink/ink96.xml"/><Relationship Id="rId358" Type="http://schemas.openxmlformats.org/officeDocument/2006/relationships/customXml" Target="../ink/ink215.xml"/><Relationship Id="rId565" Type="http://schemas.openxmlformats.org/officeDocument/2006/relationships/customXml" Target="../ink/ink319.xml"/><Relationship Id="rId162" Type="http://schemas.openxmlformats.org/officeDocument/2006/relationships/customXml" Target="../ink/ink117.xml"/><Relationship Id="rId218" Type="http://schemas.openxmlformats.org/officeDocument/2006/relationships/customXml" Target="../ink/ink145.xml"/><Relationship Id="rId425" Type="http://schemas.openxmlformats.org/officeDocument/2006/relationships/image" Target="../media/image248.png"/><Relationship Id="rId467" Type="http://schemas.openxmlformats.org/officeDocument/2006/relationships/image" Target="../media/image269.png"/><Relationship Id="rId632" Type="http://schemas.openxmlformats.org/officeDocument/2006/relationships/customXml" Target="../ink/ink353.xml"/><Relationship Id="rId271" Type="http://schemas.openxmlformats.org/officeDocument/2006/relationships/image" Target="../media/image171.png"/><Relationship Id="rId674" Type="http://schemas.openxmlformats.org/officeDocument/2006/relationships/customXml" Target="../ink/ink374.xml"/><Relationship Id="rId24" Type="http://schemas.openxmlformats.org/officeDocument/2006/relationships/customXml" Target="../ink/ink48.xml"/><Relationship Id="rId66" Type="http://schemas.openxmlformats.org/officeDocument/2006/relationships/customXml" Target="../ink/ink69.xml"/><Relationship Id="rId131" Type="http://schemas.openxmlformats.org/officeDocument/2006/relationships/image" Target="../media/image101.png"/><Relationship Id="rId327" Type="http://schemas.openxmlformats.org/officeDocument/2006/relationships/image" Target="../media/image199.png"/><Relationship Id="rId369" Type="http://schemas.openxmlformats.org/officeDocument/2006/relationships/image" Target="../media/image220.png"/><Relationship Id="rId534" Type="http://schemas.openxmlformats.org/officeDocument/2006/relationships/image" Target="../media/image302.png"/><Relationship Id="rId576" Type="http://schemas.openxmlformats.org/officeDocument/2006/relationships/image" Target="../media/image323.png"/><Relationship Id="rId173" Type="http://schemas.openxmlformats.org/officeDocument/2006/relationships/image" Target="../media/image122.png"/><Relationship Id="rId229" Type="http://schemas.openxmlformats.org/officeDocument/2006/relationships/image" Target="../media/image150.png"/><Relationship Id="rId380" Type="http://schemas.openxmlformats.org/officeDocument/2006/relationships/customXml" Target="../ink/ink226.xml"/><Relationship Id="rId436" Type="http://schemas.openxmlformats.org/officeDocument/2006/relationships/customXml" Target="../ink/ink254.xml"/><Relationship Id="rId601" Type="http://schemas.openxmlformats.org/officeDocument/2006/relationships/image" Target="../media/image335.png"/><Relationship Id="rId643" Type="http://schemas.openxmlformats.org/officeDocument/2006/relationships/image" Target="../media/image356.png"/><Relationship Id="rId240" Type="http://schemas.openxmlformats.org/officeDocument/2006/relationships/customXml" Target="../ink/ink156.xml"/><Relationship Id="rId478" Type="http://schemas.openxmlformats.org/officeDocument/2006/relationships/customXml" Target="../ink/ink275.xml"/><Relationship Id="rId685" Type="http://schemas.openxmlformats.org/officeDocument/2006/relationships/image" Target="../media/image377.png"/><Relationship Id="rId35" Type="http://schemas.openxmlformats.org/officeDocument/2006/relationships/image" Target="../media/image53.png"/><Relationship Id="rId77" Type="http://schemas.openxmlformats.org/officeDocument/2006/relationships/image" Target="../media/image74.png"/><Relationship Id="rId100" Type="http://schemas.openxmlformats.org/officeDocument/2006/relationships/customXml" Target="../ink/ink86.xml"/><Relationship Id="rId282" Type="http://schemas.openxmlformats.org/officeDocument/2006/relationships/customXml" Target="../ink/ink177.xml"/><Relationship Id="rId338" Type="http://schemas.openxmlformats.org/officeDocument/2006/relationships/customXml" Target="../ink/ink205.xml"/><Relationship Id="rId503" Type="http://schemas.openxmlformats.org/officeDocument/2006/relationships/customXml" Target="../ink/ink288.xml"/><Relationship Id="rId545" Type="http://schemas.openxmlformats.org/officeDocument/2006/relationships/customXml" Target="../ink/ink309.xml"/><Relationship Id="rId587" Type="http://schemas.openxmlformats.org/officeDocument/2006/relationships/image" Target="../media/image328.png"/><Relationship Id="rId8" Type="http://schemas.openxmlformats.org/officeDocument/2006/relationships/customXml" Target="../ink/ink40.xml"/><Relationship Id="rId142" Type="http://schemas.openxmlformats.org/officeDocument/2006/relationships/customXml" Target="../ink/ink107.xml"/><Relationship Id="rId184" Type="http://schemas.openxmlformats.org/officeDocument/2006/relationships/customXml" Target="../ink/ink128.xml"/><Relationship Id="rId391" Type="http://schemas.openxmlformats.org/officeDocument/2006/relationships/image" Target="../media/image231.png"/><Relationship Id="rId405" Type="http://schemas.openxmlformats.org/officeDocument/2006/relationships/image" Target="../media/image238.png"/><Relationship Id="rId447" Type="http://schemas.openxmlformats.org/officeDocument/2006/relationships/image" Target="../media/image259.png"/><Relationship Id="rId612" Type="http://schemas.openxmlformats.org/officeDocument/2006/relationships/customXml" Target="../ink/ink343.xml"/><Relationship Id="rId251" Type="http://schemas.openxmlformats.org/officeDocument/2006/relationships/image" Target="../media/image161.png"/><Relationship Id="rId489" Type="http://schemas.openxmlformats.org/officeDocument/2006/relationships/customXml" Target="../ink/ink281.xml"/><Relationship Id="rId654" Type="http://schemas.openxmlformats.org/officeDocument/2006/relationships/customXml" Target="../ink/ink364.xml"/><Relationship Id="rId696" Type="http://schemas.openxmlformats.org/officeDocument/2006/relationships/customXml" Target="../ink/ink385.xml"/><Relationship Id="rId46" Type="http://schemas.openxmlformats.org/officeDocument/2006/relationships/customXml" Target="../ink/ink59.xml"/><Relationship Id="rId293" Type="http://schemas.openxmlformats.org/officeDocument/2006/relationships/image" Target="../media/image182.png"/><Relationship Id="rId307" Type="http://schemas.openxmlformats.org/officeDocument/2006/relationships/image" Target="../media/image189.png"/><Relationship Id="rId349" Type="http://schemas.openxmlformats.org/officeDocument/2006/relationships/image" Target="../media/image210.png"/><Relationship Id="rId514" Type="http://schemas.openxmlformats.org/officeDocument/2006/relationships/image" Target="../media/image292.png"/><Relationship Id="rId556" Type="http://schemas.openxmlformats.org/officeDocument/2006/relationships/image" Target="../media/image313.png"/><Relationship Id="rId88" Type="http://schemas.openxmlformats.org/officeDocument/2006/relationships/customXml" Target="../ink/ink80.xml"/><Relationship Id="rId111" Type="http://schemas.openxmlformats.org/officeDocument/2006/relationships/image" Target="../media/image91.png"/><Relationship Id="rId153" Type="http://schemas.openxmlformats.org/officeDocument/2006/relationships/image" Target="../media/image112.png"/><Relationship Id="rId195" Type="http://schemas.openxmlformats.org/officeDocument/2006/relationships/image" Target="../media/image133.png"/><Relationship Id="rId209" Type="http://schemas.openxmlformats.org/officeDocument/2006/relationships/image" Target="../media/image140.png"/><Relationship Id="rId360" Type="http://schemas.openxmlformats.org/officeDocument/2006/relationships/customXml" Target="../ink/ink216.xml"/><Relationship Id="rId416" Type="http://schemas.openxmlformats.org/officeDocument/2006/relationships/customXml" Target="../ink/ink244.xml"/><Relationship Id="rId598" Type="http://schemas.openxmlformats.org/officeDocument/2006/relationships/customXml" Target="../ink/ink336.xml"/><Relationship Id="rId220" Type="http://schemas.openxmlformats.org/officeDocument/2006/relationships/customXml" Target="../ink/ink146.xml"/><Relationship Id="rId458" Type="http://schemas.openxmlformats.org/officeDocument/2006/relationships/customXml" Target="../ink/ink265.xml"/><Relationship Id="rId623" Type="http://schemas.openxmlformats.org/officeDocument/2006/relationships/image" Target="../media/image346.png"/><Relationship Id="rId665" Type="http://schemas.openxmlformats.org/officeDocument/2006/relationships/image" Target="../media/image367.png"/><Relationship Id="rId15" Type="http://schemas.openxmlformats.org/officeDocument/2006/relationships/image" Target="../media/image43.png"/><Relationship Id="rId57" Type="http://schemas.openxmlformats.org/officeDocument/2006/relationships/image" Target="../media/image64.png"/><Relationship Id="rId262" Type="http://schemas.openxmlformats.org/officeDocument/2006/relationships/customXml" Target="../ink/ink167.xml"/><Relationship Id="rId318" Type="http://schemas.openxmlformats.org/officeDocument/2006/relationships/customXml" Target="../ink/ink195.xml"/><Relationship Id="rId525" Type="http://schemas.openxmlformats.org/officeDocument/2006/relationships/customXml" Target="../ink/ink299.xml"/><Relationship Id="rId567" Type="http://schemas.openxmlformats.org/officeDocument/2006/relationships/customXml" Target="../ink/ink320.xml"/><Relationship Id="rId99" Type="http://schemas.openxmlformats.org/officeDocument/2006/relationships/image" Target="../media/image85.png"/><Relationship Id="rId122" Type="http://schemas.openxmlformats.org/officeDocument/2006/relationships/customXml" Target="../ink/ink97.xml"/><Relationship Id="rId164" Type="http://schemas.openxmlformats.org/officeDocument/2006/relationships/customXml" Target="../ink/ink118.xml"/><Relationship Id="rId371" Type="http://schemas.openxmlformats.org/officeDocument/2006/relationships/image" Target="../media/image221.png"/><Relationship Id="rId427" Type="http://schemas.openxmlformats.org/officeDocument/2006/relationships/image" Target="../media/image249.png"/><Relationship Id="rId469" Type="http://schemas.openxmlformats.org/officeDocument/2006/relationships/image" Target="../media/image270.png"/><Relationship Id="rId634" Type="http://schemas.openxmlformats.org/officeDocument/2006/relationships/customXml" Target="../ink/ink354.xml"/><Relationship Id="rId676" Type="http://schemas.openxmlformats.org/officeDocument/2006/relationships/customXml" Target="../ink/ink375.xml"/><Relationship Id="rId26" Type="http://schemas.openxmlformats.org/officeDocument/2006/relationships/customXml" Target="../ink/ink49.xml"/><Relationship Id="rId231" Type="http://schemas.openxmlformats.org/officeDocument/2006/relationships/image" Target="../media/image151.png"/><Relationship Id="rId273" Type="http://schemas.openxmlformats.org/officeDocument/2006/relationships/image" Target="../media/image172.png"/><Relationship Id="rId329" Type="http://schemas.openxmlformats.org/officeDocument/2006/relationships/image" Target="../media/image200.png"/><Relationship Id="rId480" Type="http://schemas.openxmlformats.org/officeDocument/2006/relationships/customXml" Target="../ink/ink276.xml"/><Relationship Id="rId536" Type="http://schemas.openxmlformats.org/officeDocument/2006/relationships/image" Target="../media/image303.png"/><Relationship Id="rId68" Type="http://schemas.openxmlformats.org/officeDocument/2006/relationships/customXml" Target="../ink/ink70.xml"/><Relationship Id="rId133" Type="http://schemas.openxmlformats.org/officeDocument/2006/relationships/image" Target="../media/image102.png"/><Relationship Id="rId175" Type="http://schemas.openxmlformats.org/officeDocument/2006/relationships/image" Target="../media/image123.png"/><Relationship Id="rId340" Type="http://schemas.openxmlformats.org/officeDocument/2006/relationships/customXml" Target="../ink/ink206.xml"/><Relationship Id="rId578" Type="http://schemas.openxmlformats.org/officeDocument/2006/relationships/image" Target="../media/image324.png"/><Relationship Id="rId200" Type="http://schemas.openxmlformats.org/officeDocument/2006/relationships/customXml" Target="../ink/ink136.xml"/><Relationship Id="rId382" Type="http://schemas.openxmlformats.org/officeDocument/2006/relationships/customXml" Target="../ink/ink227.xml"/><Relationship Id="rId438" Type="http://schemas.openxmlformats.org/officeDocument/2006/relationships/customXml" Target="../ink/ink255.xml"/><Relationship Id="rId603" Type="http://schemas.openxmlformats.org/officeDocument/2006/relationships/image" Target="../media/image336.png"/><Relationship Id="rId645" Type="http://schemas.openxmlformats.org/officeDocument/2006/relationships/image" Target="../media/image357.png"/><Relationship Id="rId687" Type="http://schemas.openxmlformats.org/officeDocument/2006/relationships/image" Target="../media/image378.png"/><Relationship Id="rId242" Type="http://schemas.openxmlformats.org/officeDocument/2006/relationships/customXml" Target="../ink/ink157.xml"/><Relationship Id="rId284" Type="http://schemas.openxmlformats.org/officeDocument/2006/relationships/customXml" Target="../ink/ink178.xml"/><Relationship Id="rId491" Type="http://schemas.openxmlformats.org/officeDocument/2006/relationships/customXml" Target="../ink/ink282.xml"/><Relationship Id="rId505" Type="http://schemas.openxmlformats.org/officeDocument/2006/relationships/customXml" Target="../ink/ink289.xml"/><Relationship Id="rId37" Type="http://schemas.openxmlformats.org/officeDocument/2006/relationships/image" Target="../media/image54.png"/><Relationship Id="rId79" Type="http://schemas.openxmlformats.org/officeDocument/2006/relationships/image" Target="../media/image75.png"/><Relationship Id="rId102" Type="http://schemas.openxmlformats.org/officeDocument/2006/relationships/customXml" Target="../ink/ink87.xml"/><Relationship Id="rId144" Type="http://schemas.openxmlformats.org/officeDocument/2006/relationships/customXml" Target="../ink/ink108.xml"/><Relationship Id="rId547" Type="http://schemas.openxmlformats.org/officeDocument/2006/relationships/customXml" Target="../ink/ink310.xml"/><Relationship Id="rId589" Type="http://schemas.openxmlformats.org/officeDocument/2006/relationships/image" Target="../media/image329.png"/><Relationship Id="rId90" Type="http://schemas.openxmlformats.org/officeDocument/2006/relationships/customXml" Target="../ink/ink81.xml"/><Relationship Id="rId186" Type="http://schemas.openxmlformats.org/officeDocument/2006/relationships/customXml" Target="../ink/ink129.xml"/><Relationship Id="rId351" Type="http://schemas.openxmlformats.org/officeDocument/2006/relationships/image" Target="../media/image211.png"/><Relationship Id="rId393" Type="http://schemas.openxmlformats.org/officeDocument/2006/relationships/image" Target="../media/image232.png"/><Relationship Id="rId407" Type="http://schemas.openxmlformats.org/officeDocument/2006/relationships/image" Target="../media/image239.png"/><Relationship Id="rId449" Type="http://schemas.openxmlformats.org/officeDocument/2006/relationships/image" Target="../media/image260.png"/><Relationship Id="rId614" Type="http://schemas.openxmlformats.org/officeDocument/2006/relationships/customXml" Target="../ink/ink344.xml"/><Relationship Id="rId656" Type="http://schemas.openxmlformats.org/officeDocument/2006/relationships/customXml" Target="../ink/ink365.xml"/><Relationship Id="rId211" Type="http://schemas.openxmlformats.org/officeDocument/2006/relationships/image" Target="../media/image141.png"/><Relationship Id="rId253" Type="http://schemas.openxmlformats.org/officeDocument/2006/relationships/image" Target="../media/image162.png"/><Relationship Id="rId295" Type="http://schemas.openxmlformats.org/officeDocument/2006/relationships/image" Target="../media/image183.png"/><Relationship Id="rId309" Type="http://schemas.openxmlformats.org/officeDocument/2006/relationships/image" Target="../media/image190.png"/><Relationship Id="rId460" Type="http://schemas.openxmlformats.org/officeDocument/2006/relationships/customXml" Target="../ink/ink266.xml"/><Relationship Id="rId516" Type="http://schemas.openxmlformats.org/officeDocument/2006/relationships/image" Target="../media/image293.png"/><Relationship Id="rId48" Type="http://schemas.openxmlformats.org/officeDocument/2006/relationships/customXml" Target="../ink/ink60.xml"/><Relationship Id="rId113" Type="http://schemas.openxmlformats.org/officeDocument/2006/relationships/image" Target="../media/image92.png"/><Relationship Id="rId320" Type="http://schemas.openxmlformats.org/officeDocument/2006/relationships/customXml" Target="../ink/ink196.xml"/><Relationship Id="rId558" Type="http://schemas.openxmlformats.org/officeDocument/2006/relationships/image" Target="../media/image314.png"/><Relationship Id="rId155" Type="http://schemas.openxmlformats.org/officeDocument/2006/relationships/image" Target="../media/image113.png"/><Relationship Id="rId197" Type="http://schemas.openxmlformats.org/officeDocument/2006/relationships/image" Target="../media/image134.png"/><Relationship Id="rId362" Type="http://schemas.openxmlformats.org/officeDocument/2006/relationships/customXml" Target="../ink/ink217.xml"/><Relationship Id="rId418" Type="http://schemas.openxmlformats.org/officeDocument/2006/relationships/customXml" Target="../ink/ink245.xml"/><Relationship Id="rId625" Type="http://schemas.openxmlformats.org/officeDocument/2006/relationships/image" Target="../media/image347.png"/><Relationship Id="rId222" Type="http://schemas.openxmlformats.org/officeDocument/2006/relationships/customXml" Target="../ink/ink147.xml"/><Relationship Id="rId264" Type="http://schemas.openxmlformats.org/officeDocument/2006/relationships/customXml" Target="../ink/ink168.xml"/><Relationship Id="rId471" Type="http://schemas.openxmlformats.org/officeDocument/2006/relationships/image" Target="../media/image271.png"/><Relationship Id="rId667" Type="http://schemas.openxmlformats.org/officeDocument/2006/relationships/image" Target="../media/image368.png"/><Relationship Id="rId17" Type="http://schemas.openxmlformats.org/officeDocument/2006/relationships/image" Target="../media/image44.png"/><Relationship Id="rId59" Type="http://schemas.openxmlformats.org/officeDocument/2006/relationships/image" Target="../media/image65.png"/><Relationship Id="rId124" Type="http://schemas.openxmlformats.org/officeDocument/2006/relationships/customXml" Target="../ink/ink98.xml"/><Relationship Id="rId527" Type="http://schemas.openxmlformats.org/officeDocument/2006/relationships/customXml" Target="../ink/ink300.xml"/><Relationship Id="rId569" Type="http://schemas.openxmlformats.org/officeDocument/2006/relationships/customXml" Target="../ink/ink321.xml"/><Relationship Id="rId70" Type="http://schemas.openxmlformats.org/officeDocument/2006/relationships/customXml" Target="../ink/ink71.xml"/><Relationship Id="rId166" Type="http://schemas.openxmlformats.org/officeDocument/2006/relationships/customXml" Target="../ink/ink119.xml"/><Relationship Id="rId331" Type="http://schemas.openxmlformats.org/officeDocument/2006/relationships/image" Target="../media/image201.png"/><Relationship Id="rId373" Type="http://schemas.openxmlformats.org/officeDocument/2006/relationships/image" Target="../media/image222.png"/><Relationship Id="rId429" Type="http://schemas.openxmlformats.org/officeDocument/2006/relationships/image" Target="../media/image250.png"/><Relationship Id="rId580" Type="http://schemas.openxmlformats.org/officeDocument/2006/relationships/customXml" Target="../ink/ink327.xml"/><Relationship Id="rId636" Type="http://schemas.openxmlformats.org/officeDocument/2006/relationships/customXml" Target="../ink/ink35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52.png"/><Relationship Id="rId440" Type="http://schemas.openxmlformats.org/officeDocument/2006/relationships/customXml" Target="../ink/ink256.xml"/><Relationship Id="rId678" Type="http://schemas.openxmlformats.org/officeDocument/2006/relationships/customXml" Target="../ink/ink376.xml"/><Relationship Id="rId28" Type="http://schemas.openxmlformats.org/officeDocument/2006/relationships/customXml" Target="../ink/ink50.xml"/><Relationship Id="rId275" Type="http://schemas.openxmlformats.org/officeDocument/2006/relationships/image" Target="../media/image173.png"/><Relationship Id="rId300" Type="http://schemas.openxmlformats.org/officeDocument/2006/relationships/customXml" Target="../ink/ink186.xml"/><Relationship Id="rId482" Type="http://schemas.openxmlformats.org/officeDocument/2006/relationships/customXml" Target="../ink/ink277.xml"/><Relationship Id="rId538" Type="http://schemas.openxmlformats.org/officeDocument/2006/relationships/image" Target="../media/image304.png"/><Relationship Id="rId81" Type="http://schemas.openxmlformats.org/officeDocument/2006/relationships/image" Target="../media/image76.png"/><Relationship Id="rId135" Type="http://schemas.openxmlformats.org/officeDocument/2006/relationships/image" Target="../media/image103.png"/><Relationship Id="rId177" Type="http://schemas.openxmlformats.org/officeDocument/2006/relationships/image" Target="../media/image124.png"/><Relationship Id="rId342" Type="http://schemas.openxmlformats.org/officeDocument/2006/relationships/customXml" Target="../ink/ink207.xml"/><Relationship Id="rId384" Type="http://schemas.openxmlformats.org/officeDocument/2006/relationships/customXml" Target="../ink/ink228.xml"/><Relationship Id="rId591" Type="http://schemas.openxmlformats.org/officeDocument/2006/relationships/image" Target="../media/image330.png"/><Relationship Id="rId605" Type="http://schemas.openxmlformats.org/officeDocument/2006/relationships/image" Target="../media/image337.png"/><Relationship Id="rId202" Type="http://schemas.openxmlformats.org/officeDocument/2006/relationships/customXml" Target="../ink/ink137.xml"/><Relationship Id="rId244" Type="http://schemas.openxmlformats.org/officeDocument/2006/relationships/customXml" Target="../ink/ink158.xml"/><Relationship Id="rId647" Type="http://schemas.openxmlformats.org/officeDocument/2006/relationships/image" Target="../media/image358.png"/><Relationship Id="rId689" Type="http://schemas.openxmlformats.org/officeDocument/2006/relationships/image" Target="../media/image379.png"/><Relationship Id="rId39" Type="http://schemas.openxmlformats.org/officeDocument/2006/relationships/image" Target="../media/image55.png"/><Relationship Id="rId286" Type="http://schemas.openxmlformats.org/officeDocument/2006/relationships/customXml" Target="../ink/ink179.xml"/><Relationship Id="rId451" Type="http://schemas.openxmlformats.org/officeDocument/2006/relationships/image" Target="../media/image261.png"/><Relationship Id="rId493" Type="http://schemas.openxmlformats.org/officeDocument/2006/relationships/customXml" Target="../ink/ink283.xml"/><Relationship Id="rId507" Type="http://schemas.openxmlformats.org/officeDocument/2006/relationships/customXml" Target="../ink/ink290.xml"/><Relationship Id="rId549" Type="http://schemas.openxmlformats.org/officeDocument/2006/relationships/customXml" Target="../ink/ink311.xml"/><Relationship Id="rId50" Type="http://schemas.openxmlformats.org/officeDocument/2006/relationships/customXml" Target="../ink/ink61.xml"/><Relationship Id="rId104" Type="http://schemas.openxmlformats.org/officeDocument/2006/relationships/customXml" Target="../ink/ink88.xml"/><Relationship Id="rId146" Type="http://schemas.openxmlformats.org/officeDocument/2006/relationships/customXml" Target="../ink/ink109.xml"/><Relationship Id="rId188" Type="http://schemas.openxmlformats.org/officeDocument/2006/relationships/customXml" Target="../ink/ink130.xml"/><Relationship Id="rId311" Type="http://schemas.openxmlformats.org/officeDocument/2006/relationships/image" Target="../media/image191.png"/><Relationship Id="rId353" Type="http://schemas.openxmlformats.org/officeDocument/2006/relationships/image" Target="../media/image212.png"/><Relationship Id="rId395" Type="http://schemas.openxmlformats.org/officeDocument/2006/relationships/image" Target="../media/image233.png"/><Relationship Id="rId409" Type="http://schemas.openxmlformats.org/officeDocument/2006/relationships/image" Target="../media/image240.png"/><Relationship Id="rId560" Type="http://schemas.openxmlformats.org/officeDocument/2006/relationships/image" Target="../media/image315.png"/><Relationship Id="rId92" Type="http://schemas.openxmlformats.org/officeDocument/2006/relationships/customXml" Target="../ink/ink82.xml"/><Relationship Id="rId213" Type="http://schemas.openxmlformats.org/officeDocument/2006/relationships/image" Target="../media/image142.png"/><Relationship Id="rId420" Type="http://schemas.openxmlformats.org/officeDocument/2006/relationships/customXml" Target="../ink/ink246.xml"/><Relationship Id="rId616" Type="http://schemas.openxmlformats.org/officeDocument/2006/relationships/customXml" Target="../ink/ink345.xml"/><Relationship Id="rId658" Type="http://schemas.openxmlformats.org/officeDocument/2006/relationships/customXml" Target="../ink/ink366.xml"/><Relationship Id="rId255" Type="http://schemas.openxmlformats.org/officeDocument/2006/relationships/image" Target="../media/image163.png"/><Relationship Id="rId297" Type="http://schemas.openxmlformats.org/officeDocument/2006/relationships/image" Target="../media/image184.png"/><Relationship Id="rId462" Type="http://schemas.openxmlformats.org/officeDocument/2006/relationships/customXml" Target="../ink/ink267.xml"/><Relationship Id="rId518" Type="http://schemas.openxmlformats.org/officeDocument/2006/relationships/image" Target="../media/image294.png"/><Relationship Id="rId115" Type="http://schemas.openxmlformats.org/officeDocument/2006/relationships/image" Target="../media/image93.png"/><Relationship Id="rId157" Type="http://schemas.openxmlformats.org/officeDocument/2006/relationships/image" Target="../media/image114.png"/><Relationship Id="rId322" Type="http://schemas.openxmlformats.org/officeDocument/2006/relationships/customXml" Target="../ink/ink197.xml"/><Relationship Id="rId364" Type="http://schemas.openxmlformats.org/officeDocument/2006/relationships/customXml" Target="../ink/ink218.xml"/><Relationship Id="rId61" Type="http://schemas.openxmlformats.org/officeDocument/2006/relationships/image" Target="../media/image66.png"/><Relationship Id="rId199" Type="http://schemas.openxmlformats.org/officeDocument/2006/relationships/image" Target="../media/image135.png"/><Relationship Id="rId571" Type="http://schemas.openxmlformats.org/officeDocument/2006/relationships/customXml" Target="../ink/ink322.xml"/><Relationship Id="rId627" Type="http://schemas.openxmlformats.org/officeDocument/2006/relationships/image" Target="../media/image348.png"/><Relationship Id="rId669" Type="http://schemas.openxmlformats.org/officeDocument/2006/relationships/image" Target="../media/image369.png"/><Relationship Id="rId19" Type="http://schemas.openxmlformats.org/officeDocument/2006/relationships/image" Target="../media/image45.png"/><Relationship Id="rId224" Type="http://schemas.openxmlformats.org/officeDocument/2006/relationships/customXml" Target="../ink/ink148.xml"/><Relationship Id="rId266" Type="http://schemas.openxmlformats.org/officeDocument/2006/relationships/customXml" Target="../ink/ink169.xml"/><Relationship Id="rId431" Type="http://schemas.openxmlformats.org/officeDocument/2006/relationships/image" Target="../media/image251.png"/><Relationship Id="rId473" Type="http://schemas.openxmlformats.org/officeDocument/2006/relationships/image" Target="../media/image272.png"/><Relationship Id="rId529" Type="http://schemas.openxmlformats.org/officeDocument/2006/relationships/customXml" Target="../ink/ink301.xml"/><Relationship Id="rId680" Type="http://schemas.openxmlformats.org/officeDocument/2006/relationships/customXml" Target="../ink/ink377.xml"/><Relationship Id="rId30" Type="http://schemas.openxmlformats.org/officeDocument/2006/relationships/customXml" Target="../ink/ink51.xml"/><Relationship Id="rId126" Type="http://schemas.openxmlformats.org/officeDocument/2006/relationships/customXml" Target="../ink/ink99.xml"/><Relationship Id="rId168" Type="http://schemas.openxmlformats.org/officeDocument/2006/relationships/customXml" Target="../ink/ink120.xml"/><Relationship Id="rId333" Type="http://schemas.openxmlformats.org/officeDocument/2006/relationships/image" Target="../media/image202.png"/><Relationship Id="rId540" Type="http://schemas.openxmlformats.org/officeDocument/2006/relationships/image" Target="../media/image305.png"/><Relationship Id="rId72" Type="http://schemas.openxmlformats.org/officeDocument/2006/relationships/customXml" Target="../ink/ink72.xml"/><Relationship Id="rId375" Type="http://schemas.openxmlformats.org/officeDocument/2006/relationships/image" Target="../media/image223.png"/><Relationship Id="rId582" Type="http://schemas.openxmlformats.org/officeDocument/2006/relationships/customXml" Target="../ink/ink328.xml"/><Relationship Id="rId638" Type="http://schemas.openxmlformats.org/officeDocument/2006/relationships/customXml" Target="../ink/ink356.xml"/><Relationship Id="rId3" Type="http://schemas.openxmlformats.org/officeDocument/2006/relationships/image" Target="../media/image37.png"/><Relationship Id="rId235" Type="http://schemas.openxmlformats.org/officeDocument/2006/relationships/image" Target="../media/image153.png"/><Relationship Id="rId277" Type="http://schemas.openxmlformats.org/officeDocument/2006/relationships/image" Target="../media/image174.png"/><Relationship Id="rId400" Type="http://schemas.openxmlformats.org/officeDocument/2006/relationships/customXml" Target="../ink/ink236.xml"/><Relationship Id="rId442" Type="http://schemas.openxmlformats.org/officeDocument/2006/relationships/customXml" Target="../ink/ink257.xml"/><Relationship Id="rId484" Type="http://schemas.openxmlformats.org/officeDocument/2006/relationships/customXml" Target="../ink/ink278.xml"/><Relationship Id="rId137" Type="http://schemas.openxmlformats.org/officeDocument/2006/relationships/image" Target="../media/image104.png"/><Relationship Id="rId302" Type="http://schemas.openxmlformats.org/officeDocument/2006/relationships/customXml" Target="../ink/ink187.xml"/><Relationship Id="rId344" Type="http://schemas.openxmlformats.org/officeDocument/2006/relationships/customXml" Target="../ink/ink208.xml"/><Relationship Id="rId691" Type="http://schemas.openxmlformats.org/officeDocument/2006/relationships/image" Target="../media/image380.png"/><Relationship Id="rId41" Type="http://schemas.openxmlformats.org/officeDocument/2006/relationships/image" Target="../media/image56.png"/><Relationship Id="rId83" Type="http://schemas.openxmlformats.org/officeDocument/2006/relationships/image" Target="../media/image77.png"/><Relationship Id="rId179" Type="http://schemas.openxmlformats.org/officeDocument/2006/relationships/image" Target="../media/image125.png"/><Relationship Id="rId386" Type="http://schemas.openxmlformats.org/officeDocument/2006/relationships/customXml" Target="../ink/ink229.xml"/><Relationship Id="rId551" Type="http://schemas.openxmlformats.org/officeDocument/2006/relationships/customXml" Target="../ink/ink312.xml"/><Relationship Id="rId593" Type="http://schemas.openxmlformats.org/officeDocument/2006/relationships/image" Target="../media/image331.png"/><Relationship Id="rId607" Type="http://schemas.openxmlformats.org/officeDocument/2006/relationships/image" Target="../media/image338.png"/><Relationship Id="rId649" Type="http://schemas.openxmlformats.org/officeDocument/2006/relationships/image" Target="../media/image359.png"/><Relationship Id="rId190" Type="http://schemas.openxmlformats.org/officeDocument/2006/relationships/customXml" Target="../ink/ink131.xml"/><Relationship Id="rId204" Type="http://schemas.openxmlformats.org/officeDocument/2006/relationships/customXml" Target="../ink/ink138.xml"/><Relationship Id="rId246" Type="http://schemas.openxmlformats.org/officeDocument/2006/relationships/customXml" Target="../ink/ink159.xml"/><Relationship Id="rId288" Type="http://schemas.openxmlformats.org/officeDocument/2006/relationships/customXml" Target="../ink/ink180.xml"/><Relationship Id="rId411" Type="http://schemas.openxmlformats.org/officeDocument/2006/relationships/image" Target="../media/image241.png"/><Relationship Id="rId453" Type="http://schemas.openxmlformats.org/officeDocument/2006/relationships/image" Target="../media/image262.png"/><Relationship Id="rId509" Type="http://schemas.openxmlformats.org/officeDocument/2006/relationships/customXml" Target="../ink/ink291.xml"/><Relationship Id="rId660" Type="http://schemas.openxmlformats.org/officeDocument/2006/relationships/customXml" Target="../ink/ink367.xml"/><Relationship Id="rId106" Type="http://schemas.openxmlformats.org/officeDocument/2006/relationships/customXml" Target="../ink/ink89.xml"/><Relationship Id="rId313" Type="http://schemas.openxmlformats.org/officeDocument/2006/relationships/image" Target="../media/image192.png"/><Relationship Id="rId495" Type="http://schemas.openxmlformats.org/officeDocument/2006/relationships/customXml" Target="../ink/ink284.xml"/><Relationship Id="rId10" Type="http://schemas.openxmlformats.org/officeDocument/2006/relationships/customXml" Target="../ink/ink41.xml"/><Relationship Id="rId52" Type="http://schemas.openxmlformats.org/officeDocument/2006/relationships/customXml" Target="../ink/ink62.xml"/><Relationship Id="rId94" Type="http://schemas.openxmlformats.org/officeDocument/2006/relationships/customXml" Target="../ink/ink83.xml"/><Relationship Id="rId148" Type="http://schemas.openxmlformats.org/officeDocument/2006/relationships/customXml" Target="../ink/ink110.xml"/><Relationship Id="rId355" Type="http://schemas.openxmlformats.org/officeDocument/2006/relationships/image" Target="../media/image213.png"/><Relationship Id="rId397" Type="http://schemas.openxmlformats.org/officeDocument/2006/relationships/image" Target="../media/image234.png"/><Relationship Id="rId520" Type="http://schemas.openxmlformats.org/officeDocument/2006/relationships/image" Target="../media/image295.png"/><Relationship Id="rId562" Type="http://schemas.openxmlformats.org/officeDocument/2006/relationships/image" Target="../media/image316.png"/><Relationship Id="rId618" Type="http://schemas.openxmlformats.org/officeDocument/2006/relationships/customXml" Target="../ink/ink346.xml"/><Relationship Id="rId215" Type="http://schemas.openxmlformats.org/officeDocument/2006/relationships/image" Target="../media/image143.png"/><Relationship Id="rId257" Type="http://schemas.openxmlformats.org/officeDocument/2006/relationships/image" Target="../media/image164.png"/><Relationship Id="rId422" Type="http://schemas.openxmlformats.org/officeDocument/2006/relationships/customXml" Target="../ink/ink247.xml"/><Relationship Id="rId464" Type="http://schemas.openxmlformats.org/officeDocument/2006/relationships/customXml" Target="../ink/ink268.xml"/><Relationship Id="rId299" Type="http://schemas.openxmlformats.org/officeDocument/2006/relationships/image" Target="../media/image185.png"/><Relationship Id="rId63" Type="http://schemas.openxmlformats.org/officeDocument/2006/relationships/image" Target="../media/image67.png"/><Relationship Id="rId159" Type="http://schemas.openxmlformats.org/officeDocument/2006/relationships/image" Target="../media/image115.png"/><Relationship Id="rId366" Type="http://schemas.openxmlformats.org/officeDocument/2006/relationships/customXml" Target="../ink/ink219.xml"/><Relationship Id="rId573" Type="http://schemas.openxmlformats.org/officeDocument/2006/relationships/customXml" Target="../ink/ink323.xml"/><Relationship Id="rId226" Type="http://schemas.openxmlformats.org/officeDocument/2006/relationships/customXml" Target="../ink/ink149.xml"/><Relationship Id="rId433" Type="http://schemas.openxmlformats.org/officeDocument/2006/relationships/image" Target="../media/image252.png"/><Relationship Id="rId640" Type="http://schemas.openxmlformats.org/officeDocument/2006/relationships/customXml" Target="../ink/ink357.xml"/><Relationship Id="rId74" Type="http://schemas.openxmlformats.org/officeDocument/2006/relationships/customXml" Target="../ink/ink73.xml"/><Relationship Id="rId377" Type="http://schemas.openxmlformats.org/officeDocument/2006/relationships/image" Target="../media/image224.png"/><Relationship Id="rId500" Type="http://schemas.openxmlformats.org/officeDocument/2006/relationships/image" Target="../media/image285.png"/><Relationship Id="rId584" Type="http://schemas.openxmlformats.org/officeDocument/2006/relationships/customXml" Target="../ink/ink329.xml"/><Relationship Id="rId5" Type="http://schemas.openxmlformats.org/officeDocument/2006/relationships/image" Target="../media/image38.png"/><Relationship Id="rId237" Type="http://schemas.openxmlformats.org/officeDocument/2006/relationships/image" Target="../media/image154.png"/><Relationship Id="rId444" Type="http://schemas.openxmlformats.org/officeDocument/2006/relationships/customXml" Target="../ink/ink258.xml"/><Relationship Id="rId651" Type="http://schemas.openxmlformats.org/officeDocument/2006/relationships/image" Target="../media/image360.png"/><Relationship Id="rId290" Type="http://schemas.openxmlformats.org/officeDocument/2006/relationships/customXml" Target="../ink/ink181.xml"/><Relationship Id="rId304" Type="http://schemas.openxmlformats.org/officeDocument/2006/relationships/customXml" Target="../ink/ink188.xml"/><Relationship Id="rId388" Type="http://schemas.openxmlformats.org/officeDocument/2006/relationships/customXml" Target="../ink/ink230.xml"/><Relationship Id="rId511" Type="http://schemas.openxmlformats.org/officeDocument/2006/relationships/customXml" Target="../ink/ink292.xml"/><Relationship Id="rId609" Type="http://schemas.openxmlformats.org/officeDocument/2006/relationships/image" Target="../media/image339.png"/><Relationship Id="rId85" Type="http://schemas.openxmlformats.org/officeDocument/2006/relationships/image" Target="../media/image78.png"/><Relationship Id="rId150" Type="http://schemas.openxmlformats.org/officeDocument/2006/relationships/customXml" Target="../ink/ink111.xml"/><Relationship Id="rId595" Type="http://schemas.openxmlformats.org/officeDocument/2006/relationships/image" Target="../media/image332.png"/><Relationship Id="rId248" Type="http://schemas.openxmlformats.org/officeDocument/2006/relationships/customXml" Target="../ink/ink160.xml"/><Relationship Id="rId455" Type="http://schemas.openxmlformats.org/officeDocument/2006/relationships/image" Target="../media/image263.png"/><Relationship Id="rId662" Type="http://schemas.openxmlformats.org/officeDocument/2006/relationships/customXml" Target="../ink/ink368.xml"/><Relationship Id="rId12" Type="http://schemas.openxmlformats.org/officeDocument/2006/relationships/customXml" Target="../ink/ink42.xml"/><Relationship Id="rId108" Type="http://schemas.openxmlformats.org/officeDocument/2006/relationships/customXml" Target="../ink/ink90.xml"/><Relationship Id="rId315" Type="http://schemas.openxmlformats.org/officeDocument/2006/relationships/image" Target="../media/image193.png"/><Relationship Id="rId522" Type="http://schemas.openxmlformats.org/officeDocument/2006/relationships/image" Target="../media/image296.png"/><Relationship Id="rId96" Type="http://schemas.openxmlformats.org/officeDocument/2006/relationships/customXml" Target="../ink/ink84.xml"/><Relationship Id="rId161" Type="http://schemas.openxmlformats.org/officeDocument/2006/relationships/image" Target="../media/image116.png"/><Relationship Id="rId399" Type="http://schemas.openxmlformats.org/officeDocument/2006/relationships/image" Target="../media/image235.png"/><Relationship Id="rId259" Type="http://schemas.openxmlformats.org/officeDocument/2006/relationships/image" Target="../media/image165.png"/><Relationship Id="rId466" Type="http://schemas.openxmlformats.org/officeDocument/2006/relationships/customXml" Target="../ink/ink269.xml"/><Relationship Id="rId673" Type="http://schemas.openxmlformats.org/officeDocument/2006/relationships/image" Target="../media/image371.png"/><Relationship Id="rId23" Type="http://schemas.openxmlformats.org/officeDocument/2006/relationships/image" Target="../media/image47.png"/><Relationship Id="rId119" Type="http://schemas.openxmlformats.org/officeDocument/2006/relationships/image" Target="../media/image95.png"/><Relationship Id="rId326" Type="http://schemas.openxmlformats.org/officeDocument/2006/relationships/customXml" Target="../ink/ink199.xml"/><Relationship Id="rId533" Type="http://schemas.openxmlformats.org/officeDocument/2006/relationships/customXml" Target="../ink/ink303.xml"/><Relationship Id="rId172" Type="http://schemas.openxmlformats.org/officeDocument/2006/relationships/customXml" Target="../ink/ink122.xml"/><Relationship Id="rId477" Type="http://schemas.openxmlformats.org/officeDocument/2006/relationships/image" Target="../media/image274.png"/><Relationship Id="rId600" Type="http://schemas.openxmlformats.org/officeDocument/2006/relationships/customXml" Target="../ink/ink337.xml"/><Relationship Id="rId684" Type="http://schemas.openxmlformats.org/officeDocument/2006/relationships/customXml" Target="../ink/ink379.xml"/><Relationship Id="rId337" Type="http://schemas.openxmlformats.org/officeDocument/2006/relationships/image" Target="../media/image204.png"/><Relationship Id="rId34" Type="http://schemas.openxmlformats.org/officeDocument/2006/relationships/customXml" Target="../ink/ink53.xml"/><Relationship Id="rId544" Type="http://schemas.openxmlformats.org/officeDocument/2006/relationships/image" Target="../media/image307.png"/><Relationship Id="rId183" Type="http://schemas.openxmlformats.org/officeDocument/2006/relationships/image" Target="../media/image127.png"/><Relationship Id="rId390" Type="http://schemas.openxmlformats.org/officeDocument/2006/relationships/customXml" Target="../ink/ink231.xml"/><Relationship Id="rId404" Type="http://schemas.openxmlformats.org/officeDocument/2006/relationships/customXml" Target="../ink/ink238.xml"/><Relationship Id="rId611" Type="http://schemas.openxmlformats.org/officeDocument/2006/relationships/image" Target="../media/image340.png"/><Relationship Id="rId250" Type="http://schemas.openxmlformats.org/officeDocument/2006/relationships/customXml" Target="../ink/ink161.xml"/><Relationship Id="rId488" Type="http://schemas.openxmlformats.org/officeDocument/2006/relationships/customXml" Target="../ink/ink280.xml"/><Relationship Id="rId695" Type="http://schemas.openxmlformats.org/officeDocument/2006/relationships/image" Target="../media/image382.png"/><Relationship Id="rId45" Type="http://schemas.openxmlformats.org/officeDocument/2006/relationships/image" Target="../media/image58.png"/><Relationship Id="rId110" Type="http://schemas.openxmlformats.org/officeDocument/2006/relationships/customXml" Target="../ink/ink91.xml"/><Relationship Id="rId348" Type="http://schemas.openxmlformats.org/officeDocument/2006/relationships/customXml" Target="../ink/ink210.xml"/><Relationship Id="rId555" Type="http://schemas.openxmlformats.org/officeDocument/2006/relationships/customXml" Target="../ink/ink314.xml"/><Relationship Id="rId194" Type="http://schemas.openxmlformats.org/officeDocument/2006/relationships/customXml" Target="../ink/ink133.xml"/><Relationship Id="rId208" Type="http://schemas.openxmlformats.org/officeDocument/2006/relationships/customXml" Target="../ink/ink140.xml"/><Relationship Id="rId415" Type="http://schemas.openxmlformats.org/officeDocument/2006/relationships/image" Target="../media/image243.png"/><Relationship Id="rId622" Type="http://schemas.openxmlformats.org/officeDocument/2006/relationships/customXml" Target="../ink/ink348.xml"/><Relationship Id="rId261" Type="http://schemas.openxmlformats.org/officeDocument/2006/relationships/image" Target="../media/image166.png"/><Relationship Id="rId499" Type="http://schemas.openxmlformats.org/officeDocument/2006/relationships/customXml" Target="../ink/ink286.xml"/><Relationship Id="rId56" Type="http://schemas.openxmlformats.org/officeDocument/2006/relationships/customXml" Target="../ink/ink64.xml"/><Relationship Id="rId359" Type="http://schemas.openxmlformats.org/officeDocument/2006/relationships/image" Target="../media/image215.png"/><Relationship Id="rId566" Type="http://schemas.openxmlformats.org/officeDocument/2006/relationships/image" Target="../media/image318.png"/><Relationship Id="rId121" Type="http://schemas.openxmlformats.org/officeDocument/2006/relationships/image" Target="../media/image96.png"/><Relationship Id="rId219" Type="http://schemas.openxmlformats.org/officeDocument/2006/relationships/image" Target="../media/image145.png"/><Relationship Id="rId426" Type="http://schemas.openxmlformats.org/officeDocument/2006/relationships/customXml" Target="../ink/ink249.xml"/><Relationship Id="rId633" Type="http://schemas.openxmlformats.org/officeDocument/2006/relationships/image" Target="../media/image351.png"/><Relationship Id="rId67" Type="http://schemas.openxmlformats.org/officeDocument/2006/relationships/image" Target="../media/image69.png"/><Relationship Id="rId272" Type="http://schemas.openxmlformats.org/officeDocument/2006/relationships/customXml" Target="../ink/ink172.xml"/><Relationship Id="rId577" Type="http://schemas.openxmlformats.org/officeDocument/2006/relationships/customXml" Target="../ink/ink325.xml"/><Relationship Id="rId132" Type="http://schemas.openxmlformats.org/officeDocument/2006/relationships/customXml" Target="../ink/ink102.xml"/><Relationship Id="rId437" Type="http://schemas.openxmlformats.org/officeDocument/2006/relationships/image" Target="../media/image254.png"/><Relationship Id="rId644" Type="http://schemas.openxmlformats.org/officeDocument/2006/relationships/customXml" Target="../ink/ink359.xml"/><Relationship Id="rId283" Type="http://schemas.openxmlformats.org/officeDocument/2006/relationships/image" Target="../media/image177.png"/><Relationship Id="rId490" Type="http://schemas.openxmlformats.org/officeDocument/2006/relationships/image" Target="../media/image280.png"/><Relationship Id="rId504" Type="http://schemas.openxmlformats.org/officeDocument/2006/relationships/image" Target="../media/image287.png"/><Relationship Id="rId78" Type="http://schemas.openxmlformats.org/officeDocument/2006/relationships/customXml" Target="../ink/ink75.xml"/><Relationship Id="rId143" Type="http://schemas.openxmlformats.org/officeDocument/2006/relationships/image" Target="../media/image107.png"/><Relationship Id="rId350" Type="http://schemas.openxmlformats.org/officeDocument/2006/relationships/customXml" Target="../ink/ink211.xml"/><Relationship Id="rId588" Type="http://schemas.openxmlformats.org/officeDocument/2006/relationships/customXml" Target="../ink/ink331.xml"/><Relationship Id="rId9" Type="http://schemas.openxmlformats.org/officeDocument/2006/relationships/image" Target="../media/image40.png"/><Relationship Id="rId210" Type="http://schemas.openxmlformats.org/officeDocument/2006/relationships/customXml" Target="../ink/ink141.xml"/><Relationship Id="rId448" Type="http://schemas.openxmlformats.org/officeDocument/2006/relationships/customXml" Target="../ink/ink260.xml"/><Relationship Id="rId655" Type="http://schemas.openxmlformats.org/officeDocument/2006/relationships/image" Target="../media/image362.png"/><Relationship Id="rId294" Type="http://schemas.openxmlformats.org/officeDocument/2006/relationships/customXml" Target="../ink/ink183.xml"/><Relationship Id="rId308" Type="http://schemas.openxmlformats.org/officeDocument/2006/relationships/customXml" Target="../ink/ink190.xml"/><Relationship Id="rId515" Type="http://schemas.openxmlformats.org/officeDocument/2006/relationships/customXml" Target="../ink/ink294.xml"/><Relationship Id="rId89" Type="http://schemas.openxmlformats.org/officeDocument/2006/relationships/image" Target="../media/image80.png"/><Relationship Id="rId154" Type="http://schemas.openxmlformats.org/officeDocument/2006/relationships/customXml" Target="../ink/ink113.xml"/><Relationship Id="rId361" Type="http://schemas.openxmlformats.org/officeDocument/2006/relationships/image" Target="../media/image216.png"/><Relationship Id="rId599" Type="http://schemas.openxmlformats.org/officeDocument/2006/relationships/image" Target="../media/image334.png"/><Relationship Id="rId459" Type="http://schemas.openxmlformats.org/officeDocument/2006/relationships/image" Target="../media/image265.png"/><Relationship Id="rId666" Type="http://schemas.openxmlformats.org/officeDocument/2006/relationships/customXml" Target="../ink/ink370.xml"/><Relationship Id="rId16" Type="http://schemas.openxmlformats.org/officeDocument/2006/relationships/customXml" Target="../ink/ink44.xml"/><Relationship Id="rId221" Type="http://schemas.openxmlformats.org/officeDocument/2006/relationships/image" Target="../media/image146.png"/><Relationship Id="rId319" Type="http://schemas.openxmlformats.org/officeDocument/2006/relationships/image" Target="../media/image195.png"/><Relationship Id="rId526" Type="http://schemas.openxmlformats.org/officeDocument/2006/relationships/image" Target="../media/image298.png"/><Relationship Id="rId165" Type="http://schemas.openxmlformats.org/officeDocument/2006/relationships/image" Target="../media/image118.png"/><Relationship Id="rId372" Type="http://schemas.openxmlformats.org/officeDocument/2006/relationships/customXml" Target="../ink/ink222.xml"/><Relationship Id="rId677" Type="http://schemas.openxmlformats.org/officeDocument/2006/relationships/image" Target="../media/image373.png"/><Relationship Id="rId232" Type="http://schemas.openxmlformats.org/officeDocument/2006/relationships/customXml" Target="../ink/ink152.xml"/><Relationship Id="rId27" Type="http://schemas.openxmlformats.org/officeDocument/2006/relationships/image" Target="../media/image49.png"/><Relationship Id="rId537" Type="http://schemas.openxmlformats.org/officeDocument/2006/relationships/customXml" Target="../ink/ink305.xml"/><Relationship Id="rId80" Type="http://schemas.openxmlformats.org/officeDocument/2006/relationships/customXml" Target="../ink/ink76.xml"/><Relationship Id="rId176" Type="http://schemas.openxmlformats.org/officeDocument/2006/relationships/customXml" Target="../ink/ink124.xml"/><Relationship Id="rId383" Type="http://schemas.openxmlformats.org/officeDocument/2006/relationships/image" Target="../media/image227.png"/><Relationship Id="rId590" Type="http://schemas.openxmlformats.org/officeDocument/2006/relationships/customXml" Target="../ink/ink332.xml"/><Relationship Id="rId604" Type="http://schemas.openxmlformats.org/officeDocument/2006/relationships/customXml" Target="../ink/ink339.xml"/><Relationship Id="rId243" Type="http://schemas.openxmlformats.org/officeDocument/2006/relationships/image" Target="../media/image157.png"/><Relationship Id="rId450" Type="http://schemas.openxmlformats.org/officeDocument/2006/relationships/customXml" Target="../ink/ink261.xml"/><Relationship Id="rId688" Type="http://schemas.openxmlformats.org/officeDocument/2006/relationships/customXml" Target="../ink/ink381.xml"/><Relationship Id="rId38" Type="http://schemas.openxmlformats.org/officeDocument/2006/relationships/customXml" Target="../ink/ink55.xml"/><Relationship Id="rId103" Type="http://schemas.openxmlformats.org/officeDocument/2006/relationships/image" Target="../media/image87.png"/><Relationship Id="rId310" Type="http://schemas.openxmlformats.org/officeDocument/2006/relationships/customXml" Target="../ink/ink191.xml"/><Relationship Id="rId548" Type="http://schemas.openxmlformats.org/officeDocument/2006/relationships/image" Target="../media/image309.png"/><Relationship Id="rId91" Type="http://schemas.openxmlformats.org/officeDocument/2006/relationships/image" Target="../media/image81.png"/><Relationship Id="rId187" Type="http://schemas.openxmlformats.org/officeDocument/2006/relationships/image" Target="../media/image129.png"/><Relationship Id="rId394" Type="http://schemas.openxmlformats.org/officeDocument/2006/relationships/customXml" Target="../ink/ink233.xml"/><Relationship Id="rId408" Type="http://schemas.openxmlformats.org/officeDocument/2006/relationships/customXml" Target="../ink/ink240.xml"/><Relationship Id="rId615" Type="http://schemas.openxmlformats.org/officeDocument/2006/relationships/image" Target="../media/image342.png"/><Relationship Id="rId254" Type="http://schemas.openxmlformats.org/officeDocument/2006/relationships/customXml" Target="../ink/ink163.xml"/><Relationship Id="rId49" Type="http://schemas.openxmlformats.org/officeDocument/2006/relationships/image" Target="../media/image60.png"/><Relationship Id="rId114" Type="http://schemas.openxmlformats.org/officeDocument/2006/relationships/customXml" Target="../ink/ink93.xml"/><Relationship Id="rId461" Type="http://schemas.openxmlformats.org/officeDocument/2006/relationships/image" Target="../media/image266.png"/><Relationship Id="rId559" Type="http://schemas.openxmlformats.org/officeDocument/2006/relationships/customXml" Target="../ink/ink316.xml"/><Relationship Id="rId198" Type="http://schemas.openxmlformats.org/officeDocument/2006/relationships/customXml" Target="../ink/ink135.xml"/><Relationship Id="rId321" Type="http://schemas.openxmlformats.org/officeDocument/2006/relationships/image" Target="../media/image196.png"/><Relationship Id="rId419" Type="http://schemas.openxmlformats.org/officeDocument/2006/relationships/image" Target="../media/image245.png"/><Relationship Id="rId626" Type="http://schemas.openxmlformats.org/officeDocument/2006/relationships/customXml" Target="../ink/ink35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.png"/><Relationship Id="rId299" Type="http://schemas.openxmlformats.org/officeDocument/2006/relationships/customXml" Target="../ink/ink535.xml"/><Relationship Id="rId21" Type="http://schemas.openxmlformats.org/officeDocument/2006/relationships/image" Target="../media/image46.png"/><Relationship Id="rId63" Type="http://schemas.openxmlformats.org/officeDocument/2006/relationships/image" Target="../media/image67.png"/><Relationship Id="rId159" Type="http://schemas.openxmlformats.org/officeDocument/2006/relationships/image" Target="../media/image116.png"/><Relationship Id="rId324" Type="http://schemas.openxmlformats.org/officeDocument/2006/relationships/image" Target="../media/image413.png"/><Relationship Id="rId366" Type="http://schemas.openxmlformats.org/officeDocument/2006/relationships/image" Target="../media/image434.png"/><Relationship Id="rId170" Type="http://schemas.openxmlformats.org/officeDocument/2006/relationships/customXml" Target="../ink/ink470.xml"/><Relationship Id="rId226" Type="http://schemas.openxmlformats.org/officeDocument/2006/relationships/customXml" Target="../ink/ink498.xml"/><Relationship Id="rId268" Type="http://schemas.openxmlformats.org/officeDocument/2006/relationships/image" Target="../media/image385.png"/><Relationship Id="rId32" Type="http://schemas.openxmlformats.org/officeDocument/2006/relationships/customXml" Target="../ink/ink401.xml"/><Relationship Id="rId74" Type="http://schemas.openxmlformats.org/officeDocument/2006/relationships/customXml" Target="../ink/ink422.xml"/><Relationship Id="rId128" Type="http://schemas.openxmlformats.org/officeDocument/2006/relationships/customXml" Target="../ink/ink449.xml"/><Relationship Id="rId335" Type="http://schemas.openxmlformats.org/officeDocument/2006/relationships/customXml" Target="../ink/ink553.xml"/><Relationship Id="rId377" Type="http://schemas.openxmlformats.org/officeDocument/2006/relationships/customXml" Target="../ink/ink574.xml"/><Relationship Id="rId5" Type="http://schemas.openxmlformats.org/officeDocument/2006/relationships/image" Target="../media/image38.png"/><Relationship Id="rId181" Type="http://schemas.openxmlformats.org/officeDocument/2006/relationships/image" Target="../media/image127.png"/><Relationship Id="rId237" Type="http://schemas.openxmlformats.org/officeDocument/2006/relationships/image" Target="../media/image170.png"/><Relationship Id="rId402" Type="http://schemas.openxmlformats.org/officeDocument/2006/relationships/image" Target="../media/image452.png"/><Relationship Id="rId279" Type="http://schemas.openxmlformats.org/officeDocument/2006/relationships/customXml" Target="../ink/ink525.xml"/><Relationship Id="rId43" Type="http://schemas.openxmlformats.org/officeDocument/2006/relationships/image" Target="../media/image57.png"/><Relationship Id="rId139" Type="http://schemas.openxmlformats.org/officeDocument/2006/relationships/image" Target="../media/image105.png"/><Relationship Id="rId290" Type="http://schemas.openxmlformats.org/officeDocument/2006/relationships/image" Target="../media/image396.png"/><Relationship Id="rId304" Type="http://schemas.openxmlformats.org/officeDocument/2006/relationships/image" Target="../media/image403.png"/><Relationship Id="rId346" Type="http://schemas.openxmlformats.org/officeDocument/2006/relationships/image" Target="../media/image424.png"/><Relationship Id="rId388" Type="http://schemas.openxmlformats.org/officeDocument/2006/relationships/image" Target="../media/image445.png"/><Relationship Id="rId85" Type="http://schemas.openxmlformats.org/officeDocument/2006/relationships/image" Target="../media/image78.png"/><Relationship Id="rId150" Type="http://schemas.openxmlformats.org/officeDocument/2006/relationships/customXml" Target="../ink/ink460.xml"/><Relationship Id="rId192" Type="http://schemas.openxmlformats.org/officeDocument/2006/relationships/customXml" Target="../ink/ink481.xml"/><Relationship Id="rId206" Type="http://schemas.openxmlformats.org/officeDocument/2006/relationships/customXml" Target="../ink/ink488.xml"/><Relationship Id="rId413" Type="http://schemas.openxmlformats.org/officeDocument/2006/relationships/customXml" Target="../ink/ink592.xml"/><Relationship Id="rId248" Type="http://schemas.openxmlformats.org/officeDocument/2006/relationships/customXml" Target="../ink/ink509.xml"/><Relationship Id="rId12" Type="http://schemas.openxmlformats.org/officeDocument/2006/relationships/customXml" Target="../ink/ink391.xml"/><Relationship Id="rId108" Type="http://schemas.openxmlformats.org/officeDocument/2006/relationships/customXml" Target="../ink/ink439.xml"/><Relationship Id="rId315" Type="http://schemas.openxmlformats.org/officeDocument/2006/relationships/customXml" Target="../ink/ink543.xml"/><Relationship Id="rId357" Type="http://schemas.openxmlformats.org/officeDocument/2006/relationships/customXml" Target="../ink/ink564.xml"/><Relationship Id="rId54" Type="http://schemas.openxmlformats.org/officeDocument/2006/relationships/customXml" Target="../ink/ink412.xml"/><Relationship Id="rId96" Type="http://schemas.openxmlformats.org/officeDocument/2006/relationships/customXml" Target="../ink/ink433.xml"/><Relationship Id="rId161" Type="http://schemas.openxmlformats.org/officeDocument/2006/relationships/image" Target="../media/image117.png"/><Relationship Id="rId217" Type="http://schemas.openxmlformats.org/officeDocument/2006/relationships/image" Target="../media/image160.png"/><Relationship Id="rId399" Type="http://schemas.openxmlformats.org/officeDocument/2006/relationships/customXml" Target="../ink/ink585.xml"/><Relationship Id="rId259" Type="http://schemas.openxmlformats.org/officeDocument/2006/relationships/image" Target="../media/image258.png"/><Relationship Id="rId23" Type="http://schemas.openxmlformats.org/officeDocument/2006/relationships/image" Target="../media/image47.png"/><Relationship Id="rId119" Type="http://schemas.openxmlformats.org/officeDocument/2006/relationships/image" Target="../media/image95.png"/><Relationship Id="rId270" Type="http://schemas.openxmlformats.org/officeDocument/2006/relationships/image" Target="../media/image386.png"/><Relationship Id="rId326" Type="http://schemas.openxmlformats.org/officeDocument/2006/relationships/image" Target="../media/image414.png"/><Relationship Id="rId65" Type="http://schemas.openxmlformats.org/officeDocument/2006/relationships/image" Target="../media/image68.png"/><Relationship Id="rId130" Type="http://schemas.openxmlformats.org/officeDocument/2006/relationships/customXml" Target="../ink/ink450.xml"/><Relationship Id="rId368" Type="http://schemas.openxmlformats.org/officeDocument/2006/relationships/image" Target="../media/image435.png"/><Relationship Id="rId172" Type="http://schemas.openxmlformats.org/officeDocument/2006/relationships/customXml" Target="../ink/ink471.xml"/><Relationship Id="rId228" Type="http://schemas.openxmlformats.org/officeDocument/2006/relationships/customXml" Target="../ink/ink499.xml"/><Relationship Id="rId281" Type="http://schemas.openxmlformats.org/officeDocument/2006/relationships/customXml" Target="../ink/ink526.xml"/><Relationship Id="rId337" Type="http://schemas.openxmlformats.org/officeDocument/2006/relationships/customXml" Target="../ink/ink554.xml"/><Relationship Id="rId34" Type="http://schemas.openxmlformats.org/officeDocument/2006/relationships/customXml" Target="../ink/ink402.xml"/><Relationship Id="rId76" Type="http://schemas.openxmlformats.org/officeDocument/2006/relationships/customXml" Target="../ink/ink423.xml"/><Relationship Id="rId141" Type="http://schemas.openxmlformats.org/officeDocument/2006/relationships/image" Target="../media/image106.png"/><Relationship Id="rId379" Type="http://schemas.openxmlformats.org/officeDocument/2006/relationships/customXml" Target="../ink/ink575.xml"/><Relationship Id="rId7" Type="http://schemas.openxmlformats.org/officeDocument/2006/relationships/image" Target="../media/image39.png"/><Relationship Id="rId183" Type="http://schemas.openxmlformats.org/officeDocument/2006/relationships/image" Target="../media/image128.png"/><Relationship Id="rId239" Type="http://schemas.openxmlformats.org/officeDocument/2006/relationships/image" Target="../media/image171.png"/><Relationship Id="rId390" Type="http://schemas.openxmlformats.org/officeDocument/2006/relationships/image" Target="../media/image446.png"/><Relationship Id="rId404" Type="http://schemas.openxmlformats.org/officeDocument/2006/relationships/image" Target="../media/image453.png"/><Relationship Id="rId250" Type="http://schemas.openxmlformats.org/officeDocument/2006/relationships/customXml" Target="../ink/ink510.xml"/><Relationship Id="rId292" Type="http://schemas.openxmlformats.org/officeDocument/2006/relationships/image" Target="../media/image397.png"/><Relationship Id="rId306" Type="http://schemas.openxmlformats.org/officeDocument/2006/relationships/image" Target="../media/image404.png"/><Relationship Id="rId45" Type="http://schemas.openxmlformats.org/officeDocument/2006/relationships/image" Target="../media/image58.png"/><Relationship Id="rId87" Type="http://schemas.openxmlformats.org/officeDocument/2006/relationships/image" Target="../media/image79.png"/><Relationship Id="rId110" Type="http://schemas.openxmlformats.org/officeDocument/2006/relationships/customXml" Target="../ink/ink440.xml"/><Relationship Id="rId348" Type="http://schemas.openxmlformats.org/officeDocument/2006/relationships/image" Target="../media/image425.png"/><Relationship Id="rId152" Type="http://schemas.openxmlformats.org/officeDocument/2006/relationships/customXml" Target="../ink/ink461.xml"/><Relationship Id="rId194" Type="http://schemas.openxmlformats.org/officeDocument/2006/relationships/customXml" Target="../ink/ink482.xml"/><Relationship Id="rId208" Type="http://schemas.openxmlformats.org/officeDocument/2006/relationships/customXml" Target="../ink/ink489.xml"/><Relationship Id="rId415" Type="http://schemas.openxmlformats.org/officeDocument/2006/relationships/customXml" Target="../ink/ink593.xml"/><Relationship Id="rId261" Type="http://schemas.openxmlformats.org/officeDocument/2006/relationships/image" Target="../media/image278.png"/><Relationship Id="rId14" Type="http://schemas.openxmlformats.org/officeDocument/2006/relationships/customXml" Target="../ink/ink392.xml"/><Relationship Id="rId56" Type="http://schemas.openxmlformats.org/officeDocument/2006/relationships/customXml" Target="../ink/ink413.xml"/><Relationship Id="rId317" Type="http://schemas.openxmlformats.org/officeDocument/2006/relationships/customXml" Target="../ink/ink544.xml"/><Relationship Id="rId359" Type="http://schemas.openxmlformats.org/officeDocument/2006/relationships/customXml" Target="../ink/ink565.xml"/><Relationship Id="rId98" Type="http://schemas.openxmlformats.org/officeDocument/2006/relationships/customXml" Target="../ink/ink434.xml"/><Relationship Id="rId121" Type="http://schemas.openxmlformats.org/officeDocument/2006/relationships/image" Target="../media/image96.png"/><Relationship Id="rId163" Type="http://schemas.openxmlformats.org/officeDocument/2006/relationships/image" Target="../media/image118.png"/><Relationship Id="rId219" Type="http://schemas.openxmlformats.org/officeDocument/2006/relationships/image" Target="../media/image161.png"/><Relationship Id="rId370" Type="http://schemas.openxmlformats.org/officeDocument/2006/relationships/image" Target="../media/image436.png"/><Relationship Id="rId230" Type="http://schemas.openxmlformats.org/officeDocument/2006/relationships/customXml" Target="../ink/ink500.xml"/><Relationship Id="rId25" Type="http://schemas.openxmlformats.org/officeDocument/2006/relationships/image" Target="../media/image48.png"/><Relationship Id="rId67" Type="http://schemas.openxmlformats.org/officeDocument/2006/relationships/image" Target="../media/image69.png"/><Relationship Id="rId272" Type="http://schemas.openxmlformats.org/officeDocument/2006/relationships/image" Target="../media/image387.png"/><Relationship Id="rId328" Type="http://schemas.openxmlformats.org/officeDocument/2006/relationships/image" Target="../media/image415.png"/><Relationship Id="rId132" Type="http://schemas.openxmlformats.org/officeDocument/2006/relationships/customXml" Target="../ink/ink451.xml"/><Relationship Id="rId174" Type="http://schemas.openxmlformats.org/officeDocument/2006/relationships/customXml" Target="../ink/ink472.xml"/><Relationship Id="rId381" Type="http://schemas.openxmlformats.org/officeDocument/2006/relationships/customXml" Target="../ink/ink576.xml"/><Relationship Id="rId241" Type="http://schemas.openxmlformats.org/officeDocument/2006/relationships/image" Target="../media/image172.png"/><Relationship Id="rId36" Type="http://schemas.openxmlformats.org/officeDocument/2006/relationships/customXml" Target="../ink/ink403.xml"/><Relationship Id="rId283" Type="http://schemas.openxmlformats.org/officeDocument/2006/relationships/customXml" Target="../ink/ink527.xml"/><Relationship Id="rId339" Type="http://schemas.openxmlformats.org/officeDocument/2006/relationships/customXml" Target="../ink/ink555.xml"/><Relationship Id="rId78" Type="http://schemas.openxmlformats.org/officeDocument/2006/relationships/customXml" Target="../ink/ink424.xml"/><Relationship Id="rId101" Type="http://schemas.openxmlformats.org/officeDocument/2006/relationships/image" Target="../media/image86.png"/><Relationship Id="rId143" Type="http://schemas.openxmlformats.org/officeDocument/2006/relationships/image" Target="../media/image107.png"/><Relationship Id="rId185" Type="http://schemas.openxmlformats.org/officeDocument/2006/relationships/image" Target="../media/image144.png"/><Relationship Id="rId350" Type="http://schemas.openxmlformats.org/officeDocument/2006/relationships/image" Target="../media/image426.png"/><Relationship Id="rId406" Type="http://schemas.openxmlformats.org/officeDocument/2006/relationships/image" Target="../media/image454.png"/><Relationship Id="rId9" Type="http://schemas.openxmlformats.org/officeDocument/2006/relationships/image" Target="../media/image40.png"/><Relationship Id="rId210" Type="http://schemas.openxmlformats.org/officeDocument/2006/relationships/customXml" Target="../ink/ink490.xml"/><Relationship Id="rId392" Type="http://schemas.openxmlformats.org/officeDocument/2006/relationships/image" Target="../media/image447.png"/><Relationship Id="rId252" Type="http://schemas.openxmlformats.org/officeDocument/2006/relationships/customXml" Target="../ink/ink511.xml"/><Relationship Id="rId294" Type="http://schemas.openxmlformats.org/officeDocument/2006/relationships/image" Target="../media/image398.png"/><Relationship Id="rId308" Type="http://schemas.openxmlformats.org/officeDocument/2006/relationships/image" Target="../media/image405.png"/><Relationship Id="rId47" Type="http://schemas.openxmlformats.org/officeDocument/2006/relationships/image" Target="../media/image59.png"/><Relationship Id="rId89" Type="http://schemas.openxmlformats.org/officeDocument/2006/relationships/image" Target="../media/image80.png"/><Relationship Id="rId112" Type="http://schemas.openxmlformats.org/officeDocument/2006/relationships/customXml" Target="../ink/ink441.xml"/><Relationship Id="rId154" Type="http://schemas.openxmlformats.org/officeDocument/2006/relationships/customXml" Target="../ink/ink462.xml"/><Relationship Id="rId361" Type="http://schemas.openxmlformats.org/officeDocument/2006/relationships/customXml" Target="../ink/ink566.xml"/><Relationship Id="rId196" Type="http://schemas.openxmlformats.org/officeDocument/2006/relationships/customXml" Target="../ink/ink483.xml"/><Relationship Id="rId16" Type="http://schemas.openxmlformats.org/officeDocument/2006/relationships/customXml" Target="../ink/ink393.xml"/><Relationship Id="rId221" Type="http://schemas.openxmlformats.org/officeDocument/2006/relationships/image" Target="../media/image162.png"/><Relationship Id="rId263" Type="http://schemas.openxmlformats.org/officeDocument/2006/relationships/image" Target="../media/image279.png"/><Relationship Id="rId319" Type="http://schemas.openxmlformats.org/officeDocument/2006/relationships/customXml" Target="../ink/ink545.xml"/><Relationship Id="rId58" Type="http://schemas.openxmlformats.org/officeDocument/2006/relationships/customXml" Target="../ink/ink414.xml"/><Relationship Id="rId123" Type="http://schemas.openxmlformats.org/officeDocument/2006/relationships/image" Target="../media/image97.png"/><Relationship Id="rId330" Type="http://schemas.openxmlformats.org/officeDocument/2006/relationships/image" Target="../media/image416.png"/><Relationship Id="rId165" Type="http://schemas.openxmlformats.org/officeDocument/2006/relationships/image" Target="../media/image119.png"/><Relationship Id="rId372" Type="http://schemas.openxmlformats.org/officeDocument/2006/relationships/image" Target="../media/image437.png"/><Relationship Id="rId232" Type="http://schemas.openxmlformats.org/officeDocument/2006/relationships/customXml" Target="../ink/ink501.xml"/><Relationship Id="rId274" Type="http://schemas.openxmlformats.org/officeDocument/2006/relationships/image" Target="../media/image388.png"/><Relationship Id="rId27" Type="http://schemas.openxmlformats.org/officeDocument/2006/relationships/image" Target="../media/image49.png"/><Relationship Id="rId69" Type="http://schemas.openxmlformats.org/officeDocument/2006/relationships/image" Target="../media/image70.png"/><Relationship Id="rId134" Type="http://schemas.openxmlformats.org/officeDocument/2006/relationships/customXml" Target="../ink/ink452.xml"/><Relationship Id="rId80" Type="http://schemas.openxmlformats.org/officeDocument/2006/relationships/customXml" Target="../ink/ink425.xml"/><Relationship Id="rId155" Type="http://schemas.openxmlformats.org/officeDocument/2006/relationships/image" Target="../media/image113.png"/><Relationship Id="rId176" Type="http://schemas.openxmlformats.org/officeDocument/2006/relationships/customXml" Target="../ink/ink473.xml"/><Relationship Id="rId197" Type="http://schemas.openxmlformats.org/officeDocument/2006/relationships/image" Target="../media/image150.png"/><Relationship Id="rId341" Type="http://schemas.openxmlformats.org/officeDocument/2006/relationships/customXml" Target="../ink/ink556.xml"/><Relationship Id="rId362" Type="http://schemas.openxmlformats.org/officeDocument/2006/relationships/image" Target="../media/image432.png"/><Relationship Id="rId383" Type="http://schemas.openxmlformats.org/officeDocument/2006/relationships/customXml" Target="../ink/ink577.xml"/><Relationship Id="rId201" Type="http://schemas.openxmlformats.org/officeDocument/2006/relationships/image" Target="../media/image152.png"/><Relationship Id="rId222" Type="http://schemas.openxmlformats.org/officeDocument/2006/relationships/customXml" Target="../ink/ink496.xml"/><Relationship Id="rId243" Type="http://schemas.openxmlformats.org/officeDocument/2006/relationships/image" Target="../media/image173.png"/><Relationship Id="rId264" Type="http://schemas.openxmlformats.org/officeDocument/2006/relationships/customXml" Target="../ink/ink517.xml"/><Relationship Id="rId285" Type="http://schemas.openxmlformats.org/officeDocument/2006/relationships/customXml" Target="../ink/ink528.xml"/><Relationship Id="rId17" Type="http://schemas.openxmlformats.org/officeDocument/2006/relationships/image" Target="../media/image44.png"/><Relationship Id="rId38" Type="http://schemas.openxmlformats.org/officeDocument/2006/relationships/customXml" Target="../ink/ink404.xml"/><Relationship Id="rId59" Type="http://schemas.openxmlformats.org/officeDocument/2006/relationships/image" Target="../media/image65.png"/><Relationship Id="rId103" Type="http://schemas.openxmlformats.org/officeDocument/2006/relationships/image" Target="../media/image87.png"/><Relationship Id="rId124" Type="http://schemas.openxmlformats.org/officeDocument/2006/relationships/customXml" Target="../ink/ink447.xml"/><Relationship Id="rId310" Type="http://schemas.openxmlformats.org/officeDocument/2006/relationships/image" Target="../media/image406.png"/><Relationship Id="rId70" Type="http://schemas.openxmlformats.org/officeDocument/2006/relationships/customXml" Target="../ink/ink420.xml"/><Relationship Id="rId91" Type="http://schemas.openxmlformats.org/officeDocument/2006/relationships/image" Target="../media/image81.png"/><Relationship Id="rId145" Type="http://schemas.openxmlformats.org/officeDocument/2006/relationships/image" Target="../media/image108.png"/><Relationship Id="rId166" Type="http://schemas.openxmlformats.org/officeDocument/2006/relationships/customXml" Target="../ink/ink468.xml"/><Relationship Id="rId187" Type="http://schemas.openxmlformats.org/officeDocument/2006/relationships/image" Target="../media/image145.png"/><Relationship Id="rId331" Type="http://schemas.openxmlformats.org/officeDocument/2006/relationships/customXml" Target="../ink/ink551.xml"/><Relationship Id="rId352" Type="http://schemas.openxmlformats.org/officeDocument/2006/relationships/image" Target="../media/image427.png"/><Relationship Id="rId373" Type="http://schemas.openxmlformats.org/officeDocument/2006/relationships/customXml" Target="../ink/ink572.xml"/><Relationship Id="rId394" Type="http://schemas.openxmlformats.org/officeDocument/2006/relationships/image" Target="../media/image448.png"/><Relationship Id="rId408" Type="http://schemas.openxmlformats.org/officeDocument/2006/relationships/image" Target="../media/image45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91.xml"/><Relationship Id="rId233" Type="http://schemas.openxmlformats.org/officeDocument/2006/relationships/image" Target="../media/image168.png"/><Relationship Id="rId254" Type="http://schemas.openxmlformats.org/officeDocument/2006/relationships/customXml" Target="../ink/ink512.xml"/><Relationship Id="rId28" Type="http://schemas.openxmlformats.org/officeDocument/2006/relationships/customXml" Target="../ink/ink399.xml"/><Relationship Id="rId49" Type="http://schemas.openxmlformats.org/officeDocument/2006/relationships/image" Target="../media/image60.png"/><Relationship Id="rId114" Type="http://schemas.openxmlformats.org/officeDocument/2006/relationships/customXml" Target="../ink/ink442.xml"/><Relationship Id="rId275" Type="http://schemas.openxmlformats.org/officeDocument/2006/relationships/customXml" Target="../ink/ink523.xml"/><Relationship Id="rId296" Type="http://schemas.openxmlformats.org/officeDocument/2006/relationships/image" Target="../media/image399.png"/><Relationship Id="rId300" Type="http://schemas.openxmlformats.org/officeDocument/2006/relationships/image" Target="../media/image401.png"/><Relationship Id="rId60" Type="http://schemas.openxmlformats.org/officeDocument/2006/relationships/customXml" Target="../ink/ink415.xml"/><Relationship Id="rId81" Type="http://schemas.openxmlformats.org/officeDocument/2006/relationships/image" Target="../media/image76.png"/><Relationship Id="rId135" Type="http://schemas.openxmlformats.org/officeDocument/2006/relationships/image" Target="../media/image103.png"/><Relationship Id="rId156" Type="http://schemas.openxmlformats.org/officeDocument/2006/relationships/customXml" Target="../ink/ink463.xml"/><Relationship Id="rId177" Type="http://schemas.openxmlformats.org/officeDocument/2006/relationships/image" Target="../media/image125.png"/><Relationship Id="rId198" Type="http://schemas.openxmlformats.org/officeDocument/2006/relationships/customXml" Target="../ink/ink484.xml"/><Relationship Id="rId321" Type="http://schemas.openxmlformats.org/officeDocument/2006/relationships/customXml" Target="../ink/ink546.xml"/><Relationship Id="rId342" Type="http://schemas.openxmlformats.org/officeDocument/2006/relationships/image" Target="../media/image422.png"/><Relationship Id="rId363" Type="http://schemas.openxmlformats.org/officeDocument/2006/relationships/customXml" Target="../ink/ink567.xml"/><Relationship Id="rId384" Type="http://schemas.openxmlformats.org/officeDocument/2006/relationships/image" Target="../media/image443.png"/><Relationship Id="rId202" Type="http://schemas.openxmlformats.org/officeDocument/2006/relationships/customXml" Target="../ink/ink486.xml"/><Relationship Id="rId223" Type="http://schemas.openxmlformats.org/officeDocument/2006/relationships/image" Target="../media/image163.png"/><Relationship Id="rId244" Type="http://schemas.openxmlformats.org/officeDocument/2006/relationships/customXml" Target="../ink/ink507.xml"/><Relationship Id="rId18" Type="http://schemas.openxmlformats.org/officeDocument/2006/relationships/customXml" Target="../ink/ink394.xml"/><Relationship Id="rId39" Type="http://schemas.openxmlformats.org/officeDocument/2006/relationships/image" Target="../media/image55.png"/><Relationship Id="rId265" Type="http://schemas.openxmlformats.org/officeDocument/2006/relationships/image" Target="../media/image384.png"/><Relationship Id="rId286" Type="http://schemas.openxmlformats.org/officeDocument/2006/relationships/image" Target="../media/image394.png"/><Relationship Id="rId50" Type="http://schemas.openxmlformats.org/officeDocument/2006/relationships/customXml" Target="../ink/ink410.xml"/><Relationship Id="rId104" Type="http://schemas.openxmlformats.org/officeDocument/2006/relationships/customXml" Target="../ink/ink437.xml"/><Relationship Id="rId125" Type="http://schemas.openxmlformats.org/officeDocument/2006/relationships/image" Target="../media/image98.png"/><Relationship Id="rId146" Type="http://schemas.openxmlformats.org/officeDocument/2006/relationships/customXml" Target="../ink/ink458.xml"/><Relationship Id="rId167" Type="http://schemas.openxmlformats.org/officeDocument/2006/relationships/image" Target="../media/image120.png"/><Relationship Id="rId188" Type="http://schemas.openxmlformats.org/officeDocument/2006/relationships/customXml" Target="../ink/ink479.xml"/><Relationship Id="rId311" Type="http://schemas.openxmlformats.org/officeDocument/2006/relationships/customXml" Target="../ink/ink541.xml"/><Relationship Id="rId332" Type="http://schemas.openxmlformats.org/officeDocument/2006/relationships/image" Target="../media/image417.png"/><Relationship Id="rId353" Type="http://schemas.openxmlformats.org/officeDocument/2006/relationships/customXml" Target="../ink/ink562.xml"/><Relationship Id="rId374" Type="http://schemas.openxmlformats.org/officeDocument/2006/relationships/image" Target="../media/image438.png"/><Relationship Id="rId395" Type="http://schemas.openxmlformats.org/officeDocument/2006/relationships/customXml" Target="../ink/ink583.xml"/><Relationship Id="rId409" Type="http://schemas.openxmlformats.org/officeDocument/2006/relationships/customXml" Target="../ink/ink590.xml"/><Relationship Id="rId71" Type="http://schemas.openxmlformats.org/officeDocument/2006/relationships/image" Target="../media/image71.png"/><Relationship Id="rId92" Type="http://schemas.openxmlformats.org/officeDocument/2006/relationships/customXml" Target="../ink/ink431.xml"/><Relationship Id="rId213" Type="http://schemas.openxmlformats.org/officeDocument/2006/relationships/image" Target="../media/image158.png"/><Relationship Id="rId234" Type="http://schemas.openxmlformats.org/officeDocument/2006/relationships/customXml" Target="../ink/ink502.xml"/><Relationship Id="rId2" Type="http://schemas.openxmlformats.org/officeDocument/2006/relationships/customXml" Target="../ink/ink386.xml"/><Relationship Id="rId29" Type="http://schemas.openxmlformats.org/officeDocument/2006/relationships/image" Target="../media/image50.png"/><Relationship Id="rId255" Type="http://schemas.openxmlformats.org/officeDocument/2006/relationships/image" Target="../media/image256.png"/><Relationship Id="rId276" Type="http://schemas.openxmlformats.org/officeDocument/2006/relationships/image" Target="../media/image389.png"/><Relationship Id="rId297" Type="http://schemas.openxmlformats.org/officeDocument/2006/relationships/customXml" Target="../ink/ink534.xml"/><Relationship Id="rId40" Type="http://schemas.openxmlformats.org/officeDocument/2006/relationships/customXml" Target="../ink/ink405.xml"/><Relationship Id="rId115" Type="http://schemas.openxmlformats.org/officeDocument/2006/relationships/image" Target="../media/image93.png"/><Relationship Id="rId136" Type="http://schemas.openxmlformats.org/officeDocument/2006/relationships/customXml" Target="../ink/ink453.xml"/><Relationship Id="rId157" Type="http://schemas.openxmlformats.org/officeDocument/2006/relationships/image" Target="../media/image115.png"/><Relationship Id="rId178" Type="http://schemas.openxmlformats.org/officeDocument/2006/relationships/customXml" Target="../ink/ink474.xml"/><Relationship Id="rId301" Type="http://schemas.openxmlformats.org/officeDocument/2006/relationships/customXml" Target="../ink/ink536.xml"/><Relationship Id="rId322" Type="http://schemas.openxmlformats.org/officeDocument/2006/relationships/image" Target="../media/image412.png"/><Relationship Id="rId343" Type="http://schemas.openxmlformats.org/officeDocument/2006/relationships/customXml" Target="../ink/ink557.xml"/><Relationship Id="rId364" Type="http://schemas.openxmlformats.org/officeDocument/2006/relationships/image" Target="../media/image433.png"/><Relationship Id="rId61" Type="http://schemas.openxmlformats.org/officeDocument/2006/relationships/image" Target="../media/image66.png"/><Relationship Id="rId82" Type="http://schemas.openxmlformats.org/officeDocument/2006/relationships/customXml" Target="../ink/ink426.xml"/><Relationship Id="rId199" Type="http://schemas.openxmlformats.org/officeDocument/2006/relationships/image" Target="../media/image151.png"/><Relationship Id="rId203" Type="http://schemas.openxmlformats.org/officeDocument/2006/relationships/image" Target="../media/image153.png"/><Relationship Id="rId385" Type="http://schemas.openxmlformats.org/officeDocument/2006/relationships/customXml" Target="../ink/ink578.xml"/><Relationship Id="rId19" Type="http://schemas.openxmlformats.org/officeDocument/2006/relationships/image" Target="../media/image45.png"/><Relationship Id="rId224" Type="http://schemas.openxmlformats.org/officeDocument/2006/relationships/customXml" Target="../ink/ink497.xml"/><Relationship Id="rId245" Type="http://schemas.openxmlformats.org/officeDocument/2006/relationships/image" Target="../media/image251.png"/><Relationship Id="rId266" Type="http://schemas.openxmlformats.org/officeDocument/2006/relationships/customXml" Target="../ink/ink518.xml"/><Relationship Id="rId287" Type="http://schemas.openxmlformats.org/officeDocument/2006/relationships/customXml" Target="../ink/ink529.xml"/><Relationship Id="rId410" Type="http://schemas.openxmlformats.org/officeDocument/2006/relationships/image" Target="../media/image456.png"/><Relationship Id="rId30" Type="http://schemas.openxmlformats.org/officeDocument/2006/relationships/customXml" Target="../ink/ink400.xml"/><Relationship Id="rId105" Type="http://schemas.openxmlformats.org/officeDocument/2006/relationships/image" Target="../media/image88.png"/><Relationship Id="rId126" Type="http://schemas.openxmlformats.org/officeDocument/2006/relationships/customXml" Target="../ink/ink448.xml"/><Relationship Id="rId147" Type="http://schemas.openxmlformats.org/officeDocument/2006/relationships/image" Target="../media/image109.png"/><Relationship Id="rId168" Type="http://schemas.openxmlformats.org/officeDocument/2006/relationships/customXml" Target="../ink/ink469.xml"/><Relationship Id="rId312" Type="http://schemas.openxmlformats.org/officeDocument/2006/relationships/image" Target="../media/image407.png"/><Relationship Id="rId333" Type="http://schemas.openxmlformats.org/officeDocument/2006/relationships/customXml" Target="../ink/ink552.xml"/><Relationship Id="rId354" Type="http://schemas.openxmlformats.org/officeDocument/2006/relationships/image" Target="../media/image428.png"/><Relationship Id="rId51" Type="http://schemas.openxmlformats.org/officeDocument/2006/relationships/image" Target="../media/image61.png"/><Relationship Id="rId72" Type="http://schemas.openxmlformats.org/officeDocument/2006/relationships/customXml" Target="../ink/ink421.xml"/><Relationship Id="rId93" Type="http://schemas.openxmlformats.org/officeDocument/2006/relationships/image" Target="../media/image82.png"/><Relationship Id="rId189" Type="http://schemas.openxmlformats.org/officeDocument/2006/relationships/image" Target="../media/image146.png"/><Relationship Id="rId375" Type="http://schemas.openxmlformats.org/officeDocument/2006/relationships/customXml" Target="../ink/ink573.xml"/><Relationship Id="rId396" Type="http://schemas.openxmlformats.org/officeDocument/2006/relationships/image" Target="../media/image449.png"/><Relationship Id="rId3" Type="http://schemas.openxmlformats.org/officeDocument/2006/relationships/image" Target="../media/image37.png"/><Relationship Id="rId214" Type="http://schemas.openxmlformats.org/officeDocument/2006/relationships/customXml" Target="../ink/ink492.xml"/><Relationship Id="rId235" Type="http://schemas.openxmlformats.org/officeDocument/2006/relationships/image" Target="../media/image169.png"/><Relationship Id="rId256" Type="http://schemas.openxmlformats.org/officeDocument/2006/relationships/customXml" Target="../ink/ink513.xml"/><Relationship Id="rId277" Type="http://schemas.openxmlformats.org/officeDocument/2006/relationships/customXml" Target="../ink/ink524.xml"/><Relationship Id="rId298" Type="http://schemas.openxmlformats.org/officeDocument/2006/relationships/image" Target="../media/image400.png"/><Relationship Id="rId400" Type="http://schemas.openxmlformats.org/officeDocument/2006/relationships/image" Target="../media/image451.png"/><Relationship Id="rId116" Type="http://schemas.openxmlformats.org/officeDocument/2006/relationships/customXml" Target="../ink/ink443.xml"/><Relationship Id="rId137" Type="http://schemas.openxmlformats.org/officeDocument/2006/relationships/image" Target="../media/image104.png"/><Relationship Id="rId158" Type="http://schemas.openxmlformats.org/officeDocument/2006/relationships/customXml" Target="../ink/ink464.xml"/><Relationship Id="rId302" Type="http://schemas.openxmlformats.org/officeDocument/2006/relationships/image" Target="../media/image402.png"/><Relationship Id="rId323" Type="http://schemas.openxmlformats.org/officeDocument/2006/relationships/customXml" Target="../ink/ink547.xml"/><Relationship Id="rId344" Type="http://schemas.openxmlformats.org/officeDocument/2006/relationships/image" Target="../media/image423.png"/><Relationship Id="rId20" Type="http://schemas.openxmlformats.org/officeDocument/2006/relationships/customXml" Target="../ink/ink395.xml"/><Relationship Id="rId41" Type="http://schemas.openxmlformats.org/officeDocument/2006/relationships/image" Target="../media/image56.png"/><Relationship Id="rId62" Type="http://schemas.openxmlformats.org/officeDocument/2006/relationships/customXml" Target="../ink/ink416.xml"/><Relationship Id="rId83" Type="http://schemas.openxmlformats.org/officeDocument/2006/relationships/image" Target="../media/image77.png"/><Relationship Id="rId179" Type="http://schemas.openxmlformats.org/officeDocument/2006/relationships/image" Target="../media/image126.png"/><Relationship Id="rId365" Type="http://schemas.openxmlformats.org/officeDocument/2006/relationships/customXml" Target="../ink/ink568.xml"/><Relationship Id="rId386" Type="http://schemas.openxmlformats.org/officeDocument/2006/relationships/image" Target="../media/image444.png"/><Relationship Id="rId190" Type="http://schemas.openxmlformats.org/officeDocument/2006/relationships/customXml" Target="../ink/ink480.xml"/><Relationship Id="rId204" Type="http://schemas.openxmlformats.org/officeDocument/2006/relationships/customXml" Target="../ink/ink487.xml"/><Relationship Id="rId225" Type="http://schemas.openxmlformats.org/officeDocument/2006/relationships/image" Target="../media/image164.png"/><Relationship Id="rId246" Type="http://schemas.openxmlformats.org/officeDocument/2006/relationships/customXml" Target="../ink/ink508.xml"/><Relationship Id="rId267" Type="http://schemas.openxmlformats.org/officeDocument/2006/relationships/customXml" Target="../ink/ink519.xml"/><Relationship Id="rId288" Type="http://schemas.openxmlformats.org/officeDocument/2006/relationships/image" Target="../media/image395.png"/><Relationship Id="rId411" Type="http://schemas.openxmlformats.org/officeDocument/2006/relationships/customXml" Target="../ink/ink591.xml"/><Relationship Id="rId106" Type="http://schemas.openxmlformats.org/officeDocument/2006/relationships/customXml" Target="../ink/ink438.xml"/><Relationship Id="rId127" Type="http://schemas.openxmlformats.org/officeDocument/2006/relationships/image" Target="../media/image99.png"/><Relationship Id="rId313" Type="http://schemas.openxmlformats.org/officeDocument/2006/relationships/customXml" Target="../ink/ink542.xml"/><Relationship Id="rId10" Type="http://schemas.openxmlformats.org/officeDocument/2006/relationships/customXml" Target="../ink/ink390.xml"/><Relationship Id="rId31" Type="http://schemas.openxmlformats.org/officeDocument/2006/relationships/image" Target="../media/image51.png"/><Relationship Id="rId52" Type="http://schemas.openxmlformats.org/officeDocument/2006/relationships/customXml" Target="../ink/ink411.xml"/><Relationship Id="rId73" Type="http://schemas.openxmlformats.org/officeDocument/2006/relationships/image" Target="../media/image72.png"/><Relationship Id="rId94" Type="http://schemas.openxmlformats.org/officeDocument/2006/relationships/customXml" Target="../ink/ink432.xml"/><Relationship Id="rId148" Type="http://schemas.openxmlformats.org/officeDocument/2006/relationships/customXml" Target="../ink/ink459.xml"/><Relationship Id="rId169" Type="http://schemas.openxmlformats.org/officeDocument/2006/relationships/image" Target="../media/image121.png"/><Relationship Id="rId334" Type="http://schemas.openxmlformats.org/officeDocument/2006/relationships/image" Target="../media/image418.png"/><Relationship Id="rId355" Type="http://schemas.openxmlformats.org/officeDocument/2006/relationships/customXml" Target="../ink/ink563.xml"/><Relationship Id="rId376" Type="http://schemas.openxmlformats.org/officeDocument/2006/relationships/image" Target="../media/image439.png"/><Relationship Id="rId397" Type="http://schemas.openxmlformats.org/officeDocument/2006/relationships/customXml" Target="../ink/ink584.xml"/><Relationship Id="rId4" Type="http://schemas.openxmlformats.org/officeDocument/2006/relationships/customXml" Target="../ink/ink387.xml"/><Relationship Id="rId180" Type="http://schemas.openxmlformats.org/officeDocument/2006/relationships/customXml" Target="../ink/ink475.xml"/><Relationship Id="rId215" Type="http://schemas.openxmlformats.org/officeDocument/2006/relationships/image" Target="../media/image159.png"/><Relationship Id="rId236" Type="http://schemas.openxmlformats.org/officeDocument/2006/relationships/customXml" Target="../ink/ink503.xml"/><Relationship Id="rId257" Type="http://schemas.openxmlformats.org/officeDocument/2006/relationships/image" Target="../media/image257.png"/><Relationship Id="rId278" Type="http://schemas.openxmlformats.org/officeDocument/2006/relationships/image" Target="../media/image390.png"/><Relationship Id="rId401" Type="http://schemas.openxmlformats.org/officeDocument/2006/relationships/customXml" Target="../ink/ink586.xml"/><Relationship Id="rId303" Type="http://schemas.openxmlformats.org/officeDocument/2006/relationships/customXml" Target="../ink/ink537.xml"/><Relationship Id="rId42" Type="http://schemas.openxmlformats.org/officeDocument/2006/relationships/customXml" Target="../ink/ink406.xml"/><Relationship Id="rId84" Type="http://schemas.openxmlformats.org/officeDocument/2006/relationships/customXml" Target="../ink/ink427.xml"/><Relationship Id="rId138" Type="http://schemas.openxmlformats.org/officeDocument/2006/relationships/customXml" Target="../ink/ink454.xml"/><Relationship Id="rId345" Type="http://schemas.openxmlformats.org/officeDocument/2006/relationships/customXml" Target="../ink/ink558.xml"/><Relationship Id="rId387" Type="http://schemas.openxmlformats.org/officeDocument/2006/relationships/customXml" Target="../ink/ink579.xml"/><Relationship Id="rId191" Type="http://schemas.openxmlformats.org/officeDocument/2006/relationships/image" Target="../media/image147.png"/><Relationship Id="rId205" Type="http://schemas.openxmlformats.org/officeDocument/2006/relationships/image" Target="../media/image154.png"/><Relationship Id="rId247" Type="http://schemas.openxmlformats.org/officeDocument/2006/relationships/image" Target="../media/image252.png"/><Relationship Id="rId412" Type="http://schemas.openxmlformats.org/officeDocument/2006/relationships/image" Target="../media/image457.png"/><Relationship Id="rId107" Type="http://schemas.openxmlformats.org/officeDocument/2006/relationships/image" Target="../media/image89.png"/><Relationship Id="rId289" Type="http://schemas.openxmlformats.org/officeDocument/2006/relationships/customXml" Target="../ink/ink530.xml"/><Relationship Id="rId11" Type="http://schemas.openxmlformats.org/officeDocument/2006/relationships/image" Target="../media/image41.png"/><Relationship Id="rId53" Type="http://schemas.openxmlformats.org/officeDocument/2006/relationships/image" Target="../media/image62.png"/><Relationship Id="rId149" Type="http://schemas.openxmlformats.org/officeDocument/2006/relationships/image" Target="../media/image110.png"/><Relationship Id="rId314" Type="http://schemas.openxmlformats.org/officeDocument/2006/relationships/image" Target="../media/image408.png"/><Relationship Id="rId356" Type="http://schemas.openxmlformats.org/officeDocument/2006/relationships/image" Target="../media/image429.png"/><Relationship Id="rId398" Type="http://schemas.openxmlformats.org/officeDocument/2006/relationships/image" Target="../media/image450.png"/><Relationship Id="rId95" Type="http://schemas.openxmlformats.org/officeDocument/2006/relationships/image" Target="../media/image83.png"/><Relationship Id="rId160" Type="http://schemas.openxmlformats.org/officeDocument/2006/relationships/customXml" Target="../ink/ink465.xml"/><Relationship Id="rId216" Type="http://schemas.openxmlformats.org/officeDocument/2006/relationships/customXml" Target="../ink/ink493.xml"/><Relationship Id="rId258" Type="http://schemas.openxmlformats.org/officeDocument/2006/relationships/customXml" Target="../ink/ink514.xml"/><Relationship Id="rId22" Type="http://schemas.openxmlformats.org/officeDocument/2006/relationships/customXml" Target="../ink/ink396.xml"/><Relationship Id="rId64" Type="http://schemas.openxmlformats.org/officeDocument/2006/relationships/customXml" Target="../ink/ink417.xml"/><Relationship Id="rId118" Type="http://schemas.openxmlformats.org/officeDocument/2006/relationships/customXml" Target="../ink/ink444.xml"/><Relationship Id="rId325" Type="http://schemas.openxmlformats.org/officeDocument/2006/relationships/customXml" Target="../ink/ink548.xml"/><Relationship Id="rId367" Type="http://schemas.openxmlformats.org/officeDocument/2006/relationships/customXml" Target="../ink/ink569.xml"/><Relationship Id="rId171" Type="http://schemas.openxmlformats.org/officeDocument/2006/relationships/image" Target="../media/image122.png"/><Relationship Id="rId227" Type="http://schemas.openxmlformats.org/officeDocument/2006/relationships/image" Target="../media/image165.png"/><Relationship Id="rId269" Type="http://schemas.openxmlformats.org/officeDocument/2006/relationships/customXml" Target="../ink/ink520.xml"/><Relationship Id="rId33" Type="http://schemas.openxmlformats.org/officeDocument/2006/relationships/image" Target="../media/image52.png"/><Relationship Id="rId129" Type="http://schemas.openxmlformats.org/officeDocument/2006/relationships/image" Target="../media/image100.png"/><Relationship Id="rId280" Type="http://schemas.openxmlformats.org/officeDocument/2006/relationships/image" Target="../media/image391.png"/><Relationship Id="rId336" Type="http://schemas.openxmlformats.org/officeDocument/2006/relationships/image" Target="../media/image419.png"/><Relationship Id="rId75" Type="http://schemas.openxmlformats.org/officeDocument/2006/relationships/image" Target="../media/image73.png"/><Relationship Id="rId140" Type="http://schemas.openxmlformats.org/officeDocument/2006/relationships/customXml" Target="../ink/ink455.xml"/><Relationship Id="rId182" Type="http://schemas.openxmlformats.org/officeDocument/2006/relationships/customXml" Target="../ink/ink476.xml"/><Relationship Id="rId378" Type="http://schemas.openxmlformats.org/officeDocument/2006/relationships/image" Target="../media/image440.png"/><Relationship Id="rId403" Type="http://schemas.openxmlformats.org/officeDocument/2006/relationships/customXml" Target="../ink/ink587.xml"/><Relationship Id="rId6" Type="http://schemas.openxmlformats.org/officeDocument/2006/relationships/customXml" Target="../ink/ink388.xml"/><Relationship Id="rId238" Type="http://schemas.openxmlformats.org/officeDocument/2006/relationships/customXml" Target="../ink/ink504.xml"/><Relationship Id="rId291" Type="http://schemas.openxmlformats.org/officeDocument/2006/relationships/customXml" Target="../ink/ink531.xml"/><Relationship Id="rId305" Type="http://schemas.openxmlformats.org/officeDocument/2006/relationships/customXml" Target="../ink/ink538.xml"/><Relationship Id="rId347" Type="http://schemas.openxmlformats.org/officeDocument/2006/relationships/customXml" Target="../ink/ink559.xml"/><Relationship Id="rId44" Type="http://schemas.openxmlformats.org/officeDocument/2006/relationships/customXml" Target="../ink/ink407.xml"/><Relationship Id="rId86" Type="http://schemas.openxmlformats.org/officeDocument/2006/relationships/customXml" Target="../ink/ink428.xml"/><Relationship Id="rId151" Type="http://schemas.openxmlformats.org/officeDocument/2006/relationships/image" Target="../media/image111.png"/><Relationship Id="rId389" Type="http://schemas.openxmlformats.org/officeDocument/2006/relationships/customXml" Target="../ink/ink580.xml"/><Relationship Id="rId193" Type="http://schemas.openxmlformats.org/officeDocument/2006/relationships/image" Target="../media/image148.png"/><Relationship Id="rId207" Type="http://schemas.openxmlformats.org/officeDocument/2006/relationships/image" Target="../media/image155.png"/><Relationship Id="rId249" Type="http://schemas.openxmlformats.org/officeDocument/2006/relationships/image" Target="../media/image253.png"/><Relationship Id="rId414" Type="http://schemas.openxmlformats.org/officeDocument/2006/relationships/image" Target="../media/image458.png"/><Relationship Id="rId13" Type="http://schemas.openxmlformats.org/officeDocument/2006/relationships/image" Target="../media/image42.png"/><Relationship Id="rId109" Type="http://schemas.openxmlformats.org/officeDocument/2006/relationships/image" Target="../media/image90.png"/><Relationship Id="rId260" Type="http://schemas.openxmlformats.org/officeDocument/2006/relationships/customXml" Target="../ink/ink515.xml"/><Relationship Id="rId316" Type="http://schemas.openxmlformats.org/officeDocument/2006/relationships/image" Target="../media/image409.png"/><Relationship Id="rId55" Type="http://schemas.openxmlformats.org/officeDocument/2006/relationships/image" Target="../media/image63.png"/><Relationship Id="rId97" Type="http://schemas.openxmlformats.org/officeDocument/2006/relationships/image" Target="../media/image84.png"/><Relationship Id="rId120" Type="http://schemas.openxmlformats.org/officeDocument/2006/relationships/customXml" Target="../ink/ink445.xml"/><Relationship Id="rId358" Type="http://schemas.openxmlformats.org/officeDocument/2006/relationships/image" Target="../media/image430.png"/><Relationship Id="rId162" Type="http://schemas.openxmlformats.org/officeDocument/2006/relationships/customXml" Target="../ink/ink466.xml"/><Relationship Id="rId218" Type="http://schemas.openxmlformats.org/officeDocument/2006/relationships/customXml" Target="../ink/ink494.xml"/><Relationship Id="rId271" Type="http://schemas.openxmlformats.org/officeDocument/2006/relationships/customXml" Target="../ink/ink521.xml"/><Relationship Id="rId24" Type="http://schemas.openxmlformats.org/officeDocument/2006/relationships/customXml" Target="../ink/ink397.xml"/><Relationship Id="rId66" Type="http://schemas.openxmlformats.org/officeDocument/2006/relationships/customXml" Target="../ink/ink418.xml"/><Relationship Id="rId131" Type="http://schemas.openxmlformats.org/officeDocument/2006/relationships/image" Target="../media/image101.png"/><Relationship Id="rId327" Type="http://schemas.openxmlformats.org/officeDocument/2006/relationships/customXml" Target="../ink/ink549.xml"/><Relationship Id="rId369" Type="http://schemas.openxmlformats.org/officeDocument/2006/relationships/customXml" Target="../ink/ink570.xml"/><Relationship Id="rId173" Type="http://schemas.openxmlformats.org/officeDocument/2006/relationships/image" Target="../media/image123.png"/><Relationship Id="rId229" Type="http://schemas.openxmlformats.org/officeDocument/2006/relationships/image" Target="../media/image166.png"/><Relationship Id="rId380" Type="http://schemas.openxmlformats.org/officeDocument/2006/relationships/image" Target="../media/image441.png"/><Relationship Id="rId240" Type="http://schemas.openxmlformats.org/officeDocument/2006/relationships/customXml" Target="../ink/ink505.xml"/><Relationship Id="rId35" Type="http://schemas.openxmlformats.org/officeDocument/2006/relationships/image" Target="../media/image53.png"/><Relationship Id="rId77" Type="http://schemas.openxmlformats.org/officeDocument/2006/relationships/image" Target="../media/image74.png"/><Relationship Id="rId100" Type="http://schemas.openxmlformats.org/officeDocument/2006/relationships/customXml" Target="../ink/ink435.xml"/><Relationship Id="rId282" Type="http://schemas.openxmlformats.org/officeDocument/2006/relationships/image" Target="../media/image392.png"/><Relationship Id="rId338" Type="http://schemas.openxmlformats.org/officeDocument/2006/relationships/image" Target="../media/image420.png"/><Relationship Id="rId8" Type="http://schemas.openxmlformats.org/officeDocument/2006/relationships/customXml" Target="../ink/ink389.xml"/><Relationship Id="rId142" Type="http://schemas.openxmlformats.org/officeDocument/2006/relationships/customXml" Target="../ink/ink456.xml"/><Relationship Id="rId184" Type="http://schemas.openxmlformats.org/officeDocument/2006/relationships/customXml" Target="../ink/ink477.xml"/><Relationship Id="rId391" Type="http://schemas.openxmlformats.org/officeDocument/2006/relationships/customXml" Target="../ink/ink581.xml"/><Relationship Id="rId405" Type="http://schemas.openxmlformats.org/officeDocument/2006/relationships/customXml" Target="../ink/ink588.xml"/><Relationship Id="rId251" Type="http://schemas.openxmlformats.org/officeDocument/2006/relationships/image" Target="../media/image254.png"/><Relationship Id="rId46" Type="http://schemas.openxmlformats.org/officeDocument/2006/relationships/customXml" Target="../ink/ink408.xml"/><Relationship Id="rId293" Type="http://schemas.openxmlformats.org/officeDocument/2006/relationships/customXml" Target="../ink/ink532.xml"/><Relationship Id="rId307" Type="http://schemas.openxmlformats.org/officeDocument/2006/relationships/customXml" Target="../ink/ink539.xml"/><Relationship Id="rId349" Type="http://schemas.openxmlformats.org/officeDocument/2006/relationships/customXml" Target="../ink/ink560.xml"/><Relationship Id="rId88" Type="http://schemas.openxmlformats.org/officeDocument/2006/relationships/customXml" Target="../ink/ink429.xml"/><Relationship Id="rId111" Type="http://schemas.openxmlformats.org/officeDocument/2006/relationships/image" Target="../media/image91.png"/><Relationship Id="rId153" Type="http://schemas.openxmlformats.org/officeDocument/2006/relationships/image" Target="../media/image112.png"/><Relationship Id="rId195" Type="http://schemas.openxmlformats.org/officeDocument/2006/relationships/image" Target="../media/image149.png"/><Relationship Id="rId209" Type="http://schemas.openxmlformats.org/officeDocument/2006/relationships/image" Target="../media/image156.png"/><Relationship Id="rId360" Type="http://schemas.openxmlformats.org/officeDocument/2006/relationships/image" Target="../media/image431.png"/><Relationship Id="rId416" Type="http://schemas.openxmlformats.org/officeDocument/2006/relationships/image" Target="../media/image459.png"/><Relationship Id="rId220" Type="http://schemas.openxmlformats.org/officeDocument/2006/relationships/customXml" Target="../ink/ink495.xml"/><Relationship Id="rId15" Type="http://schemas.openxmlformats.org/officeDocument/2006/relationships/image" Target="../media/image43.png"/><Relationship Id="rId57" Type="http://schemas.openxmlformats.org/officeDocument/2006/relationships/image" Target="../media/image64.png"/><Relationship Id="rId262" Type="http://schemas.openxmlformats.org/officeDocument/2006/relationships/customXml" Target="../ink/ink516.xml"/><Relationship Id="rId318" Type="http://schemas.openxmlformats.org/officeDocument/2006/relationships/image" Target="../media/image410.png"/><Relationship Id="rId99" Type="http://schemas.openxmlformats.org/officeDocument/2006/relationships/image" Target="../media/image85.png"/><Relationship Id="rId122" Type="http://schemas.openxmlformats.org/officeDocument/2006/relationships/customXml" Target="../ink/ink446.xml"/><Relationship Id="rId164" Type="http://schemas.openxmlformats.org/officeDocument/2006/relationships/customXml" Target="../ink/ink467.xml"/><Relationship Id="rId371" Type="http://schemas.openxmlformats.org/officeDocument/2006/relationships/customXml" Target="../ink/ink571.xml"/><Relationship Id="rId26" Type="http://schemas.openxmlformats.org/officeDocument/2006/relationships/customXml" Target="../ink/ink398.xml"/><Relationship Id="rId231" Type="http://schemas.openxmlformats.org/officeDocument/2006/relationships/image" Target="../media/image167.png"/><Relationship Id="rId273" Type="http://schemas.openxmlformats.org/officeDocument/2006/relationships/customXml" Target="../ink/ink522.xml"/><Relationship Id="rId329" Type="http://schemas.openxmlformats.org/officeDocument/2006/relationships/customXml" Target="../ink/ink550.xml"/><Relationship Id="rId68" Type="http://schemas.openxmlformats.org/officeDocument/2006/relationships/customXml" Target="../ink/ink419.xml"/><Relationship Id="rId133" Type="http://schemas.openxmlformats.org/officeDocument/2006/relationships/image" Target="../media/image102.png"/><Relationship Id="rId175" Type="http://schemas.openxmlformats.org/officeDocument/2006/relationships/image" Target="../media/image124.png"/><Relationship Id="rId340" Type="http://schemas.openxmlformats.org/officeDocument/2006/relationships/image" Target="../media/image421.png"/><Relationship Id="rId200" Type="http://schemas.openxmlformats.org/officeDocument/2006/relationships/customXml" Target="../ink/ink485.xml"/><Relationship Id="rId382" Type="http://schemas.openxmlformats.org/officeDocument/2006/relationships/image" Target="../media/image442.png"/><Relationship Id="rId242" Type="http://schemas.openxmlformats.org/officeDocument/2006/relationships/customXml" Target="../ink/ink506.xml"/><Relationship Id="rId284" Type="http://schemas.openxmlformats.org/officeDocument/2006/relationships/image" Target="../media/image393.png"/><Relationship Id="rId37" Type="http://schemas.openxmlformats.org/officeDocument/2006/relationships/image" Target="../media/image54.png"/><Relationship Id="rId79" Type="http://schemas.openxmlformats.org/officeDocument/2006/relationships/image" Target="../media/image75.png"/><Relationship Id="rId102" Type="http://schemas.openxmlformats.org/officeDocument/2006/relationships/customXml" Target="../ink/ink436.xml"/><Relationship Id="rId144" Type="http://schemas.openxmlformats.org/officeDocument/2006/relationships/customXml" Target="../ink/ink457.xml"/><Relationship Id="rId90" Type="http://schemas.openxmlformats.org/officeDocument/2006/relationships/customXml" Target="../ink/ink430.xml"/><Relationship Id="rId186" Type="http://schemas.openxmlformats.org/officeDocument/2006/relationships/customXml" Target="../ink/ink478.xml"/><Relationship Id="rId351" Type="http://schemas.openxmlformats.org/officeDocument/2006/relationships/customXml" Target="../ink/ink561.xml"/><Relationship Id="rId393" Type="http://schemas.openxmlformats.org/officeDocument/2006/relationships/customXml" Target="../ink/ink582.xml"/><Relationship Id="rId407" Type="http://schemas.openxmlformats.org/officeDocument/2006/relationships/customXml" Target="../ink/ink589.xml"/><Relationship Id="rId211" Type="http://schemas.openxmlformats.org/officeDocument/2006/relationships/image" Target="../media/image157.png"/><Relationship Id="rId253" Type="http://schemas.openxmlformats.org/officeDocument/2006/relationships/image" Target="../media/image255.png"/><Relationship Id="rId295" Type="http://schemas.openxmlformats.org/officeDocument/2006/relationships/customXml" Target="../ink/ink533.xml"/><Relationship Id="rId309" Type="http://schemas.openxmlformats.org/officeDocument/2006/relationships/customXml" Target="../ink/ink540.xml"/><Relationship Id="rId48" Type="http://schemas.openxmlformats.org/officeDocument/2006/relationships/customXml" Target="../ink/ink409.xml"/><Relationship Id="rId113" Type="http://schemas.openxmlformats.org/officeDocument/2006/relationships/image" Target="../media/image92.png"/><Relationship Id="rId320" Type="http://schemas.openxmlformats.org/officeDocument/2006/relationships/image" Target="../media/image411.png"/></Relationships>
</file>

<file path=ppt/slides/_rels/slide5.xml.rels><?xml version="1.0" encoding="UTF-8" standalone="yes"?>
<Relationships xmlns="http://schemas.openxmlformats.org/package/2006/relationships"><Relationship Id="rId299" Type="http://schemas.openxmlformats.org/officeDocument/2006/relationships/image" Target="../media/image185.png"/><Relationship Id="rId303" Type="http://schemas.openxmlformats.org/officeDocument/2006/relationships/image" Target="../media/image187.png"/><Relationship Id="rId324" Type="http://schemas.openxmlformats.org/officeDocument/2006/relationships/customXml" Target="../ink/ink617.xml"/><Relationship Id="rId345" Type="http://schemas.openxmlformats.org/officeDocument/2006/relationships/image" Target="../media/image208.png"/><Relationship Id="rId366" Type="http://schemas.openxmlformats.org/officeDocument/2006/relationships/customXml" Target="../ink/ink638.xml"/><Relationship Id="rId387" Type="http://schemas.openxmlformats.org/officeDocument/2006/relationships/image" Target="../media/image229.png"/><Relationship Id="rId412" Type="http://schemas.openxmlformats.org/officeDocument/2006/relationships/customXml" Target="../ink/ink661.xml"/><Relationship Id="rId433" Type="http://schemas.openxmlformats.org/officeDocument/2006/relationships/image" Target="../media/image474.png"/><Relationship Id="rId268" Type="http://schemas.openxmlformats.org/officeDocument/2006/relationships/image" Target="../media/image385.png"/><Relationship Id="rId289" Type="http://schemas.openxmlformats.org/officeDocument/2006/relationships/image" Target="../media/image180.png"/><Relationship Id="rId314" Type="http://schemas.openxmlformats.org/officeDocument/2006/relationships/customXml" Target="../ink/ink612.xml"/><Relationship Id="rId335" Type="http://schemas.openxmlformats.org/officeDocument/2006/relationships/image" Target="../media/image203.png"/><Relationship Id="rId356" Type="http://schemas.openxmlformats.org/officeDocument/2006/relationships/customXml" Target="../ink/ink633.xml"/><Relationship Id="rId377" Type="http://schemas.openxmlformats.org/officeDocument/2006/relationships/image" Target="../media/image224.png"/><Relationship Id="rId398" Type="http://schemas.openxmlformats.org/officeDocument/2006/relationships/customXml" Target="../ink/ink654.xml"/><Relationship Id="rId402" Type="http://schemas.openxmlformats.org/officeDocument/2006/relationships/customXml" Target="../ink/ink656.xml"/><Relationship Id="rId423" Type="http://schemas.openxmlformats.org/officeDocument/2006/relationships/image" Target="../media/image469.png"/><Relationship Id="rId290" Type="http://schemas.openxmlformats.org/officeDocument/2006/relationships/customXml" Target="../ink/ink600.xml"/><Relationship Id="rId304" Type="http://schemas.openxmlformats.org/officeDocument/2006/relationships/customXml" Target="../ink/ink607.xml"/><Relationship Id="rId325" Type="http://schemas.openxmlformats.org/officeDocument/2006/relationships/image" Target="../media/image198.png"/><Relationship Id="rId346" Type="http://schemas.openxmlformats.org/officeDocument/2006/relationships/customXml" Target="../ink/ink628.xml"/><Relationship Id="rId367" Type="http://schemas.openxmlformats.org/officeDocument/2006/relationships/image" Target="../media/image219.png"/><Relationship Id="rId388" Type="http://schemas.openxmlformats.org/officeDocument/2006/relationships/customXml" Target="../ink/ink649.xml"/><Relationship Id="rId413" Type="http://schemas.openxmlformats.org/officeDocument/2006/relationships/image" Target="../media/image464.png"/><Relationship Id="rId269" Type="http://schemas.openxmlformats.org/officeDocument/2006/relationships/customXml" Target="../ink/ink597.xml"/><Relationship Id="rId434" Type="http://schemas.openxmlformats.org/officeDocument/2006/relationships/customXml" Target="../ink/ink672.xml"/><Relationship Id="rId310" Type="http://schemas.openxmlformats.org/officeDocument/2006/relationships/customXml" Target="../ink/ink610.xml"/><Relationship Id="rId315" Type="http://schemas.openxmlformats.org/officeDocument/2006/relationships/image" Target="../media/image193.png"/><Relationship Id="rId336" Type="http://schemas.openxmlformats.org/officeDocument/2006/relationships/customXml" Target="../ink/ink623.xml"/><Relationship Id="rId357" Type="http://schemas.openxmlformats.org/officeDocument/2006/relationships/image" Target="../media/image214.png"/><Relationship Id="rId331" Type="http://schemas.openxmlformats.org/officeDocument/2006/relationships/image" Target="../media/image201.png"/><Relationship Id="rId352" Type="http://schemas.openxmlformats.org/officeDocument/2006/relationships/customXml" Target="../ink/ink631.xml"/><Relationship Id="rId373" Type="http://schemas.openxmlformats.org/officeDocument/2006/relationships/image" Target="../media/image222.png"/><Relationship Id="rId378" Type="http://schemas.openxmlformats.org/officeDocument/2006/relationships/customXml" Target="../ink/ink644.xml"/><Relationship Id="rId394" Type="http://schemas.openxmlformats.org/officeDocument/2006/relationships/customXml" Target="../ink/ink652.xml"/><Relationship Id="rId399" Type="http://schemas.openxmlformats.org/officeDocument/2006/relationships/image" Target="../media/image235.png"/><Relationship Id="rId403" Type="http://schemas.openxmlformats.org/officeDocument/2006/relationships/image" Target="../media/image237.png"/><Relationship Id="rId408" Type="http://schemas.openxmlformats.org/officeDocument/2006/relationships/customXml" Target="../ink/ink659.xml"/><Relationship Id="rId429" Type="http://schemas.openxmlformats.org/officeDocument/2006/relationships/image" Target="../media/image472.png"/><Relationship Id="rId1" Type="http://schemas.openxmlformats.org/officeDocument/2006/relationships/slideLayout" Target="../slideLayouts/slideLayout7.xml"/><Relationship Id="rId424" Type="http://schemas.openxmlformats.org/officeDocument/2006/relationships/customXml" Target="../ink/ink667.xml"/><Relationship Id="rId270" Type="http://schemas.openxmlformats.org/officeDocument/2006/relationships/image" Target="../media/image461.png"/><Relationship Id="rId291" Type="http://schemas.openxmlformats.org/officeDocument/2006/relationships/image" Target="../media/image181.png"/><Relationship Id="rId296" Type="http://schemas.openxmlformats.org/officeDocument/2006/relationships/customXml" Target="../ink/ink603.xml"/><Relationship Id="rId300" Type="http://schemas.openxmlformats.org/officeDocument/2006/relationships/customXml" Target="../ink/ink605.xml"/><Relationship Id="rId305" Type="http://schemas.openxmlformats.org/officeDocument/2006/relationships/image" Target="../media/image188.png"/><Relationship Id="rId326" Type="http://schemas.openxmlformats.org/officeDocument/2006/relationships/customXml" Target="../ink/ink618.xml"/><Relationship Id="rId347" Type="http://schemas.openxmlformats.org/officeDocument/2006/relationships/image" Target="../media/image209.png"/><Relationship Id="rId321" Type="http://schemas.openxmlformats.org/officeDocument/2006/relationships/image" Target="../media/image196.png"/><Relationship Id="rId342" Type="http://schemas.openxmlformats.org/officeDocument/2006/relationships/customXml" Target="../ink/ink626.xml"/><Relationship Id="rId363" Type="http://schemas.openxmlformats.org/officeDocument/2006/relationships/image" Target="../media/image217.png"/><Relationship Id="rId368" Type="http://schemas.openxmlformats.org/officeDocument/2006/relationships/customXml" Target="../ink/ink639.xml"/><Relationship Id="rId384" Type="http://schemas.openxmlformats.org/officeDocument/2006/relationships/customXml" Target="../ink/ink647.xml"/><Relationship Id="rId389" Type="http://schemas.openxmlformats.org/officeDocument/2006/relationships/image" Target="../media/image230.png"/><Relationship Id="rId419" Type="http://schemas.openxmlformats.org/officeDocument/2006/relationships/image" Target="../media/image467.png"/><Relationship Id="rId414" Type="http://schemas.openxmlformats.org/officeDocument/2006/relationships/customXml" Target="../ink/ink662.xml"/><Relationship Id="rId430" Type="http://schemas.openxmlformats.org/officeDocument/2006/relationships/customXml" Target="../ink/ink670.xml"/><Relationship Id="rId435" Type="http://schemas.openxmlformats.org/officeDocument/2006/relationships/image" Target="../media/image475.png"/><Relationship Id="rId316" Type="http://schemas.openxmlformats.org/officeDocument/2006/relationships/customXml" Target="../ink/ink613.xml"/><Relationship Id="rId337" Type="http://schemas.openxmlformats.org/officeDocument/2006/relationships/image" Target="../media/image204.png"/><Relationship Id="rId311" Type="http://schemas.openxmlformats.org/officeDocument/2006/relationships/image" Target="../media/image191.png"/><Relationship Id="rId332" Type="http://schemas.openxmlformats.org/officeDocument/2006/relationships/customXml" Target="../ink/ink621.xml"/><Relationship Id="rId353" Type="http://schemas.openxmlformats.org/officeDocument/2006/relationships/image" Target="../media/image212.png"/><Relationship Id="rId358" Type="http://schemas.openxmlformats.org/officeDocument/2006/relationships/customXml" Target="../ink/ink634.xml"/><Relationship Id="rId374" Type="http://schemas.openxmlformats.org/officeDocument/2006/relationships/customXml" Target="../ink/ink642.xml"/><Relationship Id="rId379" Type="http://schemas.openxmlformats.org/officeDocument/2006/relationships/image" Target="../media/image225.png"/><Relationship Id="rId395" Type="http://schemas.openxmlformats.org/officeDocument/2006/relationships/image" Target="../media/image233.png"/><Relationship Id="rId409" Type="http://schemas.openxmlformats.org/officeDocument/2006/relationships/image" Target="../media/image462.png"/><Relationship Id="rId390" Type="http://schemas.openxmlformats.org/officeDocument/2006/relationships/customXml" Target="../ink/ink650.xml"/><Relationship Id="rId404" Type="http://schemas.openxmlformats.org/officeDocument/2006/relationships/customXml" Target="../ink/ink657.xml"/><Relationship Id="rId420" Type="http://schemas.openxmlformats.org/officeDocument/2006/relationships/customXml" Target="../ink/ink665.xml"/><Relationship Id="rId425" Type="http://schemas.openxmlformats.org/officeDocument/2006/relationships/image" Target="../media/image470.png"/><Relationship Id="rId2" Type="http://schemas.openxmlformats.org/officeDocument/2006/relationships/customXml" Target="../ink/ink594.xml"/><Relationship Id="rId271" Type="http://schemas.openxmlformats.org/officeDocument/2006/relationships/customXml" Target="../ink/ink598.xml"/><Relationship Id="rId292" Type="http://schemas.openxmlformats.org/officeDocument/2006/relationships/customXml" Target="../ink/ink601.xml"/><Relationship Id="rId297" Type="http://schemas.openxmlformats.org/officeDocument/2006/relationships/image" Target="../media/image184.png"/><Relationship Id="rId306" Type="http://schemas.openxmlformats.org/officeDocument/2006/relationships/customXml" Target="../ink/ink608.xml"/><Relationship Id="rId301" Type="http://schemas.openxmlformats.org/officeDocument/2006/relationships/image" Target="../media/image186.png"/><Relationship Id="rId322" Type="http://schemas.openxmlformats.org/officeDocument/2006/relationships/customXml" Target="../ink/ink616.xml"/><Relationship Id="rId327" Type="http://schemas.openxmlformats.org/officeDocument/2006/relationships/image" Target="../media/image199.png"/><Relationship Id="rId343" Type="http://schemas.openxmlformats.org/officeDocument/2006/relationships/image" Target="../media/image207.png"/><Relationship Id="rId348" Type="http://schemas.openxmlformats.org/officeDocument/2006/relationships/customXml" Target="../ink/ink629.xml"/><Relationship Id="rId364" Type="http://schemas.openxmlformats.org/officeDocument/2006/relationships/customXml" Target="../ink/ink637.xml"/><Relationship Id="rId369" Type="http://schemas.openxmlformats.org/officeDocument/2006/relationships/image" Target="../media/image220.png"/><Relationship Id="rId380" Type="http://schemas.openxmlformats.org/officeDocument/2006/relationships/customXml" Target="../ink/ink645.xml"/><Relationship Id="rId385" Type="http://schemas.openxmlformats.org/officeDocument/2006/relationships/image" Target="../media/image228.png"/><Relationship Id="rId415" Type="http://schemas.openxmlformats.org/officeDocument/2006/relationships/image" Target="../media/image465.png"/><Relationship Id="rId436" Type="http://schemas.openxmlformats.org/officeDocument/2006/relationships/customXml" Target="../ink/ink673.xml"/><Relationship Id="rId287" Type="http://schemas.openxmlformats.org/officeDocument/2006/relationships/image" Target="../media/image179.png"/><Relationship Id="rId410" Type="http://schemas.openxmlformats.org/officeDocument/2006/relationships/customXml" Target="../ink/ink660.xml"/><Relationship Id="rId431" Type="http://schemas.openxmlformats.org/officeDocument/2006/relationships/image" Target="../media/image473.png"/><Relationship Id="rId312" Type="http://schemas.openxmlformats.org/officeDocument/2006/relationships/customXml" Target="../ink/ink611.xml"/><Relationship Id="rId317" Type="http://schemas.openxmlformats.org/officeDocument/2006/relationships/image" Target="../media/image194.png"/><Relationship Id="rId333" Type="http://schemas.openxmlformats.org/officeDocument/2006/relationships/image" Target="../media/image202.png"/><Relationship Id="rId338" Type="http://schemas.openxmlformats.org/officeDocument/2006/relationships/customXml" Target="../ink/ink624.xml"/><Relationship Id="rId354" Type="http://schemas.openxmlformats.org/officeDocument/2006/relationships/customXml" Target="../ink/ink632.xml"/><Relationship Id="rId359" Type="http://schemas.openxmlformats.org/officeDocument/2006/relationships/image" Target="../media/image215.png"/><Relationship Id="rId370" Type="http://schemas.openxmlformats.org/officeDocument/2006/relationships/customXml" Target="../ink/ink640.xml"/><Relationship Id="rId375" Type="http://schemas.openxmlformats.org/officeDocument/2006/relationships/image" Target="../media/image223.png"/><Relationship Id="rId391" Type="http://schemas.openxmlformats.org/officeDocument/2006/relationships/image" Target="../media/image231.png"/><Relationship Id="rId396" Type="http://schemas.openxmlformats.org/officeDocument/2006/relationships/customXml" Target="../ink/ink653.xml"/><Relationship Id="rId405" Type="http://schemas.openxmlformats.org/officeDocument/2006/relationships/image" Target="../media/image238.png"/><Relationship Id="rId426" Type="http://schemas.openxmlformats.org/officeDocument/2006/relationships/customXml" Target="../ink/ink668.xml"/><Relationship Id="rId3" Type="http://schemas.openxmlformats.org/officeDocument/2006/relationships/image" Target="../media/image460.png"/><Relationship Id="rId235" Type="http://schemas.openxmlformats.org/officeDocument/2006/relationships/image" Target="../media/image169.png"/><Relationship Id="rId298" Type="http://schemas.openxmlformats.org/officeDocument/2006/relationships/customXml" Target="../ink/ink604.xml"/><Relationship Id="rId400" Type="http://schemas.openxmlformats.org/officeDocument/2006/relationships/customXml" Target="../ink/ink655.xml"/><Relationship Id="rId421" Type="http://schemas.openxmlformats.org/officeDocument/2006/relationships/image" Target="../media/image468.png"/><Relationship Id="rId293" Type="http://schemas.openxmlformats.org/officeDocument/2006/relationships/image" Target="../media/image182.png"/><Relationship Id="rId302" Type="http://schemas.openxmlformats.org/officeDocument/2006/relationships/customXml" Target="../ink/ink606.xml"/><Relationship Id="rId307" Type="http://schemas.openxmlformats.org/officeDocument/2006/relationships/image" Target="../media/image189.png"/><Relationship Id="rId323" Type="http://schemas.openxmlformats.org/officeDocument/2006/relationships/image" Target="../media/image197.png"/><Relationship Id="rId328" Type="http://schemas.openxmlformats.org/officeDocument/2006/relationships/customXml" Target="../ink/ink619.xml"/><Relationship Id="rId344" Type="http://schemas.openxmlformats.org/officeDocument/2006/relationships/customXml" Target="../ink/ink627.xml"/><Relationship Id="rId349" Type="http://schemas.openxmlformats.org/officeDocument/2006/relationships/image" Target="../media/image210.png"/><Relationship Id="rId360" Type="http://schemas.openxmlformats.org/officeDocument/2006/relationships/customXml" Target="../ink/ink635.xml"/><Relationship Id="rId365" Type="http://schemas.openxmlformats.org/officeDocument/2006/relationships/image" Target="../media/image218.png"/><Relationship Id="rId381" Type="http://schemas.openxmlformats.org/officeDocument/2006/relationships/image" Target="../media/image226.png"/><Relationship Id="rId386" Type="http://schemas.openxmlformats.org/officeDocument/2006/relationships/customXml" Target="../ink/ink648.xml"/><Relationship Id="rId416" Type="http://schemas.openxmlformats.org/officeDocument/2006/relationships/customXml" Target="../ink/ink663.xml"/><Relationship Id="rId288" Type="http://schemas.openxmlformats.org/officeDocument/2006/relationships/customXml" Target="../ink/ink599.xml"/><Relationship Id="rId411" Type="http://schemas.openxmlformats.org/officeDocument/2006/relationships/image" Target="../media/image463.png"/><Relationship Id="rId432" Type="http://schemas.openxmlformats.org/officeDocument/2006/relationships/customXml" Target="../ink/ink671.xml"/><Relationship Id="rId437" Type="http://schemas.openxmlformats.org/officeDocument/2006/relationships/image" Target="../media/image476.png"/><Relationship Id="rId313" Type="http://schemas.openxmlformats.org/officeDocument/2006/relationships/image" Target="../media/image192.png"/><Relationship Id="rId318" Type="http://schemas.openxmlformats.org/officeDocument/2006/relationships/customXml" Target="../ink/ink614.xml"/><Relationship Id="rId339" Type="http://schemas.openxmlformats.org/officeDocument/2006/relationships/image" Target="../media/image205.png"/><Relationship Id="rId334" Type="http://schemas.openxmlformats.org/officeDocument/2006/relationships/customXml" Target="../ink/ink622.xml"/><Relationship Id="rId350" Type="http://schemas.openxmlformats.org/officeDocument/2006/relationships/customXml" Target="../ink/ink630.xml"/><Relationship Id="rId355" Type="http://schemas.openxmlformats.org/officeDocument/2006/relationships/image" Target="../media/image213.png"/><Relationship Id="rId371" Type="http://schemas.openxmlformats.org/officeDocument/2006/relationships/image" Target="../media/image221.png"/><Relationship Id="rId376" Type="http://schemas.openxmlformats.org/officeDocument/2006/relationships/customXml" Target="../ink/ink643.xml"/><Relationship Id="rId397" Type="http://schemas.openxmlformats.org/officeDocument/2006/relationships/image" Target="../media/image234.png"/><Relationship Id="rId406" Type="http://schemas.openxmlformats.org/officeDocument/2006/relationships/customXml" Target="../ink/ink658.xml"/><Relationship Id="rId4" Type="http://schemas.openxmlformats.org/officeDocument/2006/relationships/customXml" Target="../ink/ink595.xml"/><Relationship Id="rId236" Type="http://schemas.openxmlformats.org/officeDocument/2006/relationships/customXml" Target="../ink/ink596.xml"/><Relationship Id="rId392" Type="http://schemas.openxmlformats.org/officeDocument/2006/relationships/customXml" Target="../ink/ink651.xml"/><Relationship Id="rId401" Type="http://schemas.openxmlformats.org/officeDocument/2006/relationships/image" Target="../media/image236.png"/><Relationship Id="rId422" Type="http://schemas.openxmlformats.org/officeDocument/2006/relationships/customXml" Target="../ink/ink666.xml"/><Relationship Id="rId427" Type="http://schemas.openxmlformats.org/officeDocument/2006/relationships/image" Target="../media/image471.png"/><Relationship Id="rId294" Type="http://schemas.openxmlformats.org/officeDocument/2006/relationships/customXml" Target="../ink/ink602.xml"/><Relationship Id="rId308" Type="http://schemas.openxmlformats.org/officeDocument/2006/relationships/customXml" Target="../ink/ink609.xml"/><Relationship Id="rId329" Type="http://schemas.openxmlformats.org/officeDocument/2006/relationships/image" Target="../media/image200.png"/><Relationship Id="rId340" Type="http://schemas.openxmlformats.org/officeDocument/2006/relationships/customXml" Target="../ink/ink625.xml"/><Relationship Id="rId361" Type="http://schemas.openxmlformats.org/officeDocument/2006/relationships/image" Target="../media/image216.png"/><Relationship Id="rId382" Type="http://schemas.openxmlformats.org/officeDocument/2006/relationships/customXml" Target="../ink/ink646.xml"/><Relationship Id="rId417" Type="http://schemas.openxmlformats.org/officeDocument/2006/relationships/image" Target="../media/image466.png"/><Relationship Id="rId438" Type="http://schemas.openxmlformats.org/officeDocument/2006/relationships/customXml" Target="../ink/ink674.xml"/><Relationship Id="rId319" Type="http://schemas.openxmlformats.org/officeDocument/2006/relationships/image" Target="../media/image195.png"/><Relationship Id="rId330" Type="http://schemas.openxmlformats.org/officeDocument/2006/relationships/customXml" Target="../ink/ink620.xml"/><Relationship Id="rId351" Type="http://schemas.openxmlformats.org/officeDocument/2006/relationships/image" Target="../media/image211.png"/><Relationship Id="rId372" Type="http://schemas.openxmlformats.org/officeDocument/2006/relationships/customXml" Target="../ink/ink641.xml"/><Relationship Id="rId393" Type="http://schemas.openxmlformats.org/officeDocument/2006/relationships/image" Target="../media/image232.png"/><Relationship Id="rId407" Type="http://schemas.openxmlformats.org/officeDocument/2006/relationships/image" Target="../media/image239.png"/><Relationship Id="rId428" Type="http://schemas.openxmlformats.org/officeDocument/2006/relationships/customXml" Target="../ink/ink669.xml"/><Relationship Id="rId295" Type="http://schemas.openxmlformats.org/officeDocument/2006/relationships/image" Target="../media/image183.png"/><Relationship Id="rId309" Type="http://schemas.openxmlformats.org/officeDocument/2006/relationships/image" Target="../media/image190.png"/><Relationship Id="rId320" Type="http://schemas.openxmlformats.org/officeDocument/2006/relationships/customXml" Target="../ink/ink615.xml"/><Relationship Id="rId341" Type="http://schemas.openxmlformats.org/officeDocument/2006/relationships/image" Target="../media/image206.png"/><Relationship Id="rId362" Type="http://schemas.openxmlformats.org/officeDocument/2006/relationships/customXml" Target="../ink/ink636.xml"/><Relationship Id="rId383" Type="http://schemas.openxmlformats.org/officeDocument/2006/relationships/image" Target="../media/image227.png"/><Relationship Id="rId418" Type="http://schemas.openxmlformats.org/officeDocument/2006/relationships/customXml" Target="../ink/ink664.xml"/><Relationship Id="rId439" Type="http://schemas.openxmlformats.org/officeDocument/2006/relationships/image" Target="../media/image47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80073F-9F10-D614-A3C0-CEE21C6F59F5}"/>
              </a:ext>
            </a:extLst>
          </p:cNvPr>
          <p:cNvSpPr txBox="1"/>
          <p:nvPr/>
        </p:nvSpPr>
        <p:spPr>
          <a:xfrm>
            <a:off x="923925" y="582216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ArrayToIndex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(uvec3 loc)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 = WIDTH;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h = HEIGHT;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w * 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loc.y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h *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loc.z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MaxLocation-1)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npos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E7F29-A06F-E56D-4C76-43149F47D8F0}"/>
              </a:ext>
            </a:extLst>
          </p:cNvPr>
          <p:cNvSpPr txBox="1"/>
          <p:nvPr/>
        </p:nvSpPr>
        <p:spPr>
          <a:xfrm>
            <a:off x="7277100" y="582216"/>
            <a:ext cx="30194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WIDTH and HEIGHT must be equal to the highest number cell location. </a:t>
            </a:r>
          </a:p>
          <a:p>
            <a:endParaRPr lang="en-US" dirty="0"/>
          </a:p>
          <a:p>
            <a:r>
              <a:rPr lang="en-US" dirty="0"/>
              <a:t>So, a particle located in the last cell&lt;3,3,3&gt;  will have a HEIGHT,WIDTH of 4,4.</a:t>
            </a:r>
          </a:p>
          <a:p>
            <a:endParaRPr lang="en-US" dirty="0"/>
          </a:p>
          <a:p>
            <a:r>
              <a:rPr lang="en-US" dirty="0"/>
              <a:t>That is because the cell range is &lt;0,0,0&gt; to &lt;3,3,3&gt;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3AA59-EA27-489D-8B54-867BBCB7372B}"/>
              </a:ext>
            </a:extLst>
          </p:cNvPr>
          <p:cNvGrpSpPr/>
          <p:nvPr/>
        </p:nvGrpSpPr>
        <p:grpSpPr>
          <a:xfrm>
            <a:off x="1243560" y="3858030"/>
            <a:ext cx="817200" cy="539280"/>
            <a:chOff x="1243560" y="3858030"/>
            <a:chExt cx="81720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99CF46-3272-C559-EF57-D7ABEC36DB20}"/>
                    </a:ext>
                  </a:extLst>
                </p14:cNvPr>
                <p14:cNvContentPartPr/>
                <p14:nvPr/>
              </p14:nvContentPartPr>
              <p14:xfrm>
                <a:off x="1529400" y="4050270"/>
                <a:ext cx="54000" cy="171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99CF46-3272-C559-EF57-D7ABEC36DB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5080" y="4045950"/>
                  <a:ext cx="62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1074EB-8BAF-A8DB-A01B-A210F9F657F5}"/>
                    </a:ext>
                  </a:extLst>
                </p14:cNvPr>
                <p14:cNvContentPartPr/>
                <p14:nvPr/>
              </p14:nvContentPartPr>
              <p14:xfrm>
                <a:off x="1665480" y="4232070"/>
                <a:ext cx="24840" cy="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1074EB-8BAF-A8DB-A01B-A210F9F657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1160" y="4227750"/>
                  <a:ext cx="334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88E5DB-BEDD-1FA0-F577-6D7EEB50730F}"/>
                    </a:ext>
                  </a:extLst>
                </p14:cNvPr>
                <p14:cNvContentPartPr/>
                <p14:nvPr/>
              </p14:nvContentPartPr>
              <p14:xfrm>
                <a:off x="1754040" y="4116510"/>
                <a:ext cx="197640" cy="123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88E5DB-BEDD-1FA0-F577-6D7EEB5073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9720" y="4112190"/>
                  <a:ext cx="206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C8F6BE-7280-5660-62C3-B36379F2C265}"/>
                    </a:ext>
                  </a:extLst>
                </p14:cNvPr>
                <p14:cNvContentPartPr/>
                <p14:nvPr/>
              </p14:nvContentPartPr>
              <p14:xfrm>
                <a:off x="1243560" y="3858030"/>
                <a:ext cx="239400" cy="48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C8F6BE-7280-5660-62C3-B36379F2C2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9240" y="3853710"/>
                  <a:ext cx="2480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6E4244-FBDF-E8F8-0CDB-3BA2A9A9C966}"/>
                    </a:ext>
                  </a:extLst>
                </p14:cNvPr>
                <p14:cNvContentPartPr/>
                <p14:nvPr/>
              </p14:nvContentPartPr>
              <p14:xfrm>
                <a:off x="2010000" y="4297950"/>
                <a:ext cx="50760" cy="9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6E4244-FBDF-E8F8-0CDB-3BA2A9A9C9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5680" y="4293630"/>
                  <a:ext cx="594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999272-0CDE-43E2-F2A0-A099090C3E9F}"/>
              </a:ext>
            </a:extLst>
          </p:cNvPr>
          <p:cNvGrpSpPr/>
          <p:nvPr/>
        </p:nvGrpSpPr>
        <p:grpSpPr>
          <a:xfrm>
            <a:off x="3575640" y="3928950"/>
            <a:ext cx="882720" cy="486000"/>
            <a:chOff x="3575640" y="3928950"/>
            <a:chExt cx="8827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B6ED1A-D2F6-DCF8-5FC8-4B94E74912FA}"/>
                    </a:ext>
                  </a:extLst>
                </p14:cNvPr>
                <p14:cNvContentPartPr/>
                <p14:nvPr/>
              </p14:nvContentPartPr>
              <p14:xfrm>
                <a:off x="3575640" y="4120470"/>
                <a:ext cx="56880" cy="18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B6ED1A-D2F6-DCF8-5FC8-4B94E74912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1320" y="4116150"/>
                  <a:ext cx="6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5729D0-7B76-7EEC-15F6-6297B42FE813}"/>
                    </a:ext>
                  </a:extLst>
                </p14:cNvPr>
                <p14:cNvContentPartPr/>
                <p14:nvPr/>
              </p14:nvContentPartPr>
              <p14:xfrm>
                <a:off x="3761760" y="4273110"/>
                <a:ext cx="4680" cy="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5729D0-7B76-7EEC-15F6-6297B42FE8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57440" y="4268790"/>
                  <a:ext cx="133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D2AE48-D617-00F4-EF05-762DD95416BD}"/>
                    </a:ext>
                  </a:extLst>
                </p14:cNvPr>
                <p14:cNvContentPartPr/>
                <p14:nvPr/>
              </p14:nvContentPartPr>
              <p14:xfrm>
                <a:off x="3877680" y="4119750"/>
                <a:ext cx="221400" cy="13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D2AE48-D617-00F4-EF05-762DD95416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3360" y="4115430"/>
                  <a:ext cx="230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1E7412-7F25-0233-E2F8-29E5C3CE40AD}"/>
                    </a:ext>
                  </a:extLst>
                </p14:cNvPr>
                <p14:cNvContentPartPr/>
                <p14:nvPr/>
              </p14:nvContentPartPr>
              <p14:xfrm>
                <a:off x="4094040" y="3928950"/>
                <a:ext cx="364320" cy="48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1E7412-7F25-0233-E2F8-29E5C3CE40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89720" y="3924630"/>
                  <a:ext cx="37296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986AED2-FDB8-685E-C185-68355D97759A}"/>
              </a:ext>
            </a:extLst>
          </p:cNvPr>
          <p:cNvGrpSpPr/>
          <p:nvPr/>
        </p:nvGrpSpPr>
        <p:grpSpPr>
          <a:xfrm>
            <a:off x="2417160" y="3987270"/>
            <a:ext cx="724320" cy="414720"/>
            <a:chOff x="2417160" y="3987270"/>
            <a:chExt cx="72432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BAA8C2-C26E-55C2-B9FE-4F95FA9D9AA2}"/>
                    </a:ext>
                  </a:extLst>
                </p14:cNvPr>
                <p14:cNvContentPartPr/>
                <p14:nvPr/>
              </p14:nvContentPartPr>
              <p14:xfrm>
                <a:off x="3076680" y="3987270"/>
                <a:ext cx="24480" cy="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BAA8C2-C26E-55C2-B9FE-4F95FA9D9A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72360" y="3982950"/>
                  <a:ext cx="331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CD8725-4350-4DB4-C3E0-167E765FA1DD}"/>
                    </a:ext>
                  </a:extLst>
                </p14:cNvPr>
                <p14:cNvContentPartPr/>
                <p14:nvPr/>
              </p14:nvContentPartPr>
              <p14:xfrm>
                <a:off x="2417160" y="4131630"/>
                <a:ext cx="78480" cy="18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CD8725-4350-4DB4-C3E0-167E765FA1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12840" y="4127310"/>
                  <a:ext cx="87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2AC2FA-5D1F-3846-CF27-3A62ECF13FF4}"/>
                    </a:ext>
                  </a:extLst>
                </p14:cNvPr>
                <p14:cNvContentPartPr/>
                <p14:nvPr/>
              </p14:nvContentPartPr>
              <p14:xfrm>
                <a:off x="2529840" y="4258350"/>
                <a:ext cx="43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2AC2FA-5D1F-3846-CF27-3A62ECF13F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25520" y="4254030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70B4D6-9B3F-5EA8-6A01-84687DF5B511}"/>
                    </a:ext>
                  </a:extLst>
                </p14:cNvPr>
                <p14:cNvContentPartPr/>
                <p14:nvPr/>
              </p14:nvContentPartPr>
              <p14:xfrm>
                <a:off x="2515800" y="4200030"/>
                <a:ext cx="74160" cy="8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70B4D6-9B3F-5EA8-6A01-84687DF5B5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480" y="4195710"/>
                  <a:ext cx="82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3774F0-583E-CBBE-F50C-62E28DFFD92E}"/>
                    </a:ext>
                  </a:extLst>
                </p14:cNvPr>
                <p14:cNvContentPartPr/>
                <p14:nvPr/>
              </p14:nvContentPartPr>
              <p14:xfrm>
                <a:off x="3101520" y="4281750"/>
                <a:ext cx="39960" cy="11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3774F0-583E-CBBE-F50C-62E28DFFD9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7200" y="4277430"/>
                  <a:ext cx="48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EB3553-7B23-2724-D112-1B8126F484E1}"/>
                    </a:ext>
                  </a:extLst>
                </p14:cNvPr>
                <p14:cNvContentPartPr/>
                <p14:nvPr/>
              </p14:nvContentPartPr>
              <p14:xfrm>
                <a:off x="2650440" y="4068270"/>
                <a:ext cx="120240" cy="12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EB3553-7B23-2724-D112-1B8126F484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6120" y="4063950"/>
                  <a:ext cx="128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ED63B6-7A21-9B72-5FB9-B3E23670EFFF}"/>
                    </a:ext>
                  </a:extLst>
                </p14:cNvPr>
                <p14:cNvContentPartPr/>
                <p14:nvPr/>
              </p14:nvContentPartPr>
              <p14:xfrm>
                <a:off x="2700840" y="4077270"/>
                <a:ext cx="94680" cy="252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ED63B6-7A21-9B72-5FB9-B3E23670EF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6520" y="4072950"/>
                  <a:ext cx="103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69E9AD-D11E-43FA-46F6-5BD28AA248ED}"/>
                    </a:ext>
                  </a:extLst>
                </p14:cNvPr>
                <p14:cNvContentPartPr/>
                <p14:nvPr/>
              </p14:nvContentPartPr>
              <p14:xfrm>
                <a:off x="2736480" y="4137030"/>
                <a:ext cx="201960" cy="264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69E9AD-D11E-43FA-46F6-5BD28AA248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2160" y="4132710"/>
                  <a:ext cx="2106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A47EC1-7681-A207-7651-322D8B8C9D5F}"/>
              </a:ext>
            </a:extLst>
          </p:cNvPr>
          <p:cNvGrpSpPr/>
          <p:nvPr/>
        </p:nvGrpSpPr>
        <p:grpSpPr>
          <a:xfrm>
            <a:off x="660720" y="4016430"/>
            <a:ext cx="328320" cy="182520"/>
            <a:chOff x="660720" y="4016430"/>
            <a:chExt cx="32832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59341FA-3EF7-7C05-E6A1-0150408A3178}"/>
                    </a:ext>
                  </a:extLst>
                </p14:cNvPr>
                <p14:cNvContentPartPr/>
                <p14:nvPr/>
              </p14:nvContentPartPr>
              <p14:xfrm>
                <a:off x="752160" y="4076910"/>
                <a:ext cx="27720" cy="12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59341FA-3EF7-7C05-E6A1-0150408A31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7840" y="4072590"/>
                  <a:ext cx="36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4AE89E-4C77-DA6F-898E-9CF0F3E03C57}"/>
                    </a:ext>
                  </a:extLst>
                </p14:cNvPr>
                <p14:cNvContentPartPr/>
                <p14:nvPr/>
              </p14:nvContentPartPr>
              <p14:xfrm>
                <a:off x="660720" y="4016430"/>
                <a:ext cx="328320" cy="22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4AE89E-4C77-DA6F-898E-9CF0F3E03C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6400" y="4012110"/>
                  <a:ext cx="336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BA5FEB-BE04-5B36-A33F-3BCEA301FD24}"/>
              </a:ext>
            </a:extLst>
          </p:cNvPr>
          <p:cNvGrpSpPr/>
          <p:nvPr/>
        </p:nvGrpSpPr>
        <p:grpSpPr>
          <a:xfrm>
            <a:off x="640560" y="4553910"/>
            <a:ext cx="280080" cy="314640"/>
            <a:chOff x="640560" y="4553910"/>
            <a:chExt cx="28008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42C65B-4E8A-249E-6762-65007BE1E6A0}"/>
                    </a:ext>
                  </a:extLst>
                </p14:cNvPr>
                <p14:cNvContentPartPr/>
                <p14:nvPr/>
              </p14:nvContentPartPr>
              <p14:xfrm>
                <a:off x="640560" y="4553910"/>
                <a:ext cx="232920" cy="314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42C65B-4E8A-249E-6762-65007BE1E6A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6240" y="4549590"/>
                  <a:ext cx="2415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DEB718-961D-FCDE-8F46-5B551A9BDE5F}"/>
                    </a:ext>
                  </a:extLst>
                </p14:cNvPr>
                <p14:cNvContentPartPr/>
                <p14:nvPr/>
              </p14:nvContentPartPr>
              <p14:xfrm>
                <a:off x="660360" y="4697550"/>
                <a:ext cx="260280" cy="15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DEB718-961D-FCDE-8F46-5B551A9BDE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6040" y="4693230"/>
                  <a:ext cx="26892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37DCA48-DD21-DFD0-10C6-7C9EE733664D}"/>
                  </a:ext>
                </a:extLst>
              </p14:cNvPr>
              <p14:cNvContentPartPr/>
              <p14:nvPr/>
            </p14:nvContentPartPr>
            <p14:xfrm>
              <a:off x="1178040" y="4689630"/>
              <a:ext cx="244440" cy="411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37DCA48-DD21-DFD0-10C6-7C9EE733664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73720" y="4685310"/>
                <a:ext cx="25308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0DB049EF-EADE-7CBA-F022-093BDA3D5F38}"/>
              </a:ext>
            </a:extLst>
          </p:cNvPr>
          <p:cNvGrpSpPr/>
          <p:nvPr/>
        </p:nvGrpSpPr>
        <p:grpSpPr>
          <a:xfrm>
            <a:off x="1625160" y="4774230"/>
            <a:ext cx="504720" cy="374760"/>
            <a:chOff x="1625160" y="4774230"/>
            <a:chExt cx="5047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DE34EA-2290-30D2-1CEF-2761001867A3}"/>
                    </a:ext>
                  </a:extLst>
                </p14:cNvPr>
                <p14:cNvContentPartPr/>
                <p14:nvPr/>
              </p14:nvContentPartPr>
              <p14:xfrm>
                <a:off x="1625160" y="4774230"/>
                <a:ext cx="97200" cy="241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DE34EA-2290-30D2-1CEF-2761001867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0840" y="4769910"/>
                  <a:ext cx="105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E9DA0CD-B054-AD9A-4183-A3D634D339CE}"/>
                    </a:ext>
                  </a:extLst>
                </p14:cNvPr>
                <p14:cNvContentPartPr/>
                <p14:nvPr/>
              </p14:nvContentPartPr>
              <p14:xfrm>
                <a:off x="1700760" y="4985190"/>
                <a:ext cx="27720" cy="4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E9DA0CD-B054-AD9A-4183-A3D634D339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440" y="4980870"/>
                  <a:ext cx="36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81155D-C186-1289-9F42-6EB7EACA696B}"/>
                    </a:ext>
                  </a:extLst>
                </p14:cNvPr>
                <p14:cNvContentPartPr/>
                <p14:nvPr/>
              </p14:nvContentPartPr>
              <p14:xfrm>
                <a:off x="1812720" y="4859550"/>
                <a:ext cx="190080" cy="135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81155D-C186-1289-9F42-6EB7EACA69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08400" y="4855230"/>
                  <a:ext cx="198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3CEC8C-6124-B850-210D-F838ADBB53BB}"/>
                    </a:ext>
                  </a:extLst>
                </p14:cNvPr>
                <p14:cNvContentPartPr/>
                <p14:nvPr/>
              </p14:nvContentPartPr>
              <p14:xfrm>
                <a:off x="2069400" y="5035590"/>
                <a:ext cx="60480" cy="11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3CEC8C-6124-B850-210D-F838ADBB53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65080" y="5031270"/>
                  <a:ext cx="691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51BD063-A04F-6588-55D9-9EE77D75B0E5}"/>
              </a:ext>
            </a:extLst>
          </p:cNvPr>
          <p:cNvGrpSpPr/>
          <p:nvPr/>
        </p:nvGrpSpPr>
        <p:grpSpPr>
          <a:xfrm>
            <a:off x="2420400" y="4835430"/>
            <a:ext cx="691200" cy="279000"/>
            <a:chOff x="2420400" y="4835430"/>
            <a:chExt cx="69120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FA31FC-96E2-EDEB-44E4-C3461D35A9BC}"/>
                    </a:ext>
                  </a:extLst>
                </p14:cNvPr>
                <p14:cNvContentPartPr/>
                <p14:nvPr/>
              </p14:nvContentPartPr>
              <p14:xfrm>
                <a:off x="2420400" y="4877190"/>
                <a:ext cx="44640" cy="15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FA31FC-96E2-EDEB-44E4-C3461D35A9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6080" y="4872870"/>
                  <a:ext cx="53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135D18-1659-26B0-A7DF-672944602464}"/>
                    </a:ext>
                  </a:extLst>
                </p14:cNvPr>
                <p14:cNvContentPartPr/>
                <p14:nvPr/>
              </p14:nvContentPartPr>
              <p14:xfrm>
                <a:off x="2541360" y="5019030"/>
                <a:ext cx="21960" cy="21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135D18-1659-26B0-A7DF-6729446024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37040" y="5014710"/>
                  <a:ext cx="30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334475-BDCD-2F1D-DA7A-34AF27BFCA3E}"/>
                    </a:ext>
                  </a:extLst>
                </p14:cNvPr>
                <p14:cNvContentPartPr/>
                <p14:nvPr/>
              </p14:nvContentPartPr>
              <p14:xfrm>
                <a:off x="2664840" y="4874310"/>
                <a:ext cx="147240" cy="13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334475-BDCD-2F1D-DA7A-34AF27BFCA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60520" y="4869990"/>
                  <a:ext cx="155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F50E35-D534-5693-85C6-8D727F5DCB9D}"/>
                    </a:ext>
                  </a:extLst>
                </p14:cNvPr>
                <p14:cNvContentPartPr/>
                <p14:nvPr/>
              </p14:nvContentPartPr>
              <p14:xfrm>
                <a:off x="2569080" y="4835430"/>
                <a:ext cx="384480" cy="20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F50E35-D534-5693-85C6-8D727F5DCB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64760" y="4831110"/>
                  <a:ext cx="393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5F3A4F7-3550-60C5-B30C-88CE16FF8458}"/>
                    </a:ext>
                  </a:extLst>
                </p14:cNvPr>
                <p14:cNvContentPartPr/>
                <p14:nvPr/>
              </p14:nvContentPartPr>
              <p14:xfrm>
                <a:off x="3042480" y="4979430"/>
                <a:ext cx="69120" cy="135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5F3A4F7-3550-60C5-B30C-88CE16FF84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38160" y="4975110"/>
                  <a:ext cx="77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7BBE922-8153-BD7D-385E-D3A3819C1C45}"/>
              </a:ext>
            </a:extLst>
          </p:cNvPr>
          <p:cNvGrpSpPr/>
          <p:nvPr/>
        </p:nvGrpSpPr>
        <p:grpSpPr>
          <a:xfrm>
            <a:off x="3433080" y="4815270"/>
            <a:ext cx="787680" cy="231480"/>
            <a:chOff x="3433080" y="4815270"/>
            <a:chExt cx="78768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5F2E20-9AA2-255D-60F5-8C589B68BD97}"/>
                    </a:ext>
                  </a:extLst>
                </p14:cNvPr>
                <p14:cNvContentPartPr/>
                <p14:nvPr/>
              </p14:nvContentPartPr>
              <p14:xfrm>
                <a:off x="3433080" y="4848750"/>
                <a:ext cx="33480" cy="156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5F2E20-9AA2-255D-60F5-8C589B68BD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28760" y="4844430"/>
                  <a:ext cx="42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792180-EF7D-DB0D-E5B6-DCF4D17C8ABD}"/>
                    </a:ext>
                  </a:extLst>
                </p14:cNvPr>
                <p14:cNvContentPartPr/>
                <p14:nvPr/>
              </p14:nvContentPartPr>
              <p14:xfrm>
                <a:off x="3581400" y="4998150"/>
                <a:ext cx="28800" cy="35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792180-EF7D-DB0D-E5B6-DCF4D17C8A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7080" y="4993830"/>
                  <a:ext cx="37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92A069-A8A2-D593-71EC-1ED56901929B}"/>
                    </a:ext>
                  </a:extLst>
                </p14:cNvPr>
                <p14:cNvContentPartPr/>
                <p14:nvPr/>
              </p14:nvContentPartPr>
              <p14:xfrm>
                <a:off x="3711000" y="4845510"/>
                <a:ext cx="174240" cy="93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92A069-A8A2-D593-71EC-1ED5690192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06680" y="4841190"/>
                  <a:ext cx="18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157C77-F67D-269E-5DAE-7A40B7AA61C4}"/>
                    </a:ext>
                  </a:extLst>
                </p14:cNvPr>
                <p14:cNvContentPartPr/>
                <p14:nvPr/>
              </p14:nvContentPartPr>
              <p14:xfrm>
                <a:off x="3832320" y="4815270"/>
                <a:ext cx="81720" cy="21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157C77-F67D-269E-5DAE-7A40B7AA61C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28000" y="4810950"/>
                  <a:ext cx="903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ABE7ED-0BF0-C08C-32D3-29E49B3FC44B}"/>
                    </a:ext>
                  </a:extLst>
                </p14:cNvPr>
                <p14:cNvContentPartPr/>
                <p14:nvPr/>
              </p14:nvContentPartPr>
              <p14:xfrm>
                <a:off x="3972000" y="4826790"/>
                <a:ext cx="248760" cy="219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ABE7ED-0BF0-C08C-32D3-29E49B3FC4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67680" y="4822470"/>
                  <a:ext cx="257400" cy="22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13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B425F8-E350-6CB8-BB62-A61A82CA13E7}"/>
              </a:ext>
            </a:extLst>
          </p:cNvPr>
          <p:cNvSpPr txBox="1"/>
          <p:nvPr/>
        </p:nvSpPr>
        <p:spPr>
          <a:xfrm>
            <a:off x="971550" y="1114425"/>
            <a:ext cx="48577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Steps: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Generate data sets 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PQB,PQBR,PQBS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Run particleD.exe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perfdataPQB.csv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*.D.csv report files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Header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PQBTablePerfAllDiag.cfg</a:t>
            </a:r>
            <a:r>
              <a:rPr lang="en-US" dirty="0"/>
              <a:t> 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perf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Runs in verification mode (</a:t>
            </a:r>
            <a:r>
              <a:rPr lang="en-US" dirty="0" err="1"/>
              <a:t>cfg.mode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Produces a </a:t>
            </a:r>
            <a:r>
              <a:rPr lang="en-US" dirty="0" err="1"/>
              <a:t>repor</a:t>
            </a:r>
            <a:r>
              <a:rPr lang="en-US" dirty="0"/>
              <a:t> of all </a:t>
            </a:r>
            <a:r>
              <a:rPr lang="en-US" dirty="0" err="1"/>
              <a:t>unmatch</a:t>
            </a:r>
            <a:r>
              <a:rPr lang="en-US" dirty="0"/>
              <a:t> parameters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ParticleR.exe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Generates *.D.csv report files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lvl="1"/>
            <a:r>
              <a:rPr lang="en-US" dirty="0"/>
              <a:t>	</a:t>
            </a:r>
          </a:p>
          <a:p>
            <a:pPr marL="400050" indent="-4000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2F08231F-EBCD-3E30-6166-AC0555B011FF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FE9EDC1-D2CF-3EBE-559C-DA9F01A84868}"/>
              </a:ext>
            </a:extLst>
          </p:cNvPr>
          <p:cNvCxnSpPr>
            <a:stCxn id="113" idx="1"/>
            <a:endCxn id="113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B9DF311-134E-D345-D981-F1206F6A5104}"/>
              </a:ext>
            </a:extLst>
          </p:cNvPr>
          <p:cNvCxnSpPr>
            <a:stCxn id="113" idx="0"/>
            <a:endCxn id="113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20D583DC-7772-6B39-4C96-76A1D4F8651A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31BC201-197B-D16C-7DCE-F69FFED36FEF}"/>
              </a:ext>
            </a:extLst>
          </p:cNvPr>
          <p:cNvSpPr/>
          <p:nvPr/>
        </p:nvSpPr>
        <p:spPr>
          <a:xfrm>
            <a:off x="276225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526C799-FF42-8B94-A14B-C273176E04C5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C4FD88F-F881-7C50-A75C-697D67B8FFCD}"/>
              </a:ext>
            </a:extLst>
          </p:cNvPr>
          <p:cNvCxnSpPr>
            <a:cxnSpLocks/>
          </p:cNvCxnSpPr>
          <p:nvPr/>
        </p:nvCxnSpPr>
        <p:spPr>
          <a:xfrm>
            <a:off x="3686175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BA17113-A76E-82BB-708D-13A848D3F8DB}"/>
                  </a:ext>
                </a:extLst>
              </p14:cNvPr>
              <p14:cNvContentPartPr/>
              <p14:nvPr/>
            </p14:nvContentPartPr>
            <p14:xfrm>
              <a:off x="5273400" y="6239430"/>
              <a:ext cx="145440" cy="40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BA17113-A76E-82BB-708D-13A848D3F8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080" y="6235110"/>
                <a:ext cx="1540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286A50B-DBD3-9A06-FB45-86CCB7E954EB}"/>
              </a:ext>
            </a:extLst>
          </p:cNvPr>
          <p:cNvGrpSpPr/>
          <p:nvPr/>
        </p:nvGrpSpPr>
        <p:grpSpPr>
          <a:xfrm>
            <a:off x="2258040" y="416430"/>
            <a:ext cx="751680" cy="194400"/>
            <a:chOff x="2258040" y="416430"/>
            <a:chExt cx="7516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D97E026-9519-6218-587E-2FBA8DF1ECD6}"/>
                    </a:ext>
                  </a:extLst>
                </p14:cNvPr>
                <p14:cNvContentPartPr/>
                <p14:nvPr/>
              </p14:nvContentPartPr>
              <p14:xfrm>
                <a:off x="2258040" y="469710"/>
                <a:ext cx="177480" cy="138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D97E026-9519-6218-587E-2FBA8DF1EC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720" y="465390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DE6EB9F-B1F2-33B6-BCD4-FDD87DA1D208}"/>
                    </a:ext>
                  </a:extLst>
                </p14:cNvPr>
                <p14:cNvContentPartPr/>
                <p14:nvPr/>
              </p14:nvContentPartPr>
              <p14:xfrm>
                <a:off x="2516160" y="560070"/>
                <a:ext cx="30240" cy="50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DE6EB9F-B1F2-33B6-BCD4-FDD87DA1D2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1840" y="555750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CEC7EA-C58C-CAB1-C472-9AA9947B01D4}"/>
                    </a:ext>
                  </a:extLst>
                </p14:cNvPr>
                <p14:cNvContentPartPr/>
                <p14:nvPr/>
              </p14:nvContentPartPr>
              <p14:xfrm>
                <a:off x="2610840" y="504270"/>
                <a:ext cx="116640" cy="104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CEC7EA-C58C-CAB1-C472-9AA9947B01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6520" y="499950"/>
                  <a:ext cx="125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2C6C07C-0E16-2C46-C0C8-6A9272EF3EB8}"/>
                    </a:ext>
                  </a:extLst>
                </p14:cNvPr>
                <p14:cNvContentPartPr/>
                <p14:nvPr/>
              </p14:nvContentPartPr>
              <p14:xfrm>
                <a:off x="2735040" y="416430"/>
                <a:ext cx="274680" cy="36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2C6C07C-0E16-2C46-C0C8-6A9272EF3E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0720" y="412110"/>
                  <a:ext cx="2833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00B2F1B-A619-4DB9-C6FB-A7FD7B70362A}"/>
                  </a:ext>
                </a:extLst>
              </p14:cNvPr>
              <p14:cNvContentPartPr/>
              <p14:nvPr/>
            </p14:nvContentPartPr>
            <p14:xfrm>
              <a:off x="5166120" y="453150"/>
              <a:ext cx="38520" cy="1684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00B2F1B-A619-4DB9-C6FB-A7FD7B7036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1800" y="448830"/>
                <a:ext cx="47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94E0A1D-BB4B-C736-FB52-2B51189A4466}"/>
              </a:ext>
            </a:extLst>
          </p:cNvPr>
          <p:cNvGrpSpPr/>
          <p:nvPr/>
        </p:nvGrpSpPr>
        <p:grpSpPr>
          <a:xfrm>
            <a:off x="7748400" y="420390"/>
            <a:ext cx="465120" cy="220680"/>
            <a:chOff x="7748400" y="420390"/>
            <a:chExt cx="4651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AA2F84-B4D4-BDCE-6E9A-719D195B90B6}"/>
                    </a:ext>
                  </a:extLst>
                </p14:cNvPr>
                <p14:cNvContentPartPr/>
                <p14:nvPr/>
              </p14:nvContentPartPr>
              <p14:xfrm>
                <a:off x="7748400" y="503550"/>
                <a:ext cx="34200" cy="116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AA2F84-B4D4-BDCE-6E9A-719D195B90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4080" y="499230"/>
                  <a:ext cx="42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938C6C-AF84-ED51-E470-5DE99B53BE31}"/>
                    </a:ext>
                  </a:extLst>
                </p14:cNvPr>
                <p14:cNvContentPartPr/>
                <p14:nvPr/>
              </p14:nvContentPartPr>
              <p14:xfrm>
                <a:off x="7834440" y="581670"/>
                <a:ext cx="41760" cy="59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938C6C-AF84-ED51-E470-5DE99B53BE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30120" y="577350"/>
                  <a:ext cx="5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C9B41CB-1598-904D-1C3C-90DEECB9F0D5}"/>
                    </a:ext>
                  </a:extLst>
                </p14:cNvPr>
                <p14:cNvContentPartPr/>
                <p14:nvPr/>
              </p14:nvContentPartPr>
              <p14:xfrm>
                <a:off x="7945320" y="552870"/>
                <a:ext cx="36720" cy="77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C9B41CB-1598-904D-1C3C-90DEECB9F0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1000" y="548550"/>
                  <a:ext cx="45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2430AE-7A19-BF25-4654-B59B116D7C00}"/>
                    </a:ext>
                  </a:extLst>
                </p14:cNvPr>
                <p14:cNvContentPartPr/>
                <p14:nvPr/>
              </p14:nvContentPartPr>
              <p14:xfrm>
                <a:off x="7986000" y="420390"/>
                <a:ext cx="227520" cy="57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2430AE-7A19-BF25-4654-B59B116D7C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680" y="416070"/>
                  <a:ext cx="2361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EC6C5DE-04B7-208B-616B-CB47EAF5510C}"/>
              </a:ext>
            </a:extLst>
          </p:cNvPr>
          <p:cNvGrpSpPr/>
          <p:nvPr/>
        </p:nvGrpSpPr>
        <p:grpSpPr>
          <a:xfrm>
            <a:off x="1936920" y="6038910"/>
            <a:ext cx="352080" cy="176760"/>
            <a:chOff x="1936920" y="6038910"/>
            <a:chExt cx="35208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9C69572-E285-BFD0-7910-3BEB1F2094C7}"/>
                    </a:ext>
                  </a:extLst>
                </p14:cNvPr>
                <p14:cNvContentPartPr/>
                <p14:nvPr/>
              </p14:nvContentPartPr>
              <p14:xfrm>
                <a:off x="1936920" y="6063750"/>
                <a:ext cx="149400" cy="151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9C69572-E285-BFD0-7910-3BEB1F2094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00" y="6059430"/>
                  <a:ext cx="15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94B70E-ABC4-565B-378B-B0E5211829C1}"/>
                    </a:ext>
                  </a:extLst>
                </p14:cNvPr>
                <p14:cNvContentPartPr/>
                <p14:nvPr/>
              </p14:nvContentPartPr>
              <p14:xfrm>
                <a:off x="2120880" y="6165630"/>
                <a:ext cx="18000" cy="42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94B70E-ABC4-565B-378B-B0E5211829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6560" y="6161310"/>
                  <a:ext cx="2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9211807-A8D3-F5AD-566E-678C902A0F7C}"/>
                    </a:ext>
                  </a:extLst>
                </p14:cNvPr>
                <p14:cNvContentPartPr/>
                <p14:nvPr/>
              </p14:nvContentPartPr>
              <p14:xfrm>
                <a:off x="2169840" y="6120630"/>
                <a:ext cx="52200" cy="77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9211807-A8D3-F5AD-566E-678C902A0F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5520" y="6116310"/>
                  <a:ext cx="6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1F4337-8E36-C4FD-970A-E6679EE54638}"/>
                    </a:ext>
                  </a:extLst>
                </p14:cNvPr>
                <p14:cNvContentPartPr/>
                <p14:nvPr/>
              </p14:nvContentPartPr>
              <p14:xfrm>
                <a:off x="2226360" y="6038910"/>
                <a:ext cx="62640" cy="70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1F4337-8E36-C4FD-970A-E6679EE546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2040" y="603459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70A1915-E22D-E80B-6493-60563E5177F6}"/>
              </a:ext>
            </a:extLst>
          </p:cNvPr>
          <p:cNvGrpSpPr/>
          <p:nvPr/>
        </p:nvGrpSpPr>
        <p:grpSpPr>
          <a:xfrm>
            <a:off x="1959960" y="3349350"/>
            <a:ext cx="268920" cy="178920"/>
            <a:chOff x="1959960" y="3349350"/>
            <a:chExt cx="2689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38A2047-18B3-E18E-119D-C2D5DF703A65}"/>
                    </a:ext>
                  </a:extLst>
                </p14:cNvPr>
                <p14:cNvContentPartPr/>
                <p14:nvPr/>
              </p14:nvContentPartPr>
              <p14:xfrm>
                <a:off x="1959960" y="3397590"/>
                <a:ext cx="40680" cy="130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38A2047-18B3-E18E-119D-C2D5DF703A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5640" y="3393270"/>
                  <a:ext cx="4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990937-FE80-D2EE-78E0-DF2C621F09F2}"/>
                    </a:ext>
                  </a:extLst>
                </p14:cNvPr>
                <p14:cNvContentPartPr/>
                <p14:nvPr/>
              </p14:nvContentPartPr>
              <p14:xfrm>
                <a:off x="2058240" y="3474630"/>
                <a:ext cx="29520" cy="31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990937-FE80-D2EE-78E0-DF2C621F09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3920" y="347031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CA22274-04FE-C3BB-D08C-E70749FF77AF}"/>
                    </a:ext>
                  </a:extLst>
                </p14:cNvPr>
                <p14:cNvContentPartPr/>
                <p14:nvPr/>
              </p14:nvContentPartPr>
              <p14:xfrm>
                <a:off x="2138880" y="3349350"/>
                <a:ext cx="90000" cy="98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CA22274-04FE-C3BB-D08C-E70749FF77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560" y="3345030"/>
                  <a:ext cx="98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E165603-C341-3557-968F-D4BBE4DEBE46}"/>
              </a:ext>
            </a:extLst>
          </p:cNvPr>
          <p:cNvGrpSpPr/>
          <p:nvPr/>
        </p:nvGrpSpPr>
        <p:grpSpPr>
          <a:xfrm>
            <a:off x="2053560" y="683910"/>
            <a:ext cx="255600" cy="235080"/>
            <a:chOff x="2053560" y="683910"/>
            <a:chExt cx="255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23EDC53-B969-0BDC-9D2A-B42309AA8596}"/>
                    </a:ext>
                  </a:extLst>
                </p14:cNvPr>
                <p14:cNvContentPartPr/>
                <p14:nvPr/>
              </p14:nvContentPartPr>
              <p14:xfrm>
                <a:off x="2053560" y="683910"/>
                <a:ext cx="47160" cy="200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23EDC53-B969-0BDC-9D2A-B42309AA85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49240" y="679590"/>
                  <a:ext cx="55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4311D20-B5AA-2145-1CEA-5313EE5F67F1}"/>
                    </a:ext>
                  </a:extLst>
                </p14:cNvPr>
                <p14:cNvContentPartPr/>
                <p14:nvPr/>
              </p14:nvContentPartPr>
              <p14:xfrm>
                <a:off x="2107560" y="849150"/>
                <a:ext cx="36360" cy="68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4311D20-B5AA-2145-1CEA-5313EE5F67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3240" y="844830"/>
                  <a:ext cx="4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FD9A4CA-B71B-438F-C7A1-175246FFC15F}"/>
                    </a:ext>
                  </a:extLst>
                </p14:cNvPr>
                <p14:cNvContentPartPr/>
                <p14:nvPr/>
              </p14:nvContentPartPr>
              <p14:xfrm>
                <a:off x="2156880" y="833310"/>
                <a:ext cx="74160" cy="85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FD9A4CA-B71B-438F-C7A1-175246FFC1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560" y="828990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EEE2E62-10BA-AF2D-A1ED-42C55A349978}"/>
                    </a:ext>
                  </a:extLst>
                </p14:cNvPr>
                <p14:cNvContentPartPr/>
                <p14:nvPr/>
              </p14:nvContentPartPr>
              <p14:xfrm>
                <a:off x="2210520" y="779310"/>
                <a:ext cx="98640" cy="36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EEE2E62-10BA-AF2D-A1ED-42C55A3499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6200" y="774990"/>
                  <a:ext cx="107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F8E48D5-6B23-7C1B-4DE7-FAF433125017}"/>
              </a:ext>
            </a:extLst>
          </p:cNvPr>
          <p:cNvGrpSpPr/>
          <p:nvPr/>
        </p:nvGrpSpPr>
        <p:grpSpPr>
          <a:xfrm>
            <a:off x="5025360" y="376110"/>
            <a:ext cx="707760" cy="279720"/>
            <a:chOff x="5025360" y="376110"/>
            <a:chExt cx="7077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C57FD56-AECC-C1C5-10EE-EF500C14288A}"/>
                    </a:ext>
                  </a:extLst>
                </p14:cNvPr>
                <p14:cNvContentPartPr/>
                <p14:nvPr/>
              </p14:nvContentPartPr>
              <p14:xfrm>
                <a:off x="5025360" y="376110"/>
                <a:ext cx="89280" cy="275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C57FD56-AECC-C1C5-10EE-EF500C1428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21040" y="371790"/>
                  <a:ext cx="97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05849F-0FD9-D5EB-5D6D-CC485D0C7B77}"/>
                    </a:ext>
                  </a:extLst>
                </p14:cNvPr>
                <p14:cNvContentPartPr/>
                <p14:nvPr/>
              </p14:nvContentPartPr>
              <p14:xfrm>
                <a:off x="5244600" y="573030"/>
                <a:ext cx="38880" cy="82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05849F-0FD9-D5EB-5D6D-CC485D0C7B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280" y="568710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24BFE8F-9C44-E87F-DE8D-1E202B8399D0}"/>
                    </a:ext>
                  </a:extLst>
                </p14:cNvPr>
                <p14:cNvContentPartPr/>
                <p14:nvPr/>
              </p14:nvContentPartPr>
              <p14:xfrm>
                <a:off x="5366640" y="495630"/>
                <a:ext cx="27720" cy="136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24BFE8F-9C44-E87F-DE8D-1E202B8399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62320" y="491310"/>
                  <a:ext cx="36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5DC467A-5833-9AB9-9156-349BEC190FC1}"/>
                    </a:ext>
                  </a:extLst>
                </p14:cNvPr>
                <p14:cNvContentPartPr/>
                <p14:nvPr/>
              </p14:nvContentPartPr>
              <p14:xfrm>
                <a:off x="5442960" y="563310"/>
                <a:ext cx="18000" cy="44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5DC467A-5833-9AB9-9156-349BEC190F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8640" y="558990"/>
                  <a:ext cx="26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694DA29-2E4D-6396-35B1-7A8AC24F64BF}"/>
                    </a:ext>
                  </a:extLst>
                </p14:cNvPr>
                <p14:cNvContentPartPr/>
                <p14:nvPr/>
              </p14:nvContentPartPr>
              <p14:xfrm>
                <a:off x="5518560" y="542790"/>
                <a:ext cx="81720" cy="85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694DA29-2E4D-6396-35B1-7A8AC24F64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4240" y="538470"/>
                  <a:ext cx="90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5C95D5-233B-BCAB-EAE4-070BDA7DC7AF}"/>
                    </a:ext>
                  </a:extLst>
                </p14:cNvPr>
                <p14:cNvContentPartPr/>
                <p14:nvPr/>
              </p14:nvContentPartPr>
              <p14:xfrm>
                <a:off x="5545200" y="437670"/>
                <a:ext cx="187920" cy="89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5C95D5-233B-BCAB-EAE4-070BDA7DC7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0880" y="433350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911CFEA-7619-CD39-331C-D0B1BEA781BD}"/>
                  </a:ext>
                </a:extLst>
              </p14:cNvPr>
              <p14:cNvContentPartPr/>
              <p14:nvPr/>
            </p14:nvContentPartPr>
            <p14:xfrm>
              <a:off x="5873160" y="419310"/>
              <a:ext cx="111240" cy="3398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911CFEA-7619-CD39-331C-D0B1BEA781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8840" y="414990"/>
                <a:ext cx="1198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2D1EC88-589E-6A87-E523-FA9D726E32C3}"/>
              </a:ext>
            </a:extLst>
          </p:cNvPr>
          <p:cNvGrpSpPr/>
          <p:nvPr/>
        </p:nvGrpSpPr>
        <p:grpSpPr>
          <a:xfrm>
            <a:off x="4944360" y="6183990"/>
            <a:ext cx="898200" cy="335880"/>
            <a:chOff x="4944360" y="6183990"/>
            <a:chExt cx="898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CAE0523-01D3-EAA1-D161-C3FE36C0872A}"/>
                    </a:ext>
                  </a:extLst>
                </p14:cNvPr>
                <p14:cNvContentPartPr/>
                <p14:nvPr/>
              </p14:nvContentPartPr>
              <p14:xfrm>
                <a:off x="5103840" y="6272190"/>
                <a:ext cx="13680" cy="15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CAE0523-01D3-EAA1-D161-C3FE36C087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9520" y="6267870"/>
                  <a:ext cx="22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4C0CC8C-CC27-6E4A-B24F-060DC23F567D}"/>
                    </a:ext>
                  </a:extLst>
                </p14:cNvPr>
                <p14:cNvContentPartPr/>
                <p14:nvPr/>
              </p14:nvContentPartPr>
              <p14:xfrm>
                <a:off x="5192760" y="6389190"/>
                <a:ext cx="20520" cy="58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4C0CC8C-CC27-6E4A-B24F-060DC23F56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8440" y="6384870"/>
                  <a:ext cx="2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9A07216-7749-8C0F-4CDE-EB3115696B24}"/>
                    </a:ext>
                  </a:extLst>
                </p14:cNvPr>
                <p14:cNvContentPartPr/>
                <p14:nvPr/>
              </p14:nvContentPartPr>
              <p14:xfrm>
                <a:off x="5279520" y="6284070"/>
                <a:ext cx="133920" cy="115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9A07216-7749-8C0F-4CDE-EB3115696B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75200" y="6279750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024B4B9-7DAC-C52B-05C4-7435B63CC3A9}"/>
                    </a:ext>
                  </a:extLst>
                </p14:cNvPr>
                <p14:cNvContentPartPr/>
                <p14:nvPr/>
              </p14:nvContentPartPr>
              <p14:xfrm>
                <a:off x="5491560" y="6308550"/>
                <a:ext cx="20160" cy="11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024B4B9-7DAC-C52B-05C4-7435B63CC3A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7240" y="6304230"/>
                  <a:ext cx="2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9A158ED-4695-063F-F98F-495116D2939C}"/>
                    </a:ext>
                  </a:extLst>
                </p14:cNvPr>
                <p14:cNvContentPartPr/>
                <p14:nvPr/>
              </p14:nvContentPartPr>
              <p14:xfrm>
                <a:off x="5555640" y="6320790"/>
                <a:ext cx="85680" cy="56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9A158ED-4695-063F-F98F-495116D2939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1320" y="6316470"/>
                  <a:ext cx="94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7DF1E72-CDB3-A512-5EB1-67B61F7AD60C}"/>
                    </a:ext>
                  </a:extLst>
                </p14:cNvPr>
                <p14:cNvContentPartPr/>
                <p14:nvPr/>
              </p14:nvContentPartPr>
              <p14:xfrm>
                <a:off x="5625840" y="6183990"/>
                <a:ext cx="153720" cy="99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7DF1E72-CDB3-A512-5EB1-67B61F7AD6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1520" y="6179670"/>
                  <a:ext cx="162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F1566A0-010A-1863-1EFD-3C00DB58516F}"/>
                    </a:ext>
                  </a:extLst>
                </p14:cNvPr>
                <p14:cNvContentPartPr/>
                <p14:nvPr/>
              </p14:nvContentPartPr>
              <p14:xfrm>
                <a:off x="4944360" y="6241950"/>
                <a:ext cx="195120" cy="277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F1566A0-010A-1863-1EFD-3C00DB5851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40040" y="6237630"/>
                  <a:ext cx="203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5455018-E96F-B26F-0C53-AE7829979A00}"/>
                    </a:ext>
                  </a:extLst>
                </p14:cNvPr>
                <p14:cNvContentPartPr/>
                <p14:nvPr/>
              </p14:nvContentPartPr>
              <p14:xfrm>
                <a:off x="5735640" y="6274350"/>
                <a:ext cx="106920" cy="175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5455018-E96F-B26F-0C53-AE7829979A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1320" y="6270030"/>
                  <a:ext cx="1155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7C2B838-F218-4CEE-4625-3623DA5FB4EE}"/>
              </a:ext>
            </a:extLst>
          </p:cNvPr>
          <p:cNvGrpSpPr/>
          <p:nvPr/>
        </p:nvGrpSpPr>
        <p:grpSpPr>
          <a:xfrm>
            <a:off x="1739280" y="1906110"/>
            <a:ext cx="433440" cy="219960"/>
            <a:chOff x="1739280" y="1906110"/>
            <a:chExt cx="4334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52B4011-FBF5-0737-FEDC-A2EA75F687C7}"/>
                    </a:ext>
                  </a:extLst>
                </p14:cNvPr>
                <p14:cNvContentPartPr/>
                <p14:nvPr/>
              </p14:nvContentPartPr>
              <p14:xfrm>
                <a:off x="1739280" y="1931310"/>
                <a:ext cx="35640" cy="176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52B4011-FBF5-0737-FEDC-A2EA75F687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960" y="192699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33E94C9-99B1-8B08-142B-BD1096E83448}"/>
                    </a:ext>
                  </a:extLst>
                </p14:cNvPr>
                <p14:cNvContentPartPr/>
                <p14:nvPr/>
              </p14:nvContentPartPr>
              <p14:xfrm>
                <a:off x="1838640" y="2065950"/>
                <a:ext cx="19440" cy="60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33E94C9-99B1-8B08-142B-BD1096E834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4320" y="2061630"/>
                  <a:ext cx="2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28640F-FD4B-6A6D-776F-742A73F7E9EA}"/>
                    </a:ext>
                  </a:extLst>
                </p14:cNvPr>
                <p14:cNvContentPartPr/>
                <p14:nvPr/>
              </p14:nvContentPartPr>
              <p14:xfrm>
                <a:off x="1926480" y="1990710"/>
                <a:ext cx="90000" cy="128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28640F-FD4B-6A6D-776F-742A73F7E9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2160" y="1986390"/>
                  <a:ext cx="98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56EF8CD-430B-8EBB-7B17-98CB26714325}"/>
                    </a:ext>
                  </a:extLst>
                </p14:cNvPr>
                <p14:cNvContentPartPr/>
                <p14:nvPr/>
              </p14:nvContentPartPr>
              <p14:xfrm>
                <a:off x="2030160" y="1974150"/>
                <a:ext cx="70200" cy="91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56EF8CD-430B-8EBB-7B17-98CB267143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25840" y="1969830"/>
                  <a:ext cx="7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A706D19-5DAB-92D9-ED6E-B772442A9A04}"/>
                    </a:ext>
                  </a:extLst>
                </p14:cNvPr>
                <p14:cNvContentPartPr/>
                <p14:nvPr/>
              </p14:nvContentPartPr>
              <p14:xfrm>
                <a:off x="2062920" y="1906110"/>
                <a:ext cx="109800" cy="56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A706D19-5DAB-92D9-ED6E-B772442A9A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8600" y="1901790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3CC0037-6203-9654-46E8-685F6CEFF6BD}"/>
              </a:ext>
            </a:extLst>
          </p:cNvPr>
          <p:cNvGrpSpPr/>
          <p:nvPr/>
        </p:nvGrpSpPr>
        <p:grpSpPr>
          <a:xfrm>
            <a:off x="3819720" y="1796670"/>
            <a:ext cx="397440" cy="194760"/>
            <a:chOff x="3819720" y="1796670"/>
            <a:chExt cx="3974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A4753CF-F907-1B5B-D826-1AAA949C4E2B}"/>
                    </a:ext>
                  </a:extLst>
                </p14:cNvPr>
                <p14:cNvContentPartPr/>
                <p14:nvPr/>
              </p14:nvContentPartPr>
              <p14:xfrm>
                <a:off x="3826920" y="1847070"/>
                <a:ext cx="44280" cy="1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A4753CF-F907-1B5B-D826-1AAA949C4E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22600" y="1842750"/>
                  <a:ext cx="52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A6B20EF-BED1-A262-8319-241B1AC55BE2}"/>
                    </a:ext>
                  </a:extLst>
                </p14:cNvPr>
                <p14:cNvContentPartPr/>
                <p14:nvPr/>
              </p14:nvContentPartPr>
              <p14:xfrm>
                <a:off x="3819720" y="1848150"/>
                <a:ext cx="20520" cy="143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A6B20EF-BED1-A262-8319-241B1AC55B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5400" y="1843830"/>
                  <a:ext cx="2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EA6FEC6-6331-B696-4DBA-1088B0D5CA29}"/>
                    </a:ext>
                  </a:extLst>
                </p14:cNvPr>
                <p14:cNvContentPartPr/>
                <p14:nvPr/>
              </p14:nvContentPartPr>
              <p14:xfrm>
                <a:off x="3902520" y="1920150"/>
                <a:ext cx="20520" cy="48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EA6FEC6-6331-B696-4DBA-1088B0D5CA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98200" y="1915830"/>
                  <a:ext cx="2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7156192-5A60-967E-ABDB-E3D1F31CDD91}"/>
                    </a:ext>
                  </a:extLst>
                </p14:cNvPr>
                <p14:cNvContentPartPr/>
                <p14:nvPr/>
              </p14:nvContentPartPr>
              <p14:xfrm>
                <a:off x="3938520" y="1847430"/>
                <a:ext cx="105120" cy="103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7156192-5A60-967E-ABDB-E3D1F31CDD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4200" y="1843110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C16B9AB-5818-B962-1AF7-7A60663E572D}"/>
                    </a:ext>
                  </a:extLst>
                </p14:cNvPr>
                <p14:cNvContentPartPr/>
                <p14:nvPr/>
              </p14:nvContentPartPr>
              <p14:xfrm>
                <a:off x="4087560" y="1824030"/>
                <a:ext cx="74880" cy="12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C16B9AB-5818-B962-1AF7-7A60663E572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83240" y="1819710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1B193F0-5A4F-501A-3883-99D8878B31D8}"/>
                    </a:ext>
                  </a:extLst>
                </p14:cNvPr>
                <p14:cNvContentPartPr/>
                <p14:nvPr/>
              </p14:nvContentPartPr>
              <p14:xfrm>
                <a:off x="4141560" y="1796670"/>
                <a:ext cx="75600" cy="36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1B193F0-5A4F-501A-3883-99D8878B31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7240" y="1792350"/>
                  <a:ext cx="84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D93C715-4C3D-0108-8F67-EB92B632F5FF}"/>
                  </a:ext>
                </a:extLst>
              </p14:cNvPr>
              <p14:cNvContentPartPr/>
              <p14:nvPr/>
            </p14:nvContentPartPr>
            <p14:xfrm>
              <a:off x="3616320" y="1994670"/>
              <a:ext cx="125640" cy="1339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D93C715-4C3D-0108-8F67-EB92B632F5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2000" y="1990350"/>
                <a:ext cx="1342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17D865A-EBBE-1F4D-856B-B9B12FE56CC3}"/>
              </a:ext>
            </a:extLst>
          </p:cNvPr>
          <p:cNvGrpSpPr/>
          <p:nvPr/>
        </p:nvGrpSpPr>
        <p:grpSpPr>
          <a:xfrm>
            <a:off x="3518760" y="365670"/>
            <a:ext cx="507960" cy="244080"/>
            <a:chOff x="3518760" y="365670"/>
            <a:chExt cx="5079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140DE46-6E10-4411-B732-32A9BEA78916}"/>
                    </a:ext>
                  </a:extLst>
                </p14:cNvPr>
                <p14:cNvContentPartPr/>
                <p14:nvPr/>
              </p14:nvContentPartPr>
              <p14:xfrm>
                <a:off x="3587880" y="410670"/>
                <a:ext cx="16560" cy="14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140DE46-6E10-4411-B732-32A9BEA789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3560" y="406350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18C18B0-B669-2426-8C61-838017A73800}"/>
                    </a:ext>
                  </a:extLst>
                </p14:cNvPr>
                <p14:cNvContentPartPr/>
                <p14:nvPr/>
              </p14:nvContentPartPr>
              <p14:xfrm>
                <a:off x="3518760" y="552150"/>
                <a:ext cx="54000" cy="57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18C18B0-B669-2426-8C61-838017A738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14440" y="547830"/>
                  <a:ext cx="62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C87428A-AB63-37D5-5F30-727CA696AE36}"/>
                    </a:ext>
                  </a:extLst>
                </p14:cNvPr>
                <p14:cNvContentPartPr/>
                <p14:nvPr/>
              </p14:nvContentPartPr>
              <p14:xfrm>
                <a:off x="3623160" y="438030"/>
                <a:ext cx="128160" cy="164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C87428A-AB63-37D5-5F30-727CA696AE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8840" y="433710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76B7C40-57A9-C092-26ED-F70B01288785}"/>
                    </a:ext>
                  </a:extLst>
                </p14:cNvPr>
                <p14:cNvContentPartPr/>
                <p14:nvPr/>
              </p14:nvContentPartPr>
              <p14:xfrm>
                <a:off x="3683640" y="471150"/>
                <a:ext cx="120600" cy="75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76B7C40-57A9-C092-26ED-F70B0128878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9320" y="466830"/>
                  <a:ext cx="129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CEA4B6-509B-D49D-D7C5-2FCB4C6CBD60}"/>
                    </a:ext>
                  </a:extLst>
                </p14:cNvPr>
                <p14:cNvContentPartPr/>
                <p14:nvPr/>
              </p14:nvContentPartPr>
              <p14:xfrm>
                <a:off x="3809280" y="445590"/>
                <a:ext cx="113040" cy="119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CEA4B6-509B-D49D-D7C5-2FCB4C6CBD6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04960" y="4412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7B674A-1B9A-96A8-4677-488A16ADB119}"/>
                    </a:ext>
                  </a:extLst>
                </p14:cNvPr>
                <p14:cNvContentPartPr/>
                <p14:nvPr/>
              </p14:nvContentPartPr>
              <p14:xfrm>
                <a:off x="3853200" y="365670"/>
                <a:ext cx="173520" cy="74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7B674A-1B9A-96A8-4677-488A16ADB1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880" y="361350"/>
                  <a:ext cx="182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403B2D6C-1EC0-E767-DF65-36DD34C59FCA}"/>
              </a:ext>
            </a:extLst>
          </p:cNvPr>
          <p:cNvGrpSpPr/>
          <p:nvPr/>
        </p:nvGrpSpPr>
        <p:grpSpPr>
          <a:xfrm>
            <a:off x="3474120" y="1101150"/>
            <a:ext cx="628200" cy="1896480"/>
            <a:chOff x="3474120" y="1101150"/>
            <a:chExt cx="628200" cy="18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8FE35AC-6C30-FDF8-EF2C-E24029D6B527}"/>
                    </a:ext>
                  </a:extLst>
                </p14:cNvPr>
                <p14:cNvContentPartPr/>
                <p14:nvPr/>
              </p14:nvContentPartPr>
              <p14:xfrm>
                <a:off x="3560880" y="1107990"/>
                <a:ext cx="432000" cy="26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8FE35AC-6C30-FDF8-EF2C-E24029D6B5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6560" y="1103670"/>
                  <a:ext cx="44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12CE06D-032F-ECD9-A75B-2FE9C5E61759}"/>
                    </a:ext>
                  </a:extLst>
                </p14:cNvPr>
                <p14:cNvContentPartPr/>
                <p14:nvPr/>
              </p14:nvContentPartPr>
              <p14:xfrm>
                <a:off x="3602280" y="1101150"/>
                <a:ext cx="117720" cy="1896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12CE06D-032F-ECD9-A75B-2FE9C5E6175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7960" y="1096830"/>
                  <a:ext cx="126360" cy="19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70F9E0D-EF77-65F4-8E88-B3C8137D6066}"/>
                    </a:ext>
                  </a:extLst>
                </p14:cNvPr>
                <p14:cNvContentPartPr/>
                <p14:nvPr/>
              </p14:nvContentPartPr>
              <p14:xfrm>
                <a:off x="3474120" y="2932830"/>
                <a:ext cx="332280" cy="49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70F9E0D-EF77-65F4-8E88-B3C8137D60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9800" y="2928510"/>
                  <a:ext cx="34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136CC6C-D279-FDA9-CDF2-9CCA31D4D8BB}"/>
                    </a:ext>
                  </a:extLst>
                </p14:cNvPr>
                <p14:cNvContentPartPr/>
                <p14:nvPr/>
              </p14:nvContentPartPr>
              <p14:xfrm>
                <a:off x="3810000" y="2748510"/>
                <a:ext cx="101520" cy="102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136CC6C-D279-FDA9-CDF2-9CCA31D4D8B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680" y="2744190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2306BCA-433E-45B3-CC6B-F251774244F1}"/>
                    </a:ext>
                  </a:extLst>
                </p14:cNvPr>
                <p14:cNvContentPartPr/>
                <p14:nvPr/>
              </p14:nvContentPartPr>
              <p14:xfrm>
                <a:off x="3984600" y="2716110"/>
                <a:ext cx="7920" cy="39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2306BCA-433E-45B3-CC6B-F251774244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0280" y="2711790"/>
                  <a:ext cx="16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BCFE15C-4455-107A-647D-5B0353B5A2C6}"/>
                    </a:ext>
                  </a:extLst>
                </p14:cNvPr>
                <p14:cNvContentPartPr/>
                <p14:nvPr/>
              </p14:nvContentPartPr>
              <p14:xfrm>
                <a:off x="3984960" y="2689830"/>
                <a:ext cx="117360" cy="45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BCFE15C-4455-107A-647D-5B0353B5A2C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640" y="2685510"/>
                  <a:ext cx="126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C3E47A5-59DF-B33B-C31A-1B1DC7DC7193}"/>
                    </a:ext>
                  </a:extLst>
                </p14:cNvPr>
                <p14:cNvContentPartPr/>
                <p14:nvPr/>
              </p14:nvContentPartPr>
              <p14:xfrm>
                <a:off x="4038600" y="2582190"/>
                <a:ext cx="60840" cy="175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C3E47A5-59DF-B33B-C31A-1B1DC7DC719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34280" y="2577870"/>
                  <a:ext cx="694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55E95099-BD1D-3948-3730-FE68E561D957}"/>
                  </a:ext>
                </a:extLst>
              </p14:cNvPr>
              <p14:cNvContentPartPr/>
              <p14:nvPr/>
            </p14:nvContentPartPr>
            <p14:xfrm>
              <a:off x="3618480" y="3412710"/>
              <a:ext cx="327600" cy="338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55E95099-BD1D-3948-3730-FE68E561D95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14160" y="3408390"/>
                <a:ext cx="336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806DDF5-CD7C-80E8-B8AE-82EA85361F86}"/>
              </a:ext>
            </a:extLst>
          </p:cNvPr>
          <p:cNvGrpSpPr/>
          <p:nvPr/>
        </p:nvGrpSpPr>
        <p:grpSpPr>
          <a:xfrm>
            <a:off x="3864360" y="3030750"/>
            <a:ext cx="496440" cy="249120"/>
            <a:chOff x="3864360" y="3030750"/>
            <a:chExt cx="496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94E3C9D-34F5-E4B3-6274-3D042709D3C3}"/>
                    </a:ext>
                  </a:extLst>
                </p14:cNvPr>
                <p14:cNvContentPartPr/>
                <p14:nvPr/>
              </p14:nvContentPartPr>
              <p14:xfrm>
                <a:off x="3864360" y="3131910"/>
                <a:ext cx="114120" cy="147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94E3C9D-34F5-E4B3-6274-3D042709D3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60040" y="3127590"/>
                  <a:ext cx="12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6DE5D01-2E20-3045-3540-1BB731E5955B}"/>
                    </a:ext>
                  </a:extLst>
                </p14:cNvPr>
                <p14:cNvContentPartPr/>
                <p14:nvPr/>
              </p14:nvContentPartPr>
              <p14:xfrm>
                <a:off x="4061640" y="3199230"/>
                <a:ext cx="32760" cy="65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6DE5D01-2E20-3045-3540-1BB731E595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57320" y="3194910"/>
                  <a:ext cx="4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A5FC5DC-ABC3-16DA-F046-725DD07D3BD6}"/>
                    </a:ext>
                  </a:extLst>
                </p14:cNvPr>
                <p14:cNvContentPartPr/>
                <p14:nvPr/>
              </p14:nvContentPartPr>
              <p14:xfrm>
                <a:off x="4122840" y="3119670"/>
                <a:ext cx="126000" cy="122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A5FC5DC-ABC3-16DA-F046-725DD07D3BD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18520" y="3115350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FAD4559-982D-E405-3EA2-A1628250BA63}"/>
                    </a:ext>
                  </a:extLst>
                </p14:cNvPr>
                <p14:cNvContentPartPr/>
                <p14:nvPr/>
              </p14:nvContentPartPr>
              <p14:xfrm>
                <a:off x="4179360" y="3030750"/>
                <a:ext cx="181440" cy="78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FAD4559-982D-E405-3EA2-A1628250BA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5040" y="3026430"/>
                  <a:ext cx="190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7854D1B-19D0-15DA-479E-F549503756ED}"/>
              </a:ext>
            </a:extLst>
          </p:cNvPr>
          <p:cNvGrpSpPr/>
          <p:nvPr/>
        </p:nvGrpSpPr>
        <p:grpSpPr>
          <a:xfrm>
            <a:off x="3795600" y="864630"/>
            <a:ext cx="484560" cy="147960"/>
            <a:chOff x="3795600" y="864630"/>
            <a:chExt cx="4845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5D427E0-43C3-A108-18AE-6F034067B7F6}"/>
                    </a:ext>
                  </a:extLst>
                </p14:cNvPr>
                <p14:cNvContentPartPr/>
                <p14:nvPr/>
              </p14:nvContentPartPr>
              <p14:xfrm>
                <a:off x="3795600" y="864630"/>
                <a:ext cx="144360" cy="112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5D427E0-43C3-A108-18AE-6F034067B7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91280" y="860310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AF89F4F-BCF7-B43F-3824-D6FA1F7E66C4}"/>
                    </a:ext>
                  </a:extLst>
                </p14:cNvPr>
                <p14:cNvContentPartPr/>
                <p14:nvPr/>
              </p14:nvContentPartPr>
              <p14:xfrm>
                <a:off x="3997560" y="977310"/>
                <a:ext cx="16920" cy="2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AF89F4F-BCF7-B43F-3824-D6FA1F7E66C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93240" y="972990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DA29294-A9DF-16C1-3DFA-F072D02A42CB}"/>
                    </a:ext>
                  </a:extLst>
                </p14:cNvPr>
                <p14:cNvContentPartPr/>
                <p14:nvPr/>
              </p14:nvContentPartPr>
              <p14:xfrm>
                <a:off x="4116720" y="891990"/>
                <a:ext cx="163440" cy="120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DA29294-A9DF-16C1-3DFA-F072D02A42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2400" y="887670"/>
                  <a:ext cx="1720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5E107B7-23E6-2526-6E3A-0E5F5C28AF3F}"/>
                  </a:ext>
                </a:extLst>
              </p14:cNvPr>
              <p14:cNvContentPartPr/>
              <p14:nvPr/>
            </p14:nvContentPartPr>
            <p14:xfrm>
              <a:off x="2746200" y="1839150"/>
              <a:ext cx="69120" cy="4539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5E107B7-23E6-2526-6E3A-0E5F5C28AF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1880" y="1834830"/>
                <a:ext cx="7776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5735725-D824-4C10-AC08-78AFD0296C59}"/>
              </a:ext>
            </a:extLst>
          </p:cNvPr>
          <p:cNvGrpSpPr/>
          <p:nvPr/>
        </p:nvGrpSpPr>
        <p:grpSpPr>
          <a:xfrm>
            <a:off x="2466840" y="2439990"/>
            <a:ext cx="278280" cy="132120"/>
            <a:chOff x="2466840" y="2439990"/>
            <a:chExt cx="278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10D794E-D758-71A8-0FB7-356BBFC5181A}"/>
                    </a:ext>
                  </a:extLst>
                </p14:cNvPr>
                <p14:cNvContentPartPr/>
                <p14:nvPr/>
              </p14:nvContentPartPr>
              <p14:xfrm>
                <a:off x="2466840" y="2501550"/>
                <a:ext cx="88200" cy="70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10D794E-D758-71A8-0FB7-356BBFC518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2520" y="2497230"/>
                  <a:ext cx="96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8AEC3E0-2ECB-B780-71E1-D768C125EF3B}"/>
                    </a:ext>
                  </a:extLst>
                </p14:cNvPr>
                <p14:cNvContentPartPr/>
                <p14:nvPr/>
              </p14:nvContentPartPr>
              <p14:xfrm>
                <a:off x="2598960" y="2527110"/>
                <a:ext cx="13320" cy="349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8AEC3E0-2ECB-B780-71E1-D768C125EF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4640" y="2522790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0FF168E-3DB4-C2BA-5156-80D9786D83A1}"/>
                    </a:ext>
                  </a:extLst>
                </p14:cNvPr>
                <p14:cNvContentPartPr/>
                <p14:nvPr/>
              </p14:nvContentPartPr>
              <p14:xfrm>
                <a:off x="2620920" y="2439990"/>
                <a:ext cx="124200" cy="101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0FF168E-3DB4-C2BA-5156-80D9786D83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16600" y="2435670"/>
                  <a:ext cx="13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8C107E2-B1B2-0D9A-13D6-22F595FA9B24}"/>
              </a:ext>
            </a:extLst>
          </p:cNvPr>
          <p:cNvGrpSpPr/>
          <p:nvPr/>
        </p:nvGrpSpPr>
        <p:grpSpPr>
          <a:xfrm>
            <a:off x="4651680" y="1891710"/>
            <a:ext cx="392400" cy="446400"/>
            <a:chOff x="4651680" y="1891710"/>
            <a:chExt cx="392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BEA3EA7-7B61-1947-381E-1DF37F650096}"/>
                    </a:ext>
                  </a:extLst>
                </p14:cNvPr>
                <p14:cNvContentPartPr/>
                <p14:nvPr/>
              </p14:nvContentPartPr>
              <p14:xfrm>
                <a:off x="4651680" y="1891710"/>
                <a:ext cx="20880" cy="363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BEA3EA7-7B61-1947-381E-1DF37F6500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7360" y="1887390"/>
                  <a:ext cx="29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477456C-6400-83B6-2274-961F55B70584}"/>
                    </a:ext>
                  </a:extLst>
                </p14:cNvPr>
                <p14:cNvContentPartPr/>
                <p14:nvPr/>
              </p14:nvContentPartPr>
              <p14:xfrm>
                <a:off x="4752840" y="2194470"/>
                <a:ext cx="57960" cy="75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477456C-6400-83B6-2274-961F55B7058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8520" y="2190150"/>
                  <a:ext cx="66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1540E35-A1D7-4FCC-DC6A-51D874F71085}"/>
                    </a:ext>
                  </a:extLst>
                </p14:cNvPr>
                <p14:cNvContentPartPr/>
                <p14:nvPr/>
              </p14:nvContentPartPr>
              <p14:xfrm>
                <a:off x="4886760" y="2191230"/>
                <a:ext cx="157320" cy="124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1540E35-A1D7-4FCC-DC6A-51D874F710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2440" y="2186910"/>
                  <a:ext cx="165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588CF43-7A60-9081-96A1-347B5CB15374}"/>
                    </a:ext>
                  </a:extLst>
                </p14:cNvPr>
                <p14:cNvContentPartPr/>
                <p14:nvPr/>
              </p14:nvContentPartPr>
              <p14:xfrm>
                <a:off x="4868400" y="2293830"/>
                <a:ext cx="35280" cy="4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588CF43-7A60-9081-96A1-347B5CB153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4080" y="2289510"/>
                  <a:ext cx="4392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4E607679-AB63-982E-29DB-4E248083CBF0}"/>
                  </a:ext>
                </a:extLst>
              </p14:cNvPr>
              <p14:cNvContentPartPr/>
              <p14:nvPr/>
            </p14:nvContentPartPr>
            <p14:xfrm>
              <a:off x="9606720" y="1664190"/>
              <a:ext cx="10800" cy="68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4E607679-AB63-982E-29DB-4E248083CBF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602400" y="1659870"/>
                <a:ext cx="19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50D39F2-0094-69C4-15B3-4FD180DD4838}"/>
              </a:ext>
            </a:extLst>
          </p:cNvPr>
          <p:cNvGrpSpPr/>
          <p:nvPr/>
        </p:nvGrpSpPr>
        <p:grpSpPr>
          <a:xfrm>
            <a:off x="3812880" y="2138310"/>
            <a:ext cx="180000" cy="242640"/>
            <a:chOff x="3812880" y="2138310"/>
            <a:chExt cx="18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B12D47B-F323-3AC0-BDAA-C4E1A37057AE}"/>
                    </a:ext>
                  </a:extLst>
                </p14:cNvPr>
                <p14:cNvContentPartPr/>
                <p14:nvPr/>
              </p14:nvContentPartPr>
              <p14:xfrm>
                <a:off x="3813240" y="2138310"/>
                <a:ext cx="127080" cy="24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B12D47B-F323-3AC0-BDAA-C4E1A37057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8920" y="2133990"/>
                  <a:ext cx="13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A546218-BF76-AB82-036C-006983A94615}"/>
                    </a:ext>
                  </a:extLst>
                </p14:cNvPr>
                <p14:cNvContentPartPr/>
                <p14:nvPr/>
              </p14:nvContentPartPr>
              <p14:xfrm>
                <a:off x="3812880" y="2284110"/>
                <a:ext cx="180000" cy="47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A546218-BF76-AB82-036C-006983A946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08560" y="2279790"/>
                  <a:ext cx="18864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06F1A085-EA74-3E14-A70B-FB952E2FEA06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06F1A085-EA74-3E14-A70B-FB952E2FEA0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157360" y="2484990"/>
                <a:ext cx="9000" cy="12960"/>
              </a:xfrm>
              <a:prstGeom prst="rect">
                <a:avLst/>
              </a:prstGeom>
            </p:spPr>
          </p:pic>
        </mc:Fallback>
      </mc:AlternateContent>
      <p:sp>
        <p:nvSpPr>
          <p:cNvPr id="302" name="Oval 301">
            <a:extLst>
              <a:ext uri="{FF2B5EF4-FFF2-40B4-BE49-F238E27FC236}">
                <a16:creationId xmlns:a16="http://schemas.microsoft.com/office/drawing/2014/main" id="{EF15B816-A5A6-576E-FB47-B730A7E9E38D}"/>
              </a:ext>
            </a:extLst>
          </p:cNvPr>
          <p:cNvSpPr/>
          <p:nvPr/>
        </p:nvSpPr>
        <p:spPr>
          <a:xfrm>
            <a:off x="556668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E30C1121-396E-7EC5-08F0-F0EFA9C2F26C}"/>
              </a:ext>
            </a:extLst>
          </p:cNvPr>
          <p:cNvGrpSpPr/>
          <p:nvPr/>
        </p:nvGrpSpPr>
        <p:grpSpPr>
          <a:xfrm>
            <a:off x="4683360" y="1383750"/>
            <a:ext cx="293040" cy="378000"/>
            <a:chOff x="4683360" y="1383750"/>
            <a:chExt cx="2930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A1EA841-1897-B6AC-5CF4-0257E13829EB}"/>
                    </a:ext>
                  </a:extLst>
                </p14:cNvPr>
                <p14:cNvContentPartPr/>
                <p14:nvPr/>
              </p14:nvContentPartPr>
              <p14:xfrm>
                <a:off x="4683360" y="1523790"/>
                <a:ext cx="137520" cy="1180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A1EA841-1897-B6AC-5CF4-0257E13829E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79040" y="1519470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94EF8B9-6FBD-7185-801C-362FDDC6A272}"/>
                    </a:ext>
                  </a:extLst>
                </p14:cNvPr>
                <p14:cNvContentPartPr/>
                <p14:nvPr/>
              </p14:nvContentPartPr>
              <p14:xfrm>
                <a:off x="4770840" y="1383750"/>
                <a:ext cx="78480" cy="249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94EF8B9-6FBD-7185-801C-362FDDC6A2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66520" y="1379430"/>
                  <a:ext cx="8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CC01909-6FC5-D5A6-9D10-535D9EC53439}"/>
                    </a:ext>
                  </a:extLst>
                </p14:cNvPr>
                <p14:cNvContentPartPr/>
                <p14:nvPr/>
              </p14:nvContentPartPr>
              <p14:xfrm>
                <a:off x="4779480" y="1441350"/>
                <a:ext cx="127800" cy="288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CC01909-6FC5-D5A6-9D10-535D9EC534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75160" y="1437030"/>
                  <a:ext cx="13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2D28FF2-92CD-9F77-12E6-2DE0E1729641}"/>
                    </a:ext>
                  </a:extLst>
                </p14:cNvPr>
                <p14:cNvContentPartPr/>
                <p14:nvPr/>
              </p14:nvContentPartPr>
              <p14:xfrm>
                <a:off x="4886760" y="1638630"/>
                <a:ext cx="13680" cy="7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2D28FF2-92CD-9F77-12E6-2DE0E172964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2440" y="1634310"/>
                  <a:ext cx="22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554A6DA-2FE0-B8DD-0DFB-841DB3F2DE67}"/>
                    </a:ext>
                  </a:extLst>
                </p14:cNvPr>
                <p14:cNvContentPartPr/>
                <p14:nvPr/>
              </p14:nvContentPartPr>
              <p14:xfrm>
                <a:off x="4857960" y="1635030"/>
                <a:ext cx="118440" cy="126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554A6DA-2FE0-B8DD-0DFB-841DB3F2DE6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53640" y="1630710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BACF6608-BD41-2B66-2E40-50EC9A0C39D5}"/>
              </a:ext>
            </a:extLst>
          </p:cNvPr>
          <p:cNvGrpSpPr/>
          <p:nvPr/>
        </p:nvGrpSpPr>
        <p:grpSpPr>
          <a:xfrm>
            <a:off x="5244960" y="1339830"/>
            <a:ext cx="305640" cy="452520"/>
            <a:chOff x="5244960" y="1339830"/>
            <a:chExt cx="3056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7E7E65A-B3AB-7D97-720F-8FE84CC53048}"/>
                    </a:ext>
                  </a:extLst>
                </p14:cNvPr>
                <p14:cNvContentPartPr/>
                <p14:nvPr/>
              </p14:nvContentPartPr>
              <p14:xfrm>
                <a:off x="5244960" y="1426590"/>
                <a:ext cx="151560" cy="182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7E7E65A-B3AB-7D97-720F-8FE84CC5304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40640" y="1422270"/>
                  <a:ext cx="16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E542475-D722-10F1-CEB1-10FBA3321EDA}"/>
                    </a:ext>
                  </a:extLst>
                </p14:cNvPr>
                <p14:cNvContentPartPr/>
                <p14:nvPr/>
              </p14:nvContentPartPr>
              <p14:xfrm>
                <a:off x="5340360" y="1339830"/>
                <a:ext cx="87480" cy="2455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E542475-D722-10F1-CEB1-10FBA3321E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36040" y="133551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B4A9697-FCEE-080E-C12F-2966A9B238E7}"/>
                    </a:ext>
                  </a:extLst>
                </p14:cNvPr>
                <p14:cNvContentPartPr/>
                <p14:nvPr/>
              </p14:nvContentPartPr>
              <p14:xfrm>
                <a:off x="5361960" y="1360350"/>
                <a:ext cx="181800" cy="337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B4A9697-FCEE-080E-C12F-2966A9B238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57640" y="1356030"/>
                  <a:ext cx="190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78D6BB7-0F23-C2B9-4011-B1232AD67467}"/>
                    </a:ext>
                  </a:extLst>
                </p14:cNvPr>
                <p14:cNvContentPartPr/>
                <p14:nvPr/>
              </p14:nvContentPartPr>
              <p14:xfrm>
                <a:off x="5391120" y="1631790"/>
                <a:ext cx="159480" cy="160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78D6BB7-0F23-C2B9-4011-B1232AD674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86800" y="1627470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D98F2E9-51AB-2FD1-56C0-CDE2B39DC573}"/>
              </a:ext>
            </a:extLst>
          </p:cNvPr>
          <p:cNvGrpSpPr/>
          <p:nvPr/>
        </p:nvGrpSpPr>
        <p:grpSpPr>
          <a:xfrm>
            <a:off x="6385440" y="1263870"/>
            <a:ext cx="306720" cy="1622880"/>
            <a:chOff x="6385440" y="1263870"/>
            <a:chExt cx="30672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B0A3213-BD85-D5E8-F0A3-D850194193CA}"/>
                    </a:ext>
                  </a:extLst>
                </p14:cNvPr>
                <p14:cNvContentPartPr/>
                <p14:nvPr/>
              </p14:nvContentPartPr>
              <p14:xfrm>
                <a:off x="6385440" y="1263870"/>
                <a:ext cx="88920" cy="1622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B0A3213-BD85-D5E8-F0A3-D850194193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1120" y="1259550"/>
                  <a:ext cx="9756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4E9A40-7F45-0251-7D97-84A2EB70005E}"/>
                    </a:ext>
                  </a:extLst>
                </p14:cNvPr>
                <p14:cNvContentPartPr/>
                <p14:nvPr/>
              </p14:nvContentPartPr>
              <p14:xfrm>
                <a:off x="6439080" y="1871910"/>
                <a:ext cx="253080" cy="2476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4E9A40-7F45-0251-7D97-84A2EB7000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34760" y="1867590"/>
                  <a:ext cx="2617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61F01E28-73E1-C51C-E944-5F7DECD2A3DA}"/>
              </a:ext>
            </a:extLst>
          </p:cNvPr>
          <p:cNvGrpSpPr/>
          <p:nvPr/>
        </p:nvGrpSpPr>
        <p:grpSpPr>
          <a:xfrm>
            <a:off x="628320" y="1427310"/>
            <a:ext cx="1217880" cy="293760"/>
            <a:chOff x="628320" y="1427310"/>
            <a:chExt cx="121788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FB2A4F5-C987-D72A-300E-750E72F0FE74}"/>
                    </a:ext>
                  </a:extLst>
                </p14:cNvPr>
                <p14:cNvContentPartPr/>
                <p14:nvPr/>
              </p14:nvContentPartPr>
              <p14:xfrm>
                <a:off x="628320" y="1542510"/>
                <a:ext cx="122760" cy="1659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FB2A4F5-C987-D72A-300E-750E72F0FE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4000" y="1538190"/>
                  <a:ext cx="131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1D9BFC3-77A0-B334-9468-1BE4BAEE8BFD}"/>
                    </a:ext>
                  </a:extLst>
                </p14:cNvPr>
                <p14:cNvContentPartPr/>
                <p14:nvPr/>
              </p14:nvContentPartPr>
              <p14:xfrm>
                <a:off x="652800" y="1580310"/>
                <a:ext cx="86760" cy="71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1D9BFC3-77A0-B334-9468-1BE4BAEE8BF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8480" y="1575990"/>
                  <a:ext cx="95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ECE234A-8D09-F588-170F-80C1B290E804}"/>
                    </a:ext>
                  </a:extLst>
                </p14:cNvPr>
                <p14:cNvContentPartPr/>
                <p14:nvPr/>
              </p14:nvContentPartPr>
              <p14:xfrm>
                <a:off x="808680" y="1578150"/>
                <a:ext cx="66600" cy="26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ECE234A-8D09-F588-170F-80C1B290E80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4360" y="1573830"/>
                  <a:ext cx="75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7CFFF87-8F17-2590-EF55-4042E5332FEA}"/>
                    </a:ext>
                  </a:extLst>
                </p14:cNvPr>
                <p14:cNvContentPartPr/>
                <p14:nvPr/>
              </p14:nvContentPartPr>
              <p14:xfrm>
                <a:off x="810480" y="1624590"/>
                <a:ext cx="106200" cy="316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7CFFF87-8F17-2590-EF55-4042E5332F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6160" y="1620270"/>
                  <a:ext cx="114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1DD9D68-632C-EAAB-61E3-54F15AAEC645}"/>
                    </a:ext>
                  </a:extLst>
                </p14:cNvPr>
                <p14:cNvContentPartPr/>
                <p14:nvPr/>
              </p14:nvContentPartPr>
              <p14:xfrm>
                <a:off x="971040" y="1554030"/>
                <a:ext cx="91440" cy="86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1DD9D68-632C-EAAB-61E3-54F15AAEC64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6720" y="1549710"/>
                  <a:ext cx="100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CB48952-29E8-C295-F279-3595CA970093}"/>
                    </a:ext>
                  </a:extLst>
                </p14:cNvPr>
                <p14:cNvContentPartPr/>
                <p14:nvPr/>
              </p14:nvContentPartPr>
              <p14:xfrm>
                <a:off x="1167960" y="1583190"/>
                <a:ext cx="51480" cy="982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CB48952-29E8-C295-F279-3595CA97009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3640" y="1578870"/>
                  <a:ext cx="60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DC40232-B63A-45E6-787D-381BE05AAE80}"/>
                    </a:ext>
                  </a:extLst>
                </p14:cNvPr>
                <p14:cNvContentPartPr/>
                <p14:nvPr/>
              </p14:nvContentPartPr>
              <p14:xfrm>
                <a:off x="1263720" y="1494630"/>
                <a:ext cx="154800" cy="226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DC40232-B63A-45E6-787D-381BE05AAE8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59400" y="1490310"/>
                  <a:ext cx="163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3C53CB8-68C9-3BDB-EE4B-B7180DD194D4}"/>
                    </a:ext>
                  </a:extLst>
                </p14:cNvPr>
                <p14:cNvContentPartPr/>
                <p14:nvPr/>
              </p14:nvContentPartPr>
              <p14:xfrm>
                <a:off x="1466760" y="1498590"/>
                <a:ext cx="60840" cy="14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3C53CB8-68C9-3BDB-EE4B-B7180DD194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62440" y="1494270"/>
                  <a:ext cx="69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40E2CDC-89C8-80B1-8CCF-7A04C8EADC7E}"/>
                    </a:ext>
                  </a:extLst>
                </p14:cNvPr>
                <p14:cNvContentPartPr/>
                <p14:nvPr/>
              </p14:nvContentPartPr>
              <p14:xfrm>
                <a:off x="1482600" y="1527750"/>
                <a:ext cx="75960" cy="381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40E2CDC-89C8-80B1-8CCF-7A04C8EADC7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78280" y="1523430"/>
                  <a:ext cx="84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5462C58-952C-99BA-7CE6-2DF8A81CA2C8}"/>
                    </a:ext>
                  </a:extLst>
                </p14:cNvPr>
                <p14:cNvContentPartPr/>
                <p14:nvPr/>
              </p14:nvContentPartPr>
              <p14:xfrm>
                <a:off x="1697160" y="1427310"/>
                <a:ext cx="149040" cy="118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5462C58-952C-99BA-7CE6-2DF8A81CA2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92840" y="1422990"/>
                  <a:ext cx="1576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42B75400-2DC0-7F35-5607-4D3EAC1E7C24}"/>
              </a:ext>
            </a:extLst>
          </p:cNvPr>
          <p:cNvGrpSpPr/>
          <p:nvPr/>
        </p:nvGrpSpPr>
        <p:grpSpPr>
          <a:xfrm>
            <a:off x="586920" y="1899990"/>
            <a:ext cx="523800" cy="205200"/>
            <a:chOff x="586920" y="1899990"/>
            <a:chExt cx="52380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6043F31-A9D0-1220-AF13-FE6B984ED12A}"/>
                    </a:ext>
                  </a:extLst>
                </p14:cNvPr>
                <p14:cNvContentPartPr/>
                <p14:nvPr/>
              </p14:nvContentPartPr>
              <p14:xfrm>
                <a:off x="586920" y="1899990"/>
                <a:ext cx="112680" cy="2052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6043F31-A9D0-1220-AF13-FE6B984ED12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2600" y="1895670"/>
                  <a:ext cx="121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09528AA-5666-7CB3-3B8D-2B2E0AC2B60B}"/>
                    </a:ext>
                  </a:extLst>
                </p14:cNvPr>
                <p14:cNvContentPartPr/>
                <p14:nvPr/>
              </p14:nvContentPartPr>
              <p14:xfrm>
                <a:off x="598440" y="1978470"/>
                <a:ext cx="133920" cy="367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09528AA-5666-7CB3-3B8D-2B2E0AC2B60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4120" y="1974150"/>
                  <a:ext cx="142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AB3CBEE-5D6B-1C5B-A8C0-8B3885D6A392}"/>
                    </a:ext>
                  </a:extLst>
                </p14:cNvPr>
                <p14:cNvContentPartPr/>
                <p14:nvPr/>
              </p14:nvContentPartPr>
              <p14:xfrm>
                <a:off x="805800" y="1955430"/>
                <a:ext cx="60120" cy="14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AB3CBEE-5D6B-1C5B-A8C0-8B3885D6A39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1480" y="1951110"/>
                  <a:ext cx="68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C5F7422-B909-A53C-6D4E-4D30B961949C}"/>
                    </a:ext>
                  </a:extLst>
                </p14:cNvPr>
                <p14:cNvContentPartPr/>
                <p14:nvPr/>
              </p14:nvContentPartPr>
              <p14:xfrm>
                <a:off x="798600" y="1979190"/>
                <a:ext cx="123840" cy="52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C5F7422-B909-A53C-6D4E-4D30B961949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4280" y="1974870"/>
                  <a:ext cx="132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088091B-4426-190E-26D3-478222871702}"/>
                    </a:ext>
                  </a:extLst>
                </p14:cNvPr>
                <p14:cNvContentPartPr/>
                <p14:nvPr/>
              </p14:nvContentPartPr>
              <p14:xfrm>
                <a:off x="975720" y="1915830"/>
                <a:ext cx="135000" cy="1144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088091B-4426-190E-26D3-4782228717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1400" y="1911510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3" name="Oval 402">
            <a:extLst>
              <a:ext uri="{FF2B5EF4-FFF2-40B4-BE49-F238E27FC236}">
                <a16:creationId xmlns:a16="http://schemas.microsoft.com/office/drawing/2014/main" id="{39022436-2896-8F1A-2856-981956EFA1E1}"/>
              </a:ext>
            </a:extLst>
          </p:cNvPr>
          <p:cNvSpPr/>
          <p:nvPr/>
        </p:nvSpPr>
        <p:spPr>
          <a:xfrm>
            <a:off x="2818035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435F65EF-017B-2830-3ED2-746D8D8369BF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7EBE1BA-2205-67F2-CDB7-55AABD462849}"/>
              </a:ext>
            </a:extLst>
          </p:cNvPr>
          <p:cNvGrpSpPr/>
          <p:nvPr/>
        </p:nvGrpSpPr>
        <p:grpSpPr>
          <a:xfrm>
            <a:off x="3757800" y="4410990"/>
            <a:ext cx="504720" cy="390960"/>
            <a:chOff x="3757800" y="4410990"/>
            <a:chExt cx="5047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1222DE4-27F7-1912-B49E-F443791396A8}"/>
                    </a:ext>
                  </a:extLst>
                </p14:cNvPr>
                <p14:cNvContentPartPr/>
                <p14:nvPr/>
              </p14:nvContentPartPr>
              <p14:xfrm>
                <a:off x="3757800" y="4443750"/>
                <a:ext cx="86760" cy="1684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1222DE4-27F7-1912-B49E-F443791396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53480" y="4439430"/>
                  <a:ext cx="9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4952BE8-A249-02B3-278E-220CB63F7DEA}"/>
                    </a:ext>
                  </a:extLst>
                </p14:cNvPr>
                <p14:cNvContentPartPr/>
                <p14:nvPr/>
              </p14:nvContentPartPr>
              <p14:xfrm>
                <a:off x="3848160" y="4475430"/>
                <a:ext cx="81720" cy="40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4952BE8-A249-02B3-278E-220CB63F7DE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43840" y="4471110"/>
                  <a:ext cx="90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A0A178F1-19C6-E92D-E0D5-0847F5810A05}"/>
                    </a:ext>
                  </a:extLst>
                </p14:cNvPr>
                <p14:cNvContentPartPr/>
                <p14:nvPr/>
              </p14:nvContentPartPr>
              <p14:xfrm>
                <a:off x="3870840" y="4520070"/>
                <a:ext cx="64800" cy="41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A0A178F1-19C6-E92D-E0D5-0847F5810A0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66520" y="4515750"/>
                  <a:ext cx="73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26FA114C-6991-5396-AE33-3D25DEBE45A2}"/>
                    </a:ext>
                  </a:extLst>
                </p14:cNvPr>
                <p14:cNvContentPartPr/>
                <p14:nvPr/>
              </p14:nvContentPartPr>
              <p14:xfrm>
                <a:off x="3995040" y="4410990"/>
                <a:ext cx="113400" cy="842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26FA114C-6991-5396-AE33-3D25DEBE45A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90720" y="4406670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9329F85-A4B6-348F-57C8-A38D8EEA2E8A}"/>
                    </a:ext>
                  </a:extLst>
                </p14:cNvPr>
                <p14:cNvContentPartPr/>
                <p14:nvPr/>
              </p14:nvContentPartPr>
              <p14:xfrm>
                <a:off x="3819360" y="4719870"/>
                <a:ext cx="158760" cy="820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9329F85-A4B6-348F-57C8-A38D8EEA2E8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15040" y="4715550"/>
                  <a:ext cx="16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58326CF-8983-482B-25CB-8B7CA55977B5}"/>
                    </a:ext>
                  </a:extLst>
                </p14:cNvPr>
                <p14:cNvContentPartPr/>
                <p14:nvPr/>
              </p14:nvContentPartPr>
              <p14:xfrm>
                <a:off x="3990720" y="4626990"/>
                <a:ext cx="84600" cy="435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58326CF-8983-482B-25CB-8B7CA55977B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86400" y="4622670"/>
                  <a:ext cx="93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DEF42BB-5D89-A2E4-BDB1-5E21231849F7}"/>
                    </a:ext>
                  </a:extLst>
                </p14:cNvPr>
                <p14:cNvContentPartPr/>
                <p14:nvPr/>
              </p14:nvContentPartPr>
              <p14:xfrm>
                <a:off x="3998280" y="4653630"/>
                <a:ext cx="103320" cy="727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DEF42BB-5D89-A2E4-BDB1-5E21231849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993960" y="4649310"/>
                  <a:ext cx="111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DBB94A6-86C2-C99C-95BE-3931D2AD7B6B}"/>
                    </a:ext>
                  </a:extLst>
                </p14:cNvPr>
                <p14:cNvContentPartPr/>
                <p14:nvPr/>
              </p14:nvContentPartPr>
              <p14:xfrm>
                <a:off x="4145880" y="4560030"/>
                <a:ext cx="116640" cy="997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DBB94A6-86C2-C99C-95BE-3931D2AD7B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41560" y="4555710"/>
                  <a:ext cx="1252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4B7BB8E-3DF8-335C-B778-A806E16696AF}"/>
              </a:ext>
            </a:extLst>
          </p:cNvPr>
          <p:cNvGrpSpPr/>
          <p:nvPr/>
        </p:nvGrpSpPr>
        <p:grpSpPr>
          <a:xfrm>
            <a:off x="2598960" y="6324030"/>
            <a:ext cx="207720" cy="137520"/>
            <a:chOff x="2598960" y="6324030"/>
            <a:chExt cx="2077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4F6DD60-C6FB-2874-A6EF-9FFBB809521C}"/>
                    </a:ext>
                  </a:extLst>
                </p14:cNvPr>
                <p14:cNvContentPartPr/>
                <p14:nvPr/>
              </p14:nvContentPartPr>
              <p14:xfrm>
                <a:off x="2652600" y="6329070"/>
                <a:ext cx="154080" cy="1324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4F6DD60-C6FB-2874-A6EF-9FFBB80952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48280" y="6324750"/>
                  <a:ext cx="162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EC53D25-B233-399E-0253-461F5F96F1AC}"/>
                    </a:ext>
                  </a:extLst>
                </p14:cNvPr>
                <p14:cNvContentPartPr/>
                <p14:nvPr/>
              </p14:nvContentPartPr>
              <p14:xfrm>
                <a:off x="2598960" y="6324030"/>
                <a:ext cx="180360" cy="1339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EC53D25-B233-399E-0253-461F5F96F1A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94640" y="6319710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35BC6EA4-2475-34C9-5C99-F9E05B0A6C91}"/>
                  </a:ext>
                </a:extLst>
              </p14:cNvPr>
              <p14:cNvContentPartPr/>
              <p14:nvPr/>
            </p14:nvContentPartPr>
            <p14:xfrm>
              <a:off x="2139600" y="5575230"/>
              <a:ext cx="202680" cy="24480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35BC6EA4-2475-34C9-5C99-F9E05B0A6C9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135280" y="5570910"/>
                <a:ext cx="211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E3148B79-C678-2315-68CB-117C59290445}"/>
                  </a:ext>
                </a:extLst>
              </p14:cNvPr>
              <p14:cNvContentPartPr/>
              <p14:nvPr/>
            </p14:nvContentPartPr>
            <p14:xfrm>
              <a:off x="3574560" y="3822390"/>
              <a:ext cx="277200" cy="2808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E3148B79-C678-2315-68CB-117C5929044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570240" y="3818070"/>
                <a:ext cx="28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E214424E-CF27-9729-09C3-8BD1AF2E2D32}"/>
                  </a:ext>
                </a:extLst>
              </p14:cNvPr>
              <p14:cNvContentPartPr/>
              <p14:nvPr/>
            </p14:nvContentPartPr>
            <p14:xfrm>
              <a:off x="3682560" y="5652630"/>
              <a:ext cx="328320" cy="46080"/>
            </p14:xfrm>
          </p:contentPart>
        </mc:Choice>
        <mc:Fallback xmlns=""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E214424E-CF27-9729-09C3-8BD1AF2E2D3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78240" y="5648310"/>
                <a:ext cx="336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4" name="Group 563">
            <a:extLst>
              <a:ext uri="{FF2B5EF4-FFF2-40B4-BE49-F238E27FC236}">
                <a16:creationId xmlns:a16="http://schemas.microsoft.com/office/drawing/2014/main" id="{CAAC55FD-4BAC-021B-5DBA-75593B4786F2}"/>
              </a:ext>
            </a:extLst>
          </p:cNvPr>
          <p:cNvGrpSpPr/>
          <p:nvPr/>
        </p:nvGrpSpPr>
        <p:grpSpPr>
          <a:xfrm>
            <a:off x="3654480" y="5930190"/>
            <a:ext cx="408600" cy="212040"/>
            <a:chOff x="3654480" y="5930190"/>
            <a:chExt cx="408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52C478E9-084D-368E-C136-2CC9615FD977}"/>
                    </a:ext>
                  </a:extLst>
                </p14:cNvPr>
                <p14:cNvContentPartPr/>
                <p14:nvPr/>
              </p14:nvContentPartPr>
              <p14:xfrm>
                <a:off x="3654480" y="6118830"/>
                <a:ext cx="266400" cy="2340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52C478E9-084D-368E-C136-2CC9615FD97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50160" y="6114510"/>
                  <a:ext cx="27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FDEC47FD-E0FB-50CF-CE0B-7703FA5E8C74}"/>
                    </a:ext>
                  </a:extLst>
                </p14:cNvPr>
                <p14:cNvContentPartPr/>
                <p14:nvPr/>
              </p14:nvContentPartPr>
              <p14:xfrm>
                <a:off x="3846720" y="5930190"/>
                <a:ext cx="102600" cy="903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FDEC47FD-E0FB-50CF-CE0B-7703FA5E8C7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42400" y="5925870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CEA3EBB8-B94F-3DE4-E4C8-CBD2DE78327E}"/>
                    </a:ext>
                  </a:extLst>
                </p14:cNvPr>
                <p14:cNvContentPartPr/>
                <p14:nvPr/>
              </p14:nvContentPartPr>
              <p14:xfrm>
                <a:off x="4041480" y="5974110"/>
                <a:ext cx="21600" cy="4248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CEA3EBB8-B94F-3DE4-E4C8-CBD2DE7832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37160" y="5969790"/>
                  <a:ext cx="30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A5BCB173-C327-5185-87D8-20D47C9BA4CA}"/>
                  </a:ext>
                </a:extLst>
              </p14:cNvPr>
              <p14:cNvContentPartPr/>
              <p14:nvPr/>
            </p14:nvContentPartPr>
            <p14:xfrm>
              <a:off x="3648000" y="4714470"/>
              <a:ext cx="113760" cy="9504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A5BCB173-C327-5185-87D8-20D47C9BA4C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643680" y="4710150"/>
                <a:ext cx="12240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2" name="Group 571">
            <a:extLst>
              <a:ext uri="{FF2B5EF4-FFF2-40B4-BE49-F238E27FC236}">
                <a16:creationId xmlns:a16="http://schemas.microsoft.com/office/drawing/2014/main" id="{48CDD929-64CC-B4FD-2407-06C886BCB196}"/>
              </a:ext>
            </a:extLst>
          </p:cNvPr>
          <p:cNvGrpSpPr/>
          <p:nvPr/>
        </p:nvGrpSpPr>
        <p:grpSpPr>
          <a:xfrm>
            <a:off x="1862760" y="4464270"/>
            <a:ext cx="716400" cy="391320"/>
            <a:chOff x="1862760" y="4464270"/>
            <a:chExt cx="7164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9C9EB384-440C-70C8-0F52-F0C850F3C53E}"/>
                    </a:ext>
                  </a:extLst>
                </p14:cNvPr>
                <p14:cNvContentPartPr/>
                <p14:nvPr/>
              </p14:nvContentPartPr>
              <p14:xfrm>
                <a:off x="1862760" y="4716990"/>
                <a:ext cx="140760" cy="13860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9C9EB384-440C-70C8-0F52-F0C850F3C5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858440" y="4712670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135E588E-333B-8937-7C84-31D42C4842D8}"/>
                    </a:ext>
                  </a:extLst>
                </p14:cNvPr>
                <p14:cNvContentPartPr/>
                <p14:nvPr/>
              </p14:nvContentPartPr>
              <p14:xfrm>
                <a:off x="2119080" y="4738950"/>
                <a:ext cx="19800" cy="817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135E588E-333B-8937-7C84-31D42C4842D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14760" y="473463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1BB1989C-1B4A-272A-65BD-3EE885F6C0DD}"/>
                    </a:ext>
                  </a:extLst>
                </p14:cNvPr>
                <p14:cNvContentPartPr/>
                <p14:nvPr/>
              </p14:nvContentPartPr>
              <p14:xfrm>
                <a:off x="2125200" y="4556430"/>
                <a:ext cx="145440" cy="1915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1BB1989C-1B4A-272A-65BD-3EE885F6C0D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20880" y="4552110"/>
                  <a:ext cx="15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E83491A7-E6D7-F6B1-DCB3-12764CAE333C}"/>
                    </a:ext>
                  </a:extLst>
                </p14:cNvPr>
                <p14:cNvContentPartPr/>
                <p14:nvPr/>
              </p14:nvContentPartPr>
              <p14:xfrm>
                <a:off x="2187480" y="4628790"/>
                <a:ext cx="105840" cy="6912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E83491A7-E6D7-F6B1-DCB3-12764CAE333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183160" y="4624470"/>
                  <a:ext cx="114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EFDC76C4-553E-2805-2B18-0657D3FDA221}"/>
                    </a:ext>
                  </a:extLst>
                </p14:cNvPr>
                <p14:cNvContentPartPr/>
                <p14:nvPr/>
              </p14:nvContentPartPr>
              <p14:xfrm>
                <a:off x="2359920" y="4525470"/>
                <a:ext cx="124560" cy="1512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EFDC76C4-553E-2805-2B18-0657D3FDA22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355600" y="4521150"/>
                  <a:ext cx="133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DBD98FB1-94D0-7760-9807-B95EBAE63E03}"/>
                    </a:ext>
                  </a:extLst>
                </p14:cNvPr>
                <p14:cNvContentPartPr/>
                <p14:nvPr/>
              </p14:nvContentPartPr>
              <p14:xfrm>
                <a:off x="2444160" y="4464270"/>
                <a:ext cx="135000" cy="6192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DBD98FB1-94D0-7760-9807-B95EBAE63E0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439840" y="4459950"/>
                  <a:ext cx="14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9240324E-BD7B-20B4-328C-F22A8AECC8DC}"/>
              </a:ext>
            </a:extLst>
          </p:cNvPr>
          <p:cNvGrpSpPr/>
          <p:nvPr/>
        </p:nvGrpSpPr>
        <p:grpSpPr>
          <a:xfrm>
            <a:off x="3654840" y="6273990"/>
            <a:ext cx="703440" cy="252720"/>
            <a:chOff x="3654840" y="6273990"/>
            <a:chExt cx="7034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81C15C4C-4384-8992-E4DB-8D7208D97266}"/>
                    </a:ext>
                  </a:extLst>
                </p14:cNvPr>
                <p14:cNvContentPartPr/>
                <p14:nvPr/>
              </p14:nvContentPartPr>
              <p14:xfrm>
                <a:off x="3654840" y="6371190"/>
                <a:ext cx="134640" cy="15552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81C15C4C-4384-8992-E4DB-8D7208D9726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650520" y="6366870"/>
                  <a:ext cx="143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58ED4288-6C40-16FE-ACE0-A08FCB9C9762}"/>
                    </a:ext>
                  </a:extLst>
                </p14:cNvPr>
                <p14:cNvContentPartPr/>
                <p14:nvPr/>
              </p14:nvContentPartPr>
              <p14:xfrm>
                <a:off x="3913680" y="6447150"/>
                <a:ext cx="6120" cy="4104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58ED4288-6C40-16FE-ACE0-A08FCB9C976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09360" y="6442830"/>
                  <a:ext cx="1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11D36C3-690D-0A62-A52E-963A67191BBD}"/>
                    </a:ext>
                  </a:extLst>
                </p14:cNvPr>
                <p14:cNvContentPartPr/>
                <p14:nvPr/>
              </p14:nvContentPartPr>
              <p14:xfrm>
                <a:off x="4022760" y="6380910"/>
                <a:ext cx="360" cy="3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11D36C3-690D-0A62-A52E-963A67191BB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18440" y="63765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668CC8E6-173C-824A-B9EF-B582CB01DE43}"/>
                    </a:ext>
                  </a:extLst>
                </p14:cNvPr>
                <p14:cNvContentPartPr/>
                <p14:nvPr/>
              </p14:nvContentPartPr>
              <p14:xfrm>
                <a:off x="3992160" y="6325830"/>
                <a:ext cx="130320" cy="1990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668CC8E6-173C-824A-B9EF-B582CB01DE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87840" y="6321510"/>
                  <a:ext cx="13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BD5BDA3F-4221-B6DC-1DE4-F0988EE3D94B}"/>
                    </a:ext>
                  </a:extLst>
                </p14:cNvPr>
                <p14:cNvContentPartPr/>
                <p14:nvPr/>
              </p14:nvContentPartPr>
              <p14:xfrm>
                <a:off x="4063080" y="6406110"/>
                <a:ext cx="129600" cy="241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BD5BDA3F-4221-B6DC-1DE4-F0988EE3D94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8760" y="6401790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855DB2B6-62CC-B857-4E91-FFCE5D26DF48}"/>
                    </a:ext>
                  </a:extLst>
                </p14:cNvPr>
                <p14:cNvContentPartPr/>
                <p14:nvPr/>
              </p14:nvContentPartPr>
              <p14:xfrm>
                <a:off x="4211040" y="6332670"/>
                <a:ext cx="98640" cy="1317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855DB2B6-62CC-B857-4E91-FFCE5D26DF4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206720" y="6328350"/>
                  <a:ext cx="10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F8AB2E8B-8C84-4EDD-1133-7A70599CA86A}"/>
                    </a:ext>
                  </a:extLst>
                </p14:cNvPr>
                <p14:cNvContentPartPr/>
                <p14:nvPr/>
              </p14:nvContentPartPr>
              <p14:xfrm>
                <a:off x="4254960" y="6273990"/>
                <a:ext cx="103320" cy="7812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F8AB2E8B-8C84-4EDD-1133-7A70599CA8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50640" y="6269670"/>
                  <a:ext cx="111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4323B258-96C2-34AC-245A-408999C7FEC1}"/>
              </a:ext>
            </a:extLst>
          </p:cNvPr>
          <p:cNvGrpSpPr/>
          <p:nvPr/>
        </p:nvGrpSpPr>
        <p:grpSpPr>
          <a:xfrm>
            <a:off x="501960" y="4012470"/>
            <a:ext cx="550440" cy="423000"/>
            <a:chOff x="501960" y="4012470"/>
            <a:chExt cx="5504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036157E9-16CF-615B-2D2E-B932C6219BF3}"/>
                    </a:ext>
                  </a:extLst>
                </p14:cNvPr>
                <p14:cNvContentPartPr/>
                <p14:nvPr/>
              </p14:nvContentPartPr>
              <p14:xfrm>
                <a:off x="501960" y="4350150"/>
                <a:ext cx="92160" cy="8532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036157E9-16CF-615B-2D2E-B932C6219BF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7640" y="4345830"/>
                  <a:ext cx="100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578372F5-8149-CD90-D7B7-FAC2FAD68F6D}"/>
                    </a:ext>
                  </a:extLst>
                </p14:cNvPr>
                <p14:cNvContentPartPr/>
                <p14:nvPr/>
              </p14:nvContentPartPr>
              <p14:xfrm>
                <a:off x="676560" y="4318470"/>
                <a:ext cx="23040" cy="190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578372F5-8149-CD90-D7B7-FAC2FAD68F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72240" y="4314150"/>
                  <a:ext cx="31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BC841755-CDB7-76F6-AF1E-761A0A3778FD}"/>
                    </a:ext>
                  </a:extLst>
                </p14:cNvPr>
                <p14:cNvContentPartPr/>
                <p14:nvPr/>
              </p14:nvContentPartPr>
              <p14:xfrm>
                <a:off x="705720" y="4227390"/>
                <a:ext cx="123480" cy="558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BC841755-CDB7-76F6-AF1E-761A0A3778F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1400" y="4223070"/>
                  <a:ext cx="132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606D1CDE-49BE-D347-677C-4C0EF29E9496}"/>
                    </a:ext>
                  </a:extLst>
                </p14:cNvPr>
                <p14:cNvContentPartPr/>
                <p14:nvPr/>
              </p14:nvContentPartPr>
              <p14:xfrm>
                <a:off x="884280" y="4155750"/>
                <a:ext cx="45000" cy="784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606D1CDE-49BE-D347-677C-4C0EF29E949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9960" y="4151430"/>
                  <a:ext cx="53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620121C9-A45D-91EF-9E57-47194009D0AE}"/>
                    </a:ext>
                  </a:extLst>
                </p14:cNvPr>
                <p14:cNvContentPartPr/>
                <p14:nvPr/>
              </p14:nvContentPartPr>
              <p14:xfrm>
                <a:off x="877080" y="4012470"/>
                <a:ext cx="175320" cy="1292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620121C9-A45D-91EF-9E57-47194009D0A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760" y="4008150"/>
                  <a:ext cx="1839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89C2A117-72DB-1B35-13FE-DD7FB775FBBE}"/>
              </a:ext>
            </a:extLst>
          </p:cNvPr>
          <p:cNvGrpSpPr/>
          <p:nvPr/>
        </p:nvGrpSpPr>
        <p:grpSpPr>
          <a:xfrm>
            <a:off x="8370480" y="701910"/>
            <a:ext cx="414360" cy="128520"/>
            <a:chOff x="8370480" y="701910"/>
            <a:chExt cx="414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14:cNvPr>
                <p14:cNvContentPartPr/>
                <p14:nvPr/>
              </p14:nvContentPartPr>
              <p14:xfrm>
                <a:off x="8370480" y="701910"/>
                <a:ext cx="133200" cy="1285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66160" y="697590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14:cNvPr>
                <p14:cNvContentPartPr/>
                <p14:nvPr/>
              </p14:nvContentPartPr>
              <p14:xfrm>
                <a:off x="8641560" y="729990"/>
                <a:ext cx="94320" cy="1188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37240" y="725670"/>
                  <a:ext cx="102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14:cNvPr>
                <p14:cNvContentPartPr/>
                <p14:nvPr/>
              </p14:nvContentPartPr>
              <p14:xfrm>
                <a:off x="8664240" y="800190"/>
                <a:ext cx="120600" cy="237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920" y="795870"/>
                  <a:ext cx="129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9E7F9E2F-FA32-A9EA-3D0E-0A656591A6D0}"/>
              </a:ext>
            </a:extLst>
          </p:cNvPr>
          <p:cNvGrpSpPr/>
          <p:nvPr/>
        </p:nvGrpSpPr>
        <p:grpSpPr>
          <a:xfrm>
            <a:off x="8938560" y="613710"/>
            <a:ext cx="993600" cy="406080"/>
            <a:chOff x="8938560" y="613710"/>
            <a:chExt cx="9936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14:cNvPr>
                <p14:cNvContentPartPr/>
                <p14:nvPr/>
              </p14:nvContentPartPr>
              <p14:xfrm>
                <a:off x="8938560" y="640710"/>
                <a:ext cx="16200" cy="1670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34240" y="636390"/>
                  <a:ext cx="2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14:cNvPr>
                <p14:cNvContentPartPr/>
                <p14:nvPr/>
              </p14:nvContentPartPr>
              <p14:xfrm>
                <a:off x="9019920" y="773910"/>
                <a:ext cx="26280" cy="26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15600" y="76959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14:cNvPr>
                <p14:cNvContentPartPr/>
                <p14:nvPr/>
              </p14:nvContentPartPr>
              <p14:xfrm>
                <a:off x="9067800" y="690030"/>
                <a:ext cx="180360" cy="1263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63480" y="685710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14:cNvPr>
                <p14:cNvContentPartPr/>
                <p14:nvPr/>
              </p14:nvContentPartPr>
              <p14:xfrm>
                <a:off x="9215760" y="613710"/>
                <a:ext cx="185760" cy="36000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11440" y="609390"/>
                  <a:ext cx="194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14:cNvPr>
                <p14:cNvContentPartPr/>
                <p14:nvPr/>
              </p14:nvContentPartPr>
              <p14:xfrm>
                <a:off x="9383160" y="801270"/>
                <a:ext cx="113760" cy="1782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8840" y="796950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14:cNvPr>
                <p14:cNvContentPartPr/>
                <p14:nvPr/>
              </p14:nvContentPartPr>
              <p14:xfrm>
                <a:off x="9557040" y="912870"/>
                <a:ext cx="109440" cy="106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52720" y="908550"/>
                  <a:ext cx="11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14:cNvPr>
                <p14:cNvContentPartPr/>
                <p14:nvPr/>
              </p14:nvContentPartPr>
              <p14:xfrm>
                <a:off x="9800400" y="776790"/>
                <a:ext cx="131760" cy="648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96080" y="772470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D706BA13-56DF-07F0-D264-B12B302908F2}"/>
              </a:ext>
            </a:extLst>
          </p:cNvPr>
          <p:cNvGrpSpPr/>
          <p:nvPr/>
        </p:nvGrpSpPr>
        <p:grpSpPr>
          <a:xfrm>
            <a:off x="10189200" y="582750"/>
            <a:ext cx="1444680" cy="411480"/>
            <a:chOff x="10189200" y="582750"/>
            <a:chExt cx="144468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14:cNvPr>
                <p14:cNvContentPartPr/>
                <p14:nvPr/>
              </p14:nvContentPartPr>
              <p14:xfrm>
                <a:off x="10189200" y="619470"/>
                <a:ext cx="22320" cy="1126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4880" y="615150"/>
                  <a:ext cx="30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14:cNvPr>
                <p14:cNvContentPartPr/>
                <p14:nvPr/>
              </p14:nvContentPartPr>
              <p14:xfrm>
                <a:off x="10280640" y="706590"/>
                <a:ext cx="38160" cy="414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76320" y="702270"/>
                  <a:ext cx="46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14:cNvPr>
                <p14:cNvContentPartPr/>
                <p14:nvPr/>
              </p14:nvContentPartPr>
              <p14:xfrm>
                <a:off x="10368480" y="640710"/>
                <a:ext cx="137160" cy="75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4160" y="636390"/>
                  <a:ext cx="14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14:cNvPr>
                <p14:cNvContentPartPr/>
                <p14:nvPr/>
              </p14:nvContentPartPr>
              <p14:xfrm>
                <a:off x="10422480" y="582750"/>
                <a:ext cx="215280" cy="4114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18160" y="578430"/>
                  <a:ext cx="223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14:cNvPr>
                <p14:cNvContentPartPr/>
                <p14:nvPr/>
              </p14:nvContentPartPr>
              <p14:xfrm>
                <a:off x="10513920" y="843390"/>
                <a:ext cx="139680" cy="133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9600" y="839070"/>
                  <a:ext cx="148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14:cNvPr>
                <p14:cNvContentPartPr/>
                <p14:nvPr/>
              </p14:nvContentPartPr>
              <p14:xfrm>
                <a:off x="10844040" y="737190"/>
                <a:ext cx="97200" cy="187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39720" y="732870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14:cNvPr>
                <p14:cNvContentPartPr/>
                <p14:nvPr/>
              </p14:nvContentPartPr>
              <p14:xfrm>
                <a:off x="10859160" y="805590"/>
                <a:ext cx="106560" cy="1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54840" y="801270"/>
                  <a:ext cx="115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14:cNvPr>
                <p14:cNvContentPartPr/>
                <p14:nvPr/>
              </p14:nvContentPartPr>
              <p14:xfrm>
                <a:off x="10728840" y="919710"/>
                <a:ext cx="20520" cy="295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4520" y="915390"/>
                  <a:ext cx="29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14:cNvPr>
                <p14:cNvContentPartPr/>
                <p14:nvPr/>
              </p14:nvContentPartPr>
              <p14:xfrm>
                <a:off x="10798320" y="856710"/>
                <a:ext cx="111600" cy="103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94000" y="852390"/>
                  <a:ext cx="120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14:cNvPr>
                <p14:cNvContentPartPr/>
                <p14:nvPr/>
              </p14:nvContentPartPr>
              <p14:xfrm>
                <a:off x="11114760" y="721710"/>
                <a:ext cx="150120" cy="982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10440" y="717390"/>
                  <a:ext cx="158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14:cNvPr>
                <p14:cNvContentPartPr/>
                <p14:nvPr/>
              </p14:nvContentPartPr>
              <p14:xfrm>
                <a:off x="11356680" y="782550"/>
                <a:ext cx="30960" cy="417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52360" y="778230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14:cNvPr>
                <p14:cNvContentPartPr/>
                <p14:nvPr/>
              </p14:nvContentPartPr>
              <p14:xfrm>
                <a:off x="11429400" y="713070"/>
                <a:ext cx="78120" cy="1378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5080" y="708750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14:cNvPr>
                <p14:cNvContentPartPr/>
                <p14:nvPr/>
              </p14:nvContentPartPr>
              <p14:xfrm>
                <a:off x="11490240" y="687150"/>
                <a:ext cx="143640" cy="37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485920" y="682830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6B9D1CB5-9EC5-E382-6600-1AC1EEB04747}"/>
              </a:ext>
            </a:extLst>
          </p:cNvPr>
          <p:cNvGrpSpPr/>
          <p:nvPr/>
        </p:nvGrpSpPr>
        <p:grpSpPr>
          <a:xfrm>
            <a:off x="8358600" y="1271790"/>
            <a:ext cx="585000" cy="213120"/>
            <a:chOff x="8358600" y="1271790"/>
            <a:chExt cx="5850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14:cNvPr>
                <p14:cNvContentPartPr/>
                <p14:nvPr/>
              </p14:nvContentPartPr>
              <p14:xfrm>
                <a:off x="8358600" y="1384470"/>
                <a:ext cx="138240" cy="93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54280" y="1380150"/>
                  <a:ext cx="14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14:cNvPr>
                <p14:cNvContentPartPr/>
                <p14:nvPr/>
              </p14:nvContentPartPr>
              <p14:xfrm>
                <a:off x="8487480" y="1279710"/>
                <a:ext cx="32400" cy="2052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83160" y="1275390"/>
                  <a:ext cx="41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14:cNvPr>
                <p14:cNvContentPartPr/>
                <p14:nvPr/>
              </p14:nvContentPartPr>
              <p14:xfrm>
                <a:off x="8617440" y="1390950"/>
                <a:ext cx="68400" cy="79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3120" y="1386630"/>
                  <a:ext cx="77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14:cNvPr>
                <p14:cNvContentPartPr/>
                <p14:nvPr/>
              </p14:nvContentPartPr>
              <p14:xfrm>
                <a:off x="8616360" y="1433070"/>
                <a:ext cx="95040" cy="16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12040" y="1428750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14:cNvPr>
                <p14:cNvContentPartPr/>
                <p14:nvPr/>
              </p14:nvContentPartPr>
              <p14:xfrm>
                <a:off x="8784840" y="1271790"/>
                <a:ext cx="158760" cy="1188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80520" y="1267470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F75899EF-5D66-35AD-DF4D-231ECA40CC41}"/>
              </a:ext>
            </a:extLst>
          </p:cNvPr>
          <p:cNvGrpSpPr/>
          <p:nvPr/>
        </p:nvGrpSpPr>
        <p:grpSpPr>
          <a:xfrm>
            <a:off x="9024600" y="1266390"/>
            <a:ext cx="509760" cy="148320"/>
            <a:chOff x="9024600" y="1266390"/>
            <a:chExt cx="5097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14:cNvPr>
                <p14:cNvContentPartPr/>
                <p14:nvPr/>
              </p14:nvContentPartPr>
              <p14:xfrm>
                <a:off x="9024600" y="1303830"/>
                <a:ext cx="131400" cy="270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20280" y="1299510"/>
                  <a:ext cx="140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14:cNvPr>
                <p14:cNvContentPartPr/>
                <p14:nvPr/>
              </p14:nvContentPartPr>
              <p14:xfrm>
                <a:off x="9204960" y="1272870"/>
                <a:ext cx="135720" cy="11880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00640" y="1268550"/>
                  <a:ext cx="14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14:cNvPr>
                <p14:cNvContentPartPr/>
                <p14:nvPr/>
              </p14:nvContentPartPr>
              <p14:xfrm>
                <a:off x="9384960" y="1266390"/>
                <a:ext cx="149400" cy="1483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0640" y="1262070"/>
                  <a:ext cx="158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AB5E20A5-385D-C8EA-6B59-5225A9825F11}"/>
              </a:ext>
            </a:extLst>
          </p:cNvPr>
          <p:cNvGrpSpPr/>
          <p:nvPr/>
        </p:nvGrpSpPr>
        <p:grpSpPr>
          <a:xfrm>
            <a:off x="9722640" y="1278990"/>
            <a:ext cx="915480" cy="161640"/>
            <a:chOff x="9722640" y="1278990"/>
            <a:chExt cx="91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14:cNvPr>
                <p14:cNvContentPartPr/>
                <p14:nvPr/>
              </p14:nvContentPartPr>
              <p14:xfrm>
                <a:off x="9756840" y="1339830"/>
                <a:ext cx="131400" cy="162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52520" y="1335510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14:cNvPr>
                <p14:cNvContentPartPr/>
                <p14:nvPr/>
              </p14:nvContentPartPr>
              <p14:xfrm>
                <a:off x="9722640" y="1406070"/>
                <a:ext cx="178920" cy="34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18320" y="1401750"/>
                  <a:ext cx="18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14:cNvPr>
                <p14:cNvContentPartPr/>
                <p14:nvPr/>
              </p14:nvContentPartPr>
              <p14:xfrm>
                <a:off x="10038720" y="1278990"/>
                <a:ext cx="159840" cy="13536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34400" y="1274670"/>
                  <a:ext cx="168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14:cNvPr>
                <p14:cNvContentPartPr/>
                <p14:nvPr/>
              </p14:nvContentPartPr>
              <p14:xfrm>
                <a:off x="10258320" y="1356030"/>
                <a:ext cx="4284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54000" y="1351710"/>
                  <a:ext cx="51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14:cNvPr>
                <p14:cNvContentPartPr/>
                <p14:nvPr/>
              </p14:nvContentPartPr>
              <p14:xfrm>
                <a:off x="10329960" y="1313190"/>
                <a:ext cx="84600" cy="11268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25640" y="1308870"/>
                  <a:ext cx="93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14:cNvPr>
                <p14:cNvContentPartPr/>
                <p14:nvPr/>
              </p14:nvContentPartPr>
              <p14:xfrm>
                <a:off x="10434360" y="1286550"/>
                <a:ext cx="78480" cy="2160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30040" y="1282230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14:cNvPr>
                <p14:cNvContentPartPr/>
                <p14:nvPr/>
              </p14:nvContentPartPr>
              <p14:xfrm>
                <a:off x="10512840" y="1350990"/>
                <a:ext cx="125280" cy="111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08520" y="1346670"/>
                  <a:ext cx="1339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535C1729-B469-C0A8-B449-3C7DF659B778}"/>
              </a:ext>
            </a:extLst>
          </p:cNvPr>
          <p:cNvGrpSpPr/>
          <p:nvPr/>
        </p:nvGrpSpPr>
        <p:grpSpPr>
          <a:xfrm>
            <a:off x="10760520" y="1264950"/>
            <a:ext cx="942840" cy="205200"/>
            <a:chOff x="10760520" y="1264950"/>
            <a:chExt cx="9428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14:cNvPr>
                <p14:cNvContentPartPr/>
                <p14:nvPr/>
              </p14:nvContentPartPr>
              <p14:xfrm>
                <a:off x="10760520" y="1287990"/>
                <a:ext cx="133200" cy="8208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56200" y="128367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14:cNvPr>
                <p14:cNvContentPartPr/>
                <p14:nvPr/>
              </p14:nvContentPartPr>
              <p14:xfrm>
                <a:off x="10950600" y="1335870"/>
                <a:ext cx="12240" cy="3024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46280" y="1331550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14:cNvPr>
                <p14:cNvContentPartPr/>
                <p14:nvPr/>
              </p14:nvContentPartPr>
              <p14:xfrm>
                <a:off x="11006040" y="1281150"/>
                <a:ext cx="87120" cy="622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1720" y="1276830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14:cNvPr>
                <p14:cNvContentPartPr/>
                <p14:nvPr/>
              </p14:nvContentPartPr>
              <p14:xfrm>
                <a:off x="11065800" y="1264950"/>
                <a:ext cx="39600" cy="20448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61480" y="126063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14:cNvPr>
                <p14:cNvContentPartPr/>
                <p14:nvPr/>
              </p14:nvContentPartPr>
              <p14:xfrm>
                <a:off x="11243640" y="1321470"/>
                <a:ext cx="85320" cy="8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39320" y="1317150"/>
                  <a:ext cx="939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14:cNvPr>
                <p14:cNvContentPartPr/>
                <p14:nvPr/>
              </p14:nvContentPartPr>
              <p14:xfrm>
                <a:off x="11233200" y="1393830"/>
                <a:ext cx="96480" cy="15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8880" y="1389510"/>
                  <a:ext cx="105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14:cNvPr>
                <p14:cNvContentPartPr/>
                <p14:nvPr/>
              </p14:nvContentPartPr>
              <p14:xfrm>
                <a:off x="11391960" y="1350990"/>
                <a:ext cx="150120" cy="921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7640" y="1346670"/>
                  <a:ext cx="158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14:cNvPr>
                <p14:cNvContentPartPr/>
                <p14:nvPr/>
              </p14:nvContentPartPr>
              <p14:xfrm>
                <a:off x="11593920" y="1406430"/>
                <a:ext cx="28440" cy="615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89600" y="1402110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14:cNvPr>
                <p14:cNvContentPartPr/>
                <p14:nvPr/>
              </p14:nvContentPartPr>
              <p14:xfrm>
                <a:off x="11669520" y="1331550"/>
                <a:ext cx="33840" cy="13860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65200" y="1327230"/>
                  <a:ext cx="424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AD85256E-FF2E-907F-C4C4-39CECD70A8DA}"/>
              </a:ext>
            </a:extLst>
          </p:cNvPr>
          <p:cNvGrpSpPr/>
          <p:nvPr/>
        </p:nvGrpSpPr>
        <p:grpSpPr>
          <a:xfrm>
            <a:off x="8426280" y="1592190"/>
            <a:ext cx="782280" cy="346680"/>
            <a:chOff x="8426280" y="1592190"/>
            <a:chExt cx="782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14:cNvPr>
                <p14:cNvContentPartPr/>
                <p14:nvPr/>
              </p14:nvContentPartPr>
              <p14:xfrm>
                <a:off x="8426280" y="1749870"/>
                <a:ext cx="140400" cy="1177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21960" y="1745550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14:cNvPr>
                <p14:cNvContentPartPr/>
                <p14:nvPr/>
              </p14:nvContentPartPr>
              <p14:xfrm>
                <a:off x="8609880" y="1768950"/>
                <a:ext cx="92520" cy="406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05560" y="1764630"/>
                  <a:ext cx="101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14:cNvPr>
                <p14:cNvContentPartPr/>
                <p14:nvPr/>
              </p14:nvContentPartPr>
              <p14:xfrm>
                <a:off x="8628960" y="1822950"/>
                <a:ext cx="111240" cy="22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24640" y="1818630"/>
                  <a:ext cx="11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14:cNvPr>
                <p14:cNvContentPartPr/>
                <p14:nvPr/>
              </p14:nvContentPartPr>
              <p14:xfrm>
                <a:off x="8859720" y="1688310"/>
                <a:ext cx="141840" cy="838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55400" y="1683990"/>
                  <a:ext cx="150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14:cNvPr>
                <p14:cNvContentPartPr/>
                <p14:nvPr/>
              </p14:nvContentPartPr>
              <p14:xfrm>
                <a:off x="8941080" y="1592190"/>
                <a:ext cx="83880" cy="2656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36760" y="1587870"/>
                  <a:ext cx="92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14:cNvPr>
                <p14:cNvContentPartPr/>
                <p14:nvPr/>
              </p14:nvContentPartPr>
              <p14:xfrm>
                <a:off x="9025680" y="1607310"/>
                <a:ext cx="114840" cy="309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021360" y="1602990"/>
                  <a:ext cx="123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14:cNvPr>
                <p14:cNvContentPartPr/>
                <p14:nvPr/>
              </p14:nvContentPartPr>
              <p14:xfrm>
                <a:off x="9089040" y="1797750"/>
                <a:ext cx="119520" cy="1411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84720" y="1793430"/>
                  <a:ext cx="128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719943EF-0E91-66E7-244E-F6F88BC82404}"/>
              </a:ext>
            </a:extLst>
          </p:cNvPr>
          <p:cNvGrpSpPr/>
          <p:nvPr/>
        </p:nvGrpSpPr>
        <p:grpSpPr>
          <a:xfrm>
            <a:off x="9402240" y="1705590"/>
            <a:ext cx="969840" cy="182160"/>
            <a:chOff x="9402240" y="1705590"/>
            <a:chExt cx="9698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14:cNvPr>
                <p14:cNvContentPartPr/>
                <p14:nvPr/>
              </p14:nvContentPartPr>
              <p14:xfrm>
                <a:off x="9402240" y="1799550"/>
                <a:ext cx="89280" cy="165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397920" y="1795230"/>
                  <a:ext cx="97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14:cNvPr>
                <p14:cNvContentPartPr/>
                <p14:nvPr/>
              </p14:nvContentPartPr>
              <p14:xfrm>
                <a:off x="9402600" y="1828350"/>
                <a:ext cx="156960" cy="432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98280" y="1824030"/>
                  <a:ext cx="16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14:cNvPr>
                <p14:cNvContentPartPr/>
                <p14:nvPr/>
              </p14:nvContentPartPr>
              <p14:xfrm>
                <a:off x="9639480" y="1770750"/>
                <a:ext cx="123120" cy="99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35160" y="1766430"/>
                  <a:ext cx="131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14:cNvPr>
                <p14:cNvContentPartPr/>
                <p14:nvPr/>
              </p14:nvContentPartPr>
              <p14:xfrm>
                <a:off x="9849720" y="1827630"/>
                <a:ext cx="42840" cy="5112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45400" y="1823310"/>
                  <a:ext cx="5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14:cNvPr>
                <p14:cNvContentPartPr/>
                <p14:nvPr/>
              </p14:nvContentPartPr>
              <p14:xfrm>
                <a:off x="9932520" y="1798470"/>
                <a:ext cx="131400" cy="666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28200" y="1794150"/>
                  <a:ext cx="140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14:cNvPr>
                <p14:cNvContentPartPr/>
                <p14:nvPr/>
              </p14:nvContentPartPr>
              <p14:xfrm>
                <a:off x="10120800" y="1776510"/>
                <a:ext cx="102240" cy="1112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16480" y="1772190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14:cNvPr>
                <p14:cNvContentPartPr/>
                <p14:nvPr/>
              </p14:nvContentPartPr>
              <p14:xfrm>
                <a:off x="10224480" y="1705590"/>
                <a:ext cx="147600" cy="62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20160" y="1701270"/>
                  <a:ext cx="156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05ABF49B-DEC4-6867-9452-E84DFF706858}"/>
              </a:ext>
            </a:extLst>
          </p:cNvPr>
          <p:cNvGrpSpPr/>
          <p:nvPr/>
        </p:nvGrpSpPr>
        <p:grpSpPr>
          <a:xfrm>
            <a:off x="8345640" y="2390670"/>
            <a:ext cx="162720" cy="229320"/>
            <a:chOff x="8345640" y="2390670"/>
            <a:chExt cx="1627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4A5A2D4B-6171-AEF3-2237-299E53A4B834}"/>
                    </a:ext>
                  </a:extLst>
                </p14:cNvPr>
                <p14:cNvContentPartPr/>
                <p14:nvPr/>
              </p14:nvContentPartPr>
              <p14:xfrm>
                <a:off x="8345640" y="2390670"/>
                <a:ext cx="117720" cy="16560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4A5A2D4B-6171-AEF3-2237-299E53A4B83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341320" y="2386350"/>
                  <a:ext cx="126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5FD769A3-D76D-4E6D-289B-93DF023FAB84}"/>
                    </a:ext>
                  </a:extLst>
                </p14:cNvPr>
                <p14:cNvContentPartPr/>
                <p14:nvPr/>
              </p14:nvContentPartPr>
              <p14:xfrm>
                <a:off x="8362920" y="2402550"/>
                <a:ext cx="89280" cy="990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5FD769A3-D76D-4E6D-289B-93DF023FAB8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358600" y="2398230"/>
                  <a:ext cx="979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56FEDA52-6200-5726-92AB-5022AAEFF025}"/>
                    </a:ext>
                  </a:extLst>
                </p14:cNvPr>
                <p14:cNvContentPartPr/>
                <p14:nvPr/>
              </p14:nvContentPartPr>
              <p14:xfrm>
                <a:off x="8492160" y="2499750"/>
                <a:ext cx="16200" cy="12024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56FEDA52-6200-5726-92AB-5022AAEFF02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7840" y="2495430"/>
                  <a:ext cx="248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Group 751">
            <a:extLst>
              <a:ext uri="{FF2B5EF4-FFF2-40B4-BE49-F238E27FC236}">
                <a16:creationId xmlns:a16="http://schemas.microsoft.com/office/drawing/2014/main" id="{8C821774-A4C3-2678-7662-08610CAA173C}"/>
              </a:ext>
            </a:extLst>
          </p:cNvPr>
          <p:cNvGrpSpPr/>
          <p:nvPr/>
        </p:nvGrpSpPr>
        <p:grpSpPr>
          <a:xfrm>
            <a:off x="8664960" y="2392110"/>
            <a:ext cx="844920" cy="134280"/>
            <a:chOff x="8664960" y="2392110"/>
            <a:chExt cx="84492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2F178B2A-F33C-3F48-7852-8AD283EC9C9E}"/>
                    </a:ext>
                  </a:extLst>
                </p14:cNvPr>
                <p14:cNvContentPartPr/>
                <p14:nvPr/>
              </p14:nvContentPartPr>
              <p14:xfrm>
                <a:off x="8664960" y="2449710"/>
                <a:ext cx="108000" cy="3600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2F178B2A-F33C-3F48-7852-8AD283EC9C9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60640" y="2445390"/>
                  <a:ext cx="116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8A5CBCB1-B8DD-0924-A75B-E1BFF272CE38}"/>
                    </a:ext>
                  </a:extLst>
                </p14:cNvPr>
                <p14:cNvContentPartPr/>
                <p14:nvPr/>
              </p14:nvContentPartPr>
              <p14:xfrm>
                <a:off x="8677920" y="2492190"/>
                <a:ext cx="142920" cy="3420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8A5CBCB1-B8DD-0924-A75B-E1BFF272CE3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673600" y="2487870"/>
                  <a:ext cx="151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9C980EC1-9645-B4DC-D00F-AAAEAD933198}"/>
                    </a:ext>
                  </a:extLst>
                </p14:cNvPr>
                <p14:cNvContentPartPr/>
                <p14:nvPr/>
              </p14:nvContentPartPr>
              <p14:xfrm>
                <a:off x="8880960" y="2412270"/>
                <a:ext cx="127080" cy="9360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9C980EC1-9645-B4DC-D00F-AAAEAD93319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876640" y="2407950"/>
                  <a:ext cx="135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23AAAFD5-EA77-ADA1-EFDC-80BE7565EB91}"/>
                    </a:ext>
                  </a:extLst>
                </p14:cNvPr>
                <p14:cNvContentPartPr/>
                <p14:nvPr/>
              </p14:nvContentPartPr>
              <p14:xfrm>
                <a:off x="9062040" y="2448990"/>
                <a:ext cx="13320" cy="4752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23AAAFD5-EA77-ADA1-EFDC-80BE7565EB9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057720" y="2444670"/>
                  <a:ext cx="21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4ECD6D57-8AB6-AB43-3550-0A499FAF2BAE}"/>
                    </a:ext>
                  </a:extLst>
                </p14:cNvPr>
                <p14:cNvContentPartPr/>
                <p14:nvPr/>
              </p14:nvContentPartPr>
              <p14:xfrm>
                <a:off x="9102000" y="2406150"/>
                <a:ext cx="102240" cy="10764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4ECD6D57-8AB6-AB43-3550-0A499FAF2BA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97680" y="2401830"/>
                  <a:ext cx="110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082A076D-71D9-BE6D-A1B3-70F0DF3E3DEE}"/>
                    </a:ext>
                  </a:extLst>
                </p14:cNvPr>
                <p14:cNvContentPartPr/>
                <p14:nvPr/>
              </p14:nvContentPartPr>
              <p14:xfrm>
                <a:off x="9157080" y="2394270"/>
                <a:ext cx="114120" cy="1548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082A076D-71D9-BE6D-A1B3-70F0DF3E3DE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52760" y="2389950"/>
                  <a:ext cx="12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08D81943-EE9A-B725-FCFF-E5B67F64A102}"/>
                    </a:ext>
                  </a:extLst>
                </p14:cNvPr>
                <p14:cNvContentPartPr/>
                <p14:nvPr/>
              </p14:nvContentPartPr>
              <p14:xfrm>
                <a:off x="9396840" y="2392110"/>
                <a:ext cx="37800" cy="12924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08D81943-EE9A-B725-FCFF-E5B67F64A10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92520" y="2387790"/>
                  <a:ext cx="46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B14F4FD2-9DF0-3BB6-941E-FBB72FF5259A}"/>
                    </a:ext>
                  </a:extLst>
                </p14:cNvPr>
                <p14:cNvContentPartPr/>
                <p14:nvPr/>
              </p14:nvContentPartPr>
              <p14:xfrm>
                <a:off x="9333120" y="2452950"/>
                <a:ext cx="176760" cy="3204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B14F4FD2-9DF0-3BB6-941E-FBB72FF5259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328800" y="2448630"/>
                  <a:ext cx="1854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6" name="Group 755">
            <a:extLst>
              <a:ext uri="{FF2B5EF4-FFF2-40B4-BE49-F238E27FC236}">
                <a16:creationId xmlns:a16="http://schemas.microsoft.com/office/drawing/2014/main" id="{FACDF68F-B3BE-0CAA-D60E-4687F9628712}"/>
              </a:ext>
            </a:extLst>
          </p:cNvPr>
          <p:cNvGrpSpPr/>
          <p:nvPr/>
        </p:nvGrpSpPr>
        <p:grpSpPr>
          <a:xfrm>
            <a:off x="4137600" y="5813190"/>
            <a:ext cx="325440" cy="172440"/>
            <a:chOff x="4137600" y="5813190"/>
            <a:chExt cx="325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124F1442-93A9-5C95-75E2-AB7AF46844EA}"/>
                    </a:ext>
                  </a:extLst>
                </p14:cNvPr>
                <p14:cNvContentPartPr/>
                <p14:nvPr/>
              </p14:nvContentPartPr>
              <p14:xfrm>
                <a:off x="4137600" y="5893110"/>
                <a:ext cx="102960" cy="9252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124F1442-93A9-5C95-75E2-AB7AF46844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133280" y="5888790"/>
                  <a:ext cx="11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C1B45F15-ABC1-33BD-B636-31DCF8030F6F}"/>
                    </a:ext>
                  </a:extLst>
                </p14:cNvPr>
                <p14:cNvContentPartPr/>
                <p14:nvPr/>
              </p14:nvContentPartPr>
              <p14:xfrm>
                <a:off x="4312200" y="5895630"/>
                <a:ext cx="70560" cy="756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C1B45F15-ABC1-33BD-B636-31DCF8030F6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307880" y="5891310"/>
                  <a:ext cx="79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3D58DA18-3AA8-D2D1-0B62-442ECCF6B44A}"/>
                    </a:ext>
                  </a:extLst>
                </p14:cNvPr>
                <p14:cNvContentPartPr/>
                <p14:nvPr/>
              </p14:nvContentPartPr>
              <p14:xfrm>
                <a:off x="4322640" y="5813190"/>
                <a:ext cx="140400" cy="6156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3D58DA18-3AA8-D2D1-0B62-442ECCF6B44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318320" y="5808870"/>
                  <a:ext cx="1490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3" name="Group 762">
            <a:extLst>
              <a:ext uri="{FF2B5EF4-FFF2-40B4-BE49-F238E27FC236}">
                <a16:creationId xmlns:a16="http://schemas.microsoft.com/office/drawing/2014/main" id="{C0E3E02D-9487-BEC8-484E-DCBFEE12A941}"/>
              </a:ext>
            </a:extLst>
          </p:cNvPr>
          <p:cNvGrpSpPr/>
          <p:nvPr/>
        </p:nvGrpSpPr>
        <p:grpSpPr>
          <a:xfrm>
            <a:off x="4074960" y="3537270"/>
            <a:ext cx="627840" cy="203040"/>
            <a:chOff x="4074960" y="3537270"/>
            <a:chExt cx="627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CB02C962-1BD4-F397-F2B9-FF1B6305F65A}"/>
                    </a:ext>
                  </a:extLst>
                </p14:cNvPr>
                <p14:cNvContentPartPr/>
                <p14:nvPr/>
              </p14:nvContentPartPr>
              <p14:xfrm>
                <a:off x="4074960" y="3633030"/>
                <a:ext cx="142920" cy="10728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CB02C962-1BD4-F397-F2B9-FF1B6305F65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070640" y="3628710"/>
                  <a:ext cx="151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12BAB447-AE17-8EF3-61E0-25CC61EEDD46}"/>
                    </a:ext>
                  </a:extLst>
                </p14:cNvPr>
                <p14:cNvContentPartPr/>
                <p14:nvPr/>
              </p14:nvContentPartPr>
              <p14:xfrm>
                <a:off x="4270800" y="3704310"/>
                <a:ext cx="11880" cy="1188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12BAB447-AE17-8EF3-61E0-25CC61EEDD4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266480" y="369999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B6D7970D-4B21-B63D-74A3-C2D7CAB4231B}"/>
                    </a:ext>
                  </a:extLst>
                </p14:cNvPr>
                <p14:cNvContentPartPr/>
                <p14:nvPr/>
              </p14:nvContentPartPr>
              <p14:xfrm>
                <a:off x="4315800" y="3611430"/>
                <a:ext cx="129240" cy="8460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B6D7970D-4B21-B63D-74A3-C2D7CAB4231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311480" y="3607110"/>
                  <a:ext cx="13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DE7DEC13-5BEC-A689-A009-AD915A3E1FFE}"/>
                    </a:ext>
                  </a:extLst>
                </p14:cNvPr>
                <p14:cNvContentPartPr/>
                <p14:nvPr/>
              </p14:nvContentPartPr>
              <p14:xfrm>
                <a:off x="4476720" y="3589830"/>
                <a:ext cx="147960" cy="13824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DE7DEC13-5BEC-A689-A009-AD915A3E1FF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472400" y="3585510"/>
                  <a:ext cx="156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339CCA85-A31C-AF0B-95AE-0AE29ACC0FDF}"/>
                    </a:ext>
                  </a:extLst>
                </p14:cNvPr>
                <p14:cNvContentPartPr/>
                <p14:nvPr/>
              </p14:nvContentPartPr>
              <p14:xfrm>
                <a:off x="4550160" y="3537270"/>
                <a:ext cx="152640" cy="7452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339CCA85-A31C-AF0B-95AE-0AE29ACC0FD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545840" y="3532950"/>
                  <a:ext cx="1612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764" name="Ink 763">
                <a:extLst>
                  <a:ext uri="{FF2B5EF4-FFF2-40B4-BE49-F238E27FC236}">
                    <a16:creationId xmlns:a16="http://schemas.microsoft.com/office/drawing/2014/main" id="{8345F9E0-D333-2FD0-B3FA-C97D00F1E7A7}"/>
                  </a:ext>
                </a:extLst>
              </p14:cNvPr>
              <p14:cNvContentPartPr/>
              <p14:nvPr/>
            </p14:nvContentPartPr>
            <p14:xfrm>
              <a:off x="9582240" y="2381670"/>
              <a:ext cx="91440" cy="154080"/>
            </p14:xfrm>
          </p:contentPart>
        </mc:Choice>
        <mc:Fallback xmlns="">
          <p:pic>
            <p:nvPicPr>
              <p:cNvPr id="764" name="Ink 763">
                <a:extLst>
                  <a:ext uri="{FF2B5EF4-FFF2-40B4-BE49-F238E27FC236}">
                    <a16:creationId xmlns:a16="http://schemas.microsoft.com/office/drawing/2014/main" id="{8345F9E0-D333-2FD0-B3FA-C97D00F1E7A7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577920" y="2377350"/>
                <a:ext cx="10008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4" name="Group 783">
            <a:extLst>
              <a:ext uri="{FF2B5EF4-FFF2-40B4-BE49-F238E27FC236}">
                <a16:creationId xmlns:a16="http://schemas.microsoft.com/office/drawing/2014/main" id="{8EF17C21-3DEB-2ECA-B956-687B466C24BA}"/>
              </a:ext>
            </a:extLst>
          </p:cNvPr>
          <p:cNvGrpSpPr/>
          <p:nvPr/>
        </p:nvGrpSpPr>
        <p:grpSpPr>
          <a:xfrm>
            <a:off x="9795000" y="2324070"/>
            <a:ext cx="344880" cy="200880"/>
            <a:chOff x="9795000" y="2324070"/>
            <a:chExt cx="3448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98B058C6-751B-6A92-656E-37C8D760A0AB}"/>
                    </a:ext>
                  </a:extLst>
                </p14:cNvPr>
                <p14:cNvContentPartPr/>
                <p14:nvPr/>
              </p14:nvContentPartPr>
              <p14:xfrm>
                <a:off x="9831720" y="2402190"/>
                <a:ext cx="27720" cy="11880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98B058C6-751B-6A92-656E-37C8D760A0A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27400" y="2397870"/>
                  <a:ext cx="36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0896F156-F135-AE76-253C-C606E4F92156}"/>
                    </a:ext>
                  </a:extLst>
                </p14:cNvPr>
                <p14:cNvContentPartPr/>
                <p14:nvPr/>
              </p14:nvContentPartPr>
              <p14:xfrm>
                <a:off x="9795000" y="2453310"/>
                <a:ext cx="112320" cy="158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0896F156-F135-AE76-253C-C606E4F9215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90680" y="2448990"/>
                  <a:ext cx="120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99F9A7C1-C083-3A2F-FD33-905156DE46AD}"/>
                    </a:ext>
                  </a:extLst>
                </p14:cNvPr>
                <p14:cNvContentPartPr/>
                <p14:nvPr/>
              </p14:nvContentPartPr>
              <p14:xfrm>
                <a:off x="9984360" y="2324070"/>
                <a:ext cx="155520" cy="20088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99F9A7C1-C083-3A2F-FD33-905156DE46A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980040" y="2319750"/>
                  <a:ext cx="16416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3" name="Group 782">
            <a:extLst>
              <a:ext uri="{FF2B5EF4-FFF2-40B4-BE49-F238E27FC236}">
                <a16:creationId xmlns:a16="http://schemas.microsoft.com/office/drawing/2014/main" id="{0078EC01-4B69-68CE-AF13-0BA31934380D}"/>
              </a:ext>
            </a:extLst>
          </p:cNvPr>
          <p:cNvGrpSpPr/>
          <p:nvPr/>
        </p:nvGrpSpPr>
        <p:grpSpPr>
          <a:xfrm>
            <a:off x="8327640" y="2793150"/>
            <a:ext cx="1821600" cy="383040"/>
            <a:chOff x="8327640" y="2793150"/>
            <a:chExt cx="18216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8231ED06-4176-1212-B85C-370202399808}"/>
                    </a:ext>
                  </a:extLst>
                </p14:cNvPr>
                <p14:cNvContentPartPr/>
                <p14:nvPr/>
              </p14:nvContentPartPr>
              <p14:xfrm>
                <a:off x="8327640" y="2805750"/>
                <a:ext cx="186120" cy="37044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8231ED06-4176-1212-B85C-37020239980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23320" y="2801430"/>
                  <a:ext cx="194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177F0EF9-D8BE-E013-8007-22B4CC44094A}"/>
                    </a:ext>
                  </a:extLst>
                </p14:cNvPr>
                <p14:cNvContentPartPr/>
                <p14:nvPr/>
              </p14:nvContentPartPr>
              <p14:xfrm>
                <a:off x="8568120" y="3042270"/>
                <a:ext cx="11160" cy="8856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177F0EF9-D8BE-E013-8007-22B4CC44094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63800" y="3037950"/>
                  <a:ext cx="19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2345A0CA-2ABE-0946-FE33-973725D638BD}"/>
                    </a:ext>
                  </a:extLst>
                </p14:cNvPr>
                <p14:cNvContentPartPr/>
                <p14:nvPr/>
              </p14:nvContentPartPr>
              <p14:xfrm>
                <a:off x="8698440" y="2876670"/>
                <a:ext cx="131400" cy="3168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2345A0CA-2ABE-0946-FE33-973725D638B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694120" y="2872350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8AC2D290-19BF-20C3-3EC8-1357CF0325F8}"/>
                    </a:ext>
                  </a:extLst>
                </p14:cNvPr>
                <p14:cNvContentPartPr/>
                <p14:nvPr/>
              </p14:nvContentPartPr>
              <p14:xfrm>
                <a:off x="8686560" y="2951550"/>
                <a:ext cx="141120" cy="4104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8AC2D290-19BF-20C3-3EC8-1357CF0325F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682240" y="2947230"/>
                  <a:ext cx="149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C3B7190E-C332-3561-B082-13B3DBD5B2A2}"/>
                    </a:ext>
                  </a:extLst>
                </p14:cNvPr>
                <p14:cNvContentPartPr/>
                <p14:nvPr/>
              </p14:nvContentPartPr>
              <p14:xfrm>
                <a:off x="8932440" y="2862270"/>
                <a:ext cx="139680" cy="12564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C3B7190E-C332-3561-B082-13B3DBD5B2A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928120" y="2857950"/>
                  <a:ext cx="148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CFC578A5-E07F-76BF-057A-7D0C8559FB2A}"/>
                    </a:ext>
                  </a:extLst>
                </p14:cNvPr>
                <p14:cNvContentPartPr/>
                <p14:nvPr/>
              </p14:nvContentPartPr>
              <p14:xfrm>
                <a:off x="9154200" y="2916270"/>
                <a:ext cx="39600" cy="2916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CFC578A5-E07F-76BF-057A-7D0C8559FB2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149880" y="2911950"/>
                  <a:ext cx="48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514F2A51-427B-B5F4-B20F-FA250A00697D}"/>
                    </a:ext>
                  </a:extLst>
                </p14:cNvPr>
                <p14:cNvContentPartPr/>
                <p14:nvPr/>
              </p14:nvContentPartPr>
              <p14:xfrm>
                <a:off x="9241320" y="2857230"/>
                <a:ext cx="63720" cy="14076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514F2A51-427B-B5F4-B20F-FA250A00697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237000" y="2852910"/>
                  <a:ext cx="72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9617FCBE-5B52-F0CF-F71E-316A7C674AAF}"/>
                    </a:ext>
                  </a:extLst>
                </p14:cNvPr>
                <p14:cNvContentPartPr/>
                <p14:nvPr/>
              </p14:nvContentPartPr>
              <p14:xfrm>
                <a:off x="9289200" y="2821590"/>
                <a:ext cx="89280" cy="1332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9617FCBE-5B52-F0CF-F71E-316A7C674AA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284880" y="2817270"/>
                  <a:ext cx="979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E8AAF51B-C3D6-9263-DDB2-95BD43F1D583}"/>
                    </a:ext>
                  </a:extLst>
                </p14:cNvPr>
                <p14:cNvContentPartPr/>
                <p14:nvPr/>
              </p14:nvContentPartPr>
              <p14:xfrm>
                <a:off x="9443280" y="2837790"/>
                <a:ext cx="21600" cy="1202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E8AAF51B-C3D6-9263-DDB2-95BD43F1D58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438960" y="2833470"/>
                  <a:ext cx="30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D6F00276-CF32-088C-19B8-E3383BFD07D9}"/>
                    </a:ext>
                  </a:extLst>
                </p14:cNvPr>
                <p14:cNvContentPartPr/>
                <p14:nvPr/>
              </p14:nvContentPartPr>
              <p14:xfrm>
                <a:off x="9412320" y="2904750"/>
                <a:ext cx="151560" cy="2160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D6F00276-CF32-088C-19B8-E3383BFD07D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408000" y="2900430"/>
                  <a:ext cx="160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26C30F6F-446F-81CE-A617-A03E376B93D2}"/>
                    </a:ext>
                  </a:extLst>
                </p14:cNvPr>
                <p14:cNvContentPartPr/>
                <p14:nvPr/>
              </p14:nvContentPartPr>
              <p14:xfrm>
                <a:off x="9584760" y="2830950"/>
                <a:ext cx="132840" cy="8748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26C30F6F-446F-81CE-A617-A03E376B93D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580440" y="2826630"/>
                  <a:ext cx="141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006C1D91-E791-9195-C3B7-C3A7A9D3A6D4}"/>
                    </a:ext>
                  </a:extLst>
                </p14:cNvPr>
                <p14:cNvContentPartPr/>
                <p14:nvPr/>
              </p14:nvContentPartPr>
              <p14:xfrm>
                <a:off x="9597000" y="2920230"/>
                <a:ext cx="74160" cy="3168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006C1D91-E791-9195-C3B7-C3A7A9D3A6D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592680" y="2915910"/>
                  <a:ext cx="82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8DEFE246-E75D-D31B-ADD9-D4324D7140CD}"/>
                    </a:ext>
                  </a:extLst>
                </p14:cNvPr>
                <p14:cNvContentPartPr/>
                <p14:nvPr/>
              </p14:nvContentPartPr>
              <p14:xfrm>
                <a:off x="9786720" y="2876310"/>
                <a:ext cx="16200" cy="9072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8DEFE246-E75D-D31B-ADD9-D4324D7140C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782400" y="2871990"/>
                  <a:ext cx="2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407359A1-7B85-D6F4-A180-055DF37F3D38}"/>
                    </a:ext>
                  </a:extLst>
                </p14:cNvPr>
                <p14:cNvContentPartPr/>
                <p14:nvPr/>
              </p14:nvContentPartPr>
              <p14:xfrm>
                <a:off x="9733440" y="2922390"/>
                <a:ext cx="160920" cy="1188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407359A1-7B85-D6F4-A180-055DF37F3D3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729120" y="2918070"/>
                  <a:ext cx="1695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6134E79F-E7BF-3868-7D8E-7561DA1DD273}"/>
                    </a:ext>
                  </a:extLst>
                </p14:cNvPr>
                <p14:cNvContentPartPr/>
                <p14:nvPr/>
              </p14:nvContentPartPr>
              <p14:xfrm>
                <a:off x="9924240" y="2793150"/>
                <a:ext cx="225000" cy="19584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6134E79F-E7BF-3868-7D8E-7561DA1DD27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19920" y="2788830"/>
                  <a:ext cx="23364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785" name="Ink 784">
                <a:extLst>
                  <a:ext uri="{FF2B5EF4-FFF2-40B4-BE49-F238E27FC236}">
                    <a16:creationId xmlns:a16="http://schemas.microsoft.com/office/drawing/2014/main" id="{72A609B7-B3DB-7E30-AC2C-B9DC8A8A03F4}"/>
                  </a:ext>
                </a:extLst>
              </p14:cNvPr>
              <p14:cNvContentPartPr/>
              <p14:nvPr/>
            </p14:nvContentPartPr>
            <p14:xfrm>
              <a:off x="3272520" y="4357350"/>
              <a:ext cx="54360" cy="254160"/>
            </p14:xfrm>
          </p:contentPart>
        </mc:Choice>
        <mc:Fallback xmlns="">
          <p:pic>
            <p:nvPicPr>
              <p:cNvPr id="785" name="Ink 784">
                <a:extLst>
                  <a:ext uri="{FF2B5EF4-FFF2-40B4-BE49-F238E27FC236}">
                    <a16:creationId xmlns:a16="http://schemas.microsoft.com/office/drawing/2014/main" id="{72A609B7-B3DB-7E30-AC2C-B9DC8A8A03F4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3268200" y="4353030"/>
                <a:ext cx="63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786" name="Ink 785">
                <a:extLst>
                  <a:ext uri="{FF2B5EF4-FFF2-40B4-BE49-F238E27FC236}">
                    <a16:creationId xmlns:a16="http://schemas.microsoft.com/office/drawing/2014/main" id="{BFEF0F2E-91F1-2320-8A24-B81ABBA06D2C}"/>
                  </a:ext>
                </a:extLst>
              </p14:cNvPr>
              <p14:cNvContentPartPr/>
              <p14:nvPr/>
            </p14:nvContentPartPr>
            <p14:xfrm>
              <a:off x="3162360" y="1766430"/>
              <a:ext cx="160200" cy="187200"/>
            </p14:xfrm>
          </p:contentPart>
        </mc:Choice>
        <mc:Fallback xmlns="">
          <p:pic>
            <p:nvPicPr>
              <p:cNvPr id="786" name="Ink 785">
                <a:extLst>
                  <a:ext uri="{FF2B5EF4-FFF2-40B4-BE49-F238E27FC236}">
                    <a16:creationId xmlns:a16="http://schemas.microsoft.com/office/drawing/2014/main" id="{BFEF0F2E-91F1-2320-8A24-B81ABBA06D2C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3158040" y="1762110"/>
                <a:ext cx="168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788" name="Ink 787">
                <a:extLst>
                  <a:ext uri="{FF2B5EF4-FFF2-40B4-BE49-F238E27FC236}">
                    <a16:creationId xmlns:a16="http://schemas.microsoft.com/office/drawing/2014/main" id="{0F3147F8-5787-1252-FBE5-E13263A52230}"/>
                  </a:ext>
                </a:extLst>
              </p14:cNvPr>
              <p14:cNvContentPartPr/>
              <p14:nvPr/>
            </p14:nvContentPartPr>
            <p14:xfrm>
              <a:off x="8295960" y="3558150"/>
              <a:ext cx="360" cy="360"/>
            </p14:xfrm>
          </p:contentPart>
        </mc:Choice>
        <mc:Fallback xmlns="">
          <p:pic>
            <p:nvPicPr>
              <p:cNvPr id="788" name="Ink 787">
                <a:extLst>
                  <a:ext uri="{FF2B5EF4-FFF2-40B4-BE49-F238E27FC236}">
                    <a16:creationId xmlns:a16="http://schemas.microsoft.com/office/drawing/2014/main" id="{0F3147F8-5787-1252-FBE5-E13263A5223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291640" y="355383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1" name="Group 850">
            <a:extLst>
              <a:ext uri="{FF2B5EF4-FFF2-40B4-BE49-F238E27FC236}">
                <a16:creationId xmlns:a16="http://schemas.microsoft.com/office/drawing/2014/main" id="{2A45D46C-9388-AE68-10BA-35590BF29A9C}"/>
              </a:ext>
            </a:extLst>
          </p:cNvPr>
          <p:cNvGrpSpPr/>
          <p:nvPr/>
        </p:nvGrpSpPr>
        <p:grpSpPr>
          <a:xfrm>
            <a:off x="10480440" y="4054590"/>
            <a:ext cx="199440" cy="251640"/>
            <a:chOff x="10480440" y="4054590"/>
            <a:chExt cx="19944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AF8A8FED-1713-C3E7-75CE-D01343EE4D81}"/>
                    </a:ext>
                  </a:extLst>
                </p14:cNvPr>
                <p14:cNvContentPartPr/>
                <p14:nvPr/>
              </p14:nvContentPartPr>
              <p14:xfrm>
                <a:off x="10480440" y="4118310"/>
                <a:ext cx="25200" cy="17676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AF8A8FED-1713-C3E7-75CE-D01343EE4D81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476120" y="4113990"/>
                  <a:ext cx="33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8BC370C3-4CE8-82F7-7AAC-F7E488870120}"/>
                    </a:ext>
                  </a:extLst>
                </p14:cNvPr>
                <p14:cNvContentPartPr/>
                <p14:nvPr/>
              </p14:nvContentPartPr>
              <p14:xfrm>
                <a:off x="10588080" y="4054590"/>
                <a:ext cx="91800" cy="25164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8BC370C3-4CE8-82F7-7AAC-F7E48887012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583760" y="4050270"/>
                  <a:ext cx="10044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5" name="Group 854">
            <a:extLst>
              <a:ext uri="{FF2B5EF4-FFF2-40B4-BE49-F238E27FC236}">
                <a16:creationId xmlns:a16="http://schemas.microsoft.com/office/drawing/2014/main" id="{85D9981D-025C-C58E-0C28-018B8EB1D26F}"/>
              </a:ext>
            </a:extLst>
          </p:cNvPr>
          <p:cNvGrpSpPr/>
          <p:nvPr/>
        </p:nvGrpSpPr>
        <p:grpSpPr>
          <a:xfrm>
            <a:off x="10727040" y="4144590"/>
            <a:ext cx="312840" cy="145800"/>
            <a:chOff x="10727040" y="4144590"/>
            <a:chExt cx="31284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5D89B464-FA87-EA37-F7C5-F48EC5BA8828}"/>
                    </a:ext>
                  </a:extLst>
                </p14:cNvPr>
                <p14:cNvContentPartPr/>
                <p14:nvPr/>
              </p14:nvContentPartPr>
              <p14:xfrm>
                <a:off x="10727040" y="4144590"/>
                <a:ext cx="103320" cy="14256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5D89B464-FA87-EA37-F7C5-F48EC5BA882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722720" y="4140270"/>
                  <a:ext cx="111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174A014C-DA2E-2942-4342-E7C9BFB632E8}"/>
                    </a:ext>
                  </a:extLst>
                </p14:cNvPr>
                <p14:cNvContentPartPr/>
                <p14:nvPr/>
              </p14:nvContentPartPr>
              <p14:xfrm>
                <a:off x="10849440" y="4223070"/>
                <a:ext cx="2880" cy="2520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174A014C-DA2E-2942-4342-E7C9BFB632E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845120" y="4218750"/>
                  <a:ext cx="1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B78B811A-C1F6-F4F7-0729-8A0050F33507}"/>
                    </a:ext>
                  </a:extLst>
                </p14:cNvPr>
                <p14:cNvContentPartPr/>
                <p14:nvPr/>
              </p14:nvContentPartPr>
              <p14:xfrm>
                <a:off x="10914600" y="4153950"/>
                <a:ext cx="125280" cy="13644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B78B811A-C1F6-F4F7-0729-8A0050F3350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910280" y="4149630"/>
                  <a:ext cx="1339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6862EDF2-6A4E-615C-1F8E-F9BC5D961D9E}"/>
              </a:ext>
            </a:extLst>
          </p:cNvPr>
          <p:cNvGrpSpPr/>
          <p:nvPr/>
        </p:nvGrpSpPr>
        <p:grpSpPr>
          <a:xfrm>
            <a:off x="11124480" y="4058550"/>
            <a:ext cx="485640" cy="291600"/>
            <a:chOff x="11124480" y="4058550"/>
            <a:chExt cx="4856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239FDA8C-D24F-AD03-F507-E09B00708C7E}"/>
                    </a:ext>
                  </a:extLst>
                </p14:cNvPr>
                <p14:cNvContentPartPr/>
                <p14:nvPr/>
              </p14:nvContentPartPr>
              <p14:xfrm>
                <a:off x="11179920" y="4146030"/>
                <a:ext cx="30600" cy="14220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239FDA8C-D24F-AD03-F507-E09B00708C7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175600" y="4141710"/>
                  <a:ext cx="39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9E526263-F712-0A8B-5861-F9F424071CB4}"/>
                    </a:ext>
                  </a:extLst>
                </p14:cNvPr>
                <p14:cNvContentPartPr/>
                <p14:nvPr/>
              </p14:nvContentPartPr>
              <p14:xfrm>
                <a:off x="11124480" y="4215510"/>
                <a:ext cx="149400" cy="4860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9E526263-F712-0A8B-5861-F9F424071CB4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120160" y="4211190"/>
                  <a:ext cx="15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48FE39FE-6457-4805-BD65-14B67A99BDA7}"/>
                    </a:ext>
                  </a:extLst>
                </p14:cNvPr>
                <p14:cNvContentPartPr/>
                <p14:nvPr/>
              </p14:nvContentPartPr>
              <p14:xfrm>
                <a:off x="11307720" y="4120830"/>
                <a:ext cx="153360" cy="16308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48FE39FE-6457-4805-BD65-14B67A99BDA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303400" y="4116510"/>
                  <a:ext cx="162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1339699E-FA20-14CA-215F-6A0E16F4BCD6}"/>
                    </a:ext>
                  </a:extLst>
                </p14:cNvPr>
                <p14:cNvContentPartPr/>
                <p14:nvPr/>
              </p14:nvContentPartPr>
              <p14:xfrm>
                <a:off x="11452080" y="4058550"/>
                <a:ext cx="158040" cy="29160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1339699E-FA20-14CA-215F-6A0E16F4BCD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1447760" y="4054230"/>
                  <a:ext cx="166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7298BC0C-D196-2264-BC05-8829DABA654F}"/>
                    </a:ext>
                  </a:extLst>
                </p14:cNvPr>
                <p14:cNvContentPartPr/>
                <p14:nvPr/>
              </p14:nvContentPartPr>
              <p14:xfrm>
                <a:off x="11202600" y="4162950"/>
                <a:ext cx="108000" cy="16128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7298BC0C-D196-2264-BC05-8829DABA654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198280" y="4158630"/>
                  <a:ext cx="1166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20B29A3C-62AA-4C3B-1605-E1DA1949920D}"/>
              </a:ext>
            </a:extLst>
          </p:cNvPr>
          <p:cNvGrpSpPr/>
          <p:nvPr/>
        </p:nvGrpSpPr>
        <p:grpSpPr>
          <a:xfrm>
            <a:off x="8337720" y="3560310"/>
            <a:ext cx="2175480" cy="430560"/>
            <a:chOff x="8337720" y="3560310"/>
            <a:chExt cx="21754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2C164ABC-67BA-0CCD-62A7-340F529E313E}"/>
                    </a:ext>
                  </a:extLst>
                </p14:cNvPr>
                <p14:cNvContentPartPr/>
                <p14:nvPr/>
              </p14:nvContentPartPr>
              <p14:xfrm>
                <a:off x="8337720" y="3658590"/>
                <a:ext cx="172440" cy="22680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2C164ABC-67BA-0CCD-62A7-340F529E313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333400" y="3654270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0E5870EF-2E30-5E35-16D3-84AD5F6ACAAE}"/>
                    </a:ext>
                  </a:extLst>
                </p14:cNvPr>
                <p14:cNvContentPartPr/>
                <p14:nvPr/>
              </p14:nvContentPartPr>
              <p14:xfrm>
                <a:off x="8358960" y="3699990"/>
                <a:ext cx="113040" cy="11916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0E5870EF-2E30-5E35-16D3-84AD5F6ACAAE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354640" y="36956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5FBAB42B-B100-29D3-14B7-41BA8E72F282}"/>
                    </a:ext>
                  </a:extLst>
                </p14:cNvPr>
                <p14:cNvContentPartPr/>
                <p14:nvPr/>
              </p14:nvContentPartPr>
              <p14:xfrm>
                <a:off x="8545800" y="3802590"/>
                <a:ext cx="22680" cy="11160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5FBAB42B-B100-29D3-14B7-41BA8E72F28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541480" y="3798270"/>
                  <a:ext cx="31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2646E522-AB62-E2A7-DDB1-255AE5AEBE21}"/>
                    </a:ext>
                  </a:extLst>
                </p14:cNvPr>
                <p14:cNvContentPartPr/>
                <p14:nvPr/>
              </p14:nvContentPartPr>
              <p14:xfrm>
                <a:off x="8720400" y="3692790"/>
                <a:ext cx="151560" cy="766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2646E522-AB62-E2A7-DDB1-255AE5AEBE2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716080" y="3688470"/>
                  <a:ext cx="160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83D0BFE7-D7F9-3C69-6DF5-91355D33F1FA}"/>
                    </a:ext>
                  </a:extLst>
                </p14:cNvPr>
                <p14:cNvContentPartPr/>
                <p14:nvPr/>
              </p14:nvContentPartPr>
              <p14:xfrm>
                <a:off x="9001560" y="3645270"/>
                <a:ext cx="146520" cy="11556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83D0BFE7-D7F9-3C69-6DF5-91355D33F1F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997240" y="3640950"/>
                  <a:ext cx="155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67E369B9-9A7E-E5CB-A332-A015AAE89F20}"/>
                    </a:ext>
                  </a:extLst>
                </p14:cNvPr>
                <p14:cNvContentPartPr/>
                <p14:nvPr/>
              </p14:nvContentPartPr>
              <p14:xfrm>
                <a:off x="9275880" y="3680550"/>
                <a:ext cx="29520" cy="5148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67E369B9-9A7E-E5CB-A332-A015AAE89F2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9271560" y="3676230"/>
                  <a:ext cx="38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A517C868-32FE-287C-4F63-84BA9D9E058A}"/>
                    </a:ext>
                  </a:extLst>
                </p14:cNvPr>
                <p14:cNvContentPartPr/>
                <p14:nvPr/>
              </p14:nvContentPartPr>
              <p14:xfrm>
                <a:off x="9342840" y="3647790"/>
                <a:ext cx="125280" cy="11088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A517C868-32FE-287C-4F63-84BA9D9E058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338520" y="3643470"/>
                  <a:ext cx="133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96817CF6-B49C-B7E1-6D2A-A981F35EC2B5}"/>
                    </a:ext>
                  </a:extLst>
                </p14:cNvPr>
                <p14:cNvContentPartPr/>
                <p14:nvPr/>
              </p14:nvContentPartPr>
              <p14:xfrm>
                <a:off x="9416640" y="3609630"/>
                <a:ext cx="149760" cy="1692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96817CF6-B49C-B7E1-6D2A-A981F35EC2B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12320" y="3605310"/>
                  <a:ext cx="158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E080226-8622-92CD-EDFF-7554556FE35F}"/>
                    </a:ext>
                  </a:extLst>
                </p14:cNvPr>
                <p14:cNvContentPartPr/>
                <p14:nvPr/>
              </p14:nvContentPartPr>
              <p14:xfrm>
                <a:off x="9675840" y="3614310"/>
                <a:ext cx="24120" cy="13680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E080226-8622-92CD-EDFF-7554556FE35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671520" y="3609990"/>
                  <a:ext cx="32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86A2B0DB-FA04-FDC1-8E0E-3D3BD109D437}"/>
                    </a:ext>
                  </a:extLst>
                </p14:cNvPr>
                <p14:cNvContentPartPr/>
                <p14:nvPr/>
              </p14:nvContentPartPr>
              <p14:xfrm>
                <a:off x="9646680" y="3665430"/>
                <a:ext cx="89280" cy="1728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86A2B0DB-FA04-FDC1-8E0E-3D3BD109D43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642360" y="3661110"/>
                  <a:ext cx="97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3C969406-3E7D-EC4B-C765-5942D4A1E5AC}"/>
                    </a:ext>
                  </a:extLst>
                </p14:cNvPr>
                <p14:cNvContentPartPr/>
                <p14:nvPr/>
              </p14:nvContentPartPr>
              <p14:xfrm>
                <a:off x="9838200" y="3560310"/>
                <a:ext cx="137880" cy="16164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3C969406-3E7D-EC4B-C765-5942D4A1E5AC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833880" y="3555990"/>
                  <a:ext cx="146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1D982DF4-98FA-3975-1C47-1809844A41AF}"/>
                    </a:ext>
                  </a:extLst>
                </p14:cNvPr>
                <p14:cNvContentPartPr/>
                <p14:nvPr/>
              </p14:nvContentPartPr>
              <p14:xfrm>
                <a:off x="10101000" y="3589830"/>
                <a:ext cx="19080" cy="11952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1D982DF4-98FA-3975-1C47-1809844A41AF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096680" y="3585510"/>
                  <a:ext cx="2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30DB1248-0BB1-A4B2-5B69-FF5384BDD80F}"/>
                    </a:ext>
                  </a:extLst>
                </p14:cNvPr>
                <p14:cNvContentPartPr/>
                <p14:nvPr/>
              </p14:nvContentPartPr>
              <p14:xfrm>
                <a:off x="10053120" y="3660030"/>
                <a:ext cx="151560" cy="1548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30DB1248-0BB1-A4B2-5B69-FF5384BDD80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048800" y="3655710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2FB68769-F48B-6AD8-A43B-B2F2F118972C}"/>
                    </a:ext>
                  </a:extLst>
                </p14:cNvPr>
                <p14:cNvContentPartPr/>
                <p14:nvPr/>
              </p14:nvContentPartPr>
              <p14:xfrm>
                <a:off x="10302240" y="3574710"/>
                <a:ext cx="210960" cy="18000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2FB68769-F48B-6AD8-A43B-B2F2F118972C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297920" y="3570390"/>
                  <a:ext cx="219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41786D73-25D2-4931-97F8-4198C42FDD02}"/>
                    </a:ext>
                  </a:extLst>
                </p14:cNvPr>
                <p14:cNvContentPartPr/>
                <p14:nvPr/>
              </p14:nvContentPartPr>
              <p14:xfrm>
                <a:off x="8514840" y="3829230"/>
                <a:ext cx="173880" cy="16164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41786D73-25D2-4931-97F8-4198C42FDD0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510520" y="3824910"/>
                  <a:ext cx="1825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B7E4AFC9-DF33-E2CF-B275-8F3C2B05BB8F}"/>
              </a:ext>
            </a:extLst>
          </p:cNvPr>
          <p:cNvGrpSpPr/>
          <p:nvPr/>
        </p:nvGrpSpPr>
        <p:grpSpPr>
          <a:xfrm>
            <a:off x="8388840" y="4156830"/>
            <a:ext cx="1948320" cy="403560"/>
            <a:chOff x="8388840" y="4156830"/>
            <a:chExt cx="19483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F3E150BC-2F22-72B1-3BED-B0D6A5058C92}"/>
                    </a:ext>
                  </a:extLst>
                </p14:cNvPr>
                <p14:cNvContentPartPr/>
                <p14:nvPr/>
              </p14:nvContentPartPr>
              <p14:xfrm>
                <a:off x="8388840" y="4161510"/>
                <a:ext cx="268200" cy="37440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F3E150BC-2F22-72B1-3BED-B0D6A5058C9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384520" y="4157190"/>
                  <a:ext cx="276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92A3D88E-0545-7BFF-DEC6-52DA1118FA4D}"/>
                    </a:ext>
                  </a:extLst>
                </p14:cNvPr>
                <p14:cNvContentPartPr/>
                <p14:nvPr/>
              </p14:nvContentPartPr>
              <p14:xfrm>
                <a:off x="8552640" y="4481910"/>
                <a:ext cx="29520" cy="540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92A3D88E-0545-7BFF-DEC6-52DA1118FA4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548320" y="4477590"/>
                  <a:ext cx="381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78EC2472-7BDD-0D39-63EF-EFA069093C85}"/>
                    </a:ext>
                  </a:extLst>
                </p14:cNvPr>
                <p14:cNvContentPartPr/>
                <p14:nvPr/>
              </p14:nvContentPartPr>
              <p14:xfrm>
                <a:off x="8720760" y="4366350"/>
                <a:ext cx="12960" cy="9756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78EC2472-7BDD-0D39-63EF-EFA069093C85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716440" y="4362030"/>
                  <a:ext cx="21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6A96637C-8D4F-7FFF-8F6C-DF7417E73B28}"/>
                    </a:ext>
                  </a:extLst>
                </p14:cNvPr>
                <p14:cNvContentPartPr/>
                <p14:nvPr/>
              </p14:nvContentPartPr>
              <p14:xfrm>
                <a:off x="8799600" y="4224510"/>
                <a:ext cx="85680" cy="15480"/>
              </p14:xfrm>
            </p:contentPart>
          </mc:Choice>
          <mc:Fallback xmlns=""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6A96637C-8D4F-7FFF-8F6C-DF7417E73B2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795280" y="4220190"/>
                  <a:ext cx="94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90C12FA8-1C9C-0FB1-502D-35C4DA4ABDE1}"/>
                    </a:ext>
                  </a:extLst>
                </p14:cNvPr>
                <p14:cNvContentPartPr/>
                <p14:nvPr/>
              </p14:nvContentPartPr>
              <p14:xfrm>
                <a:off x="8805000" y="4319910"/>
                <a:ext cx="104040" cy="1368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90C12FA8-1C9C-0FB1-502D-35C4DA4ABDE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800680" y="4315590"/>
                  <a:ext cx="112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AA21CAAB-1F4B-EDA3-9409-2A7797669346}"/>
                    </a:ext>
                  </a:extLst>
                </p14:cNvPr>
                <p14:cNvContentPartPr/>
                <p14:nvPr/>
              </p14:nvContentPartPr>
              <p14:xfrm>
                <a:off x="8999040" y="4245030"/>
                <a:ext cx="138240" cy="114840"/>
              </p14:xfrm>
            </p:contentPart>
          </mc:Choice>
          <mc:Fallback xmlns=""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AA21CAAB-1F4B-EDA3-9409-2A779766934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994720" y="4240710"/>
                  <a:ext cx="146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AA8F202F-0628-5168-2A63-B334DBCCFD6F}"/>
                    </a:ext>
                  </a:extLst>
                </p14:cNvPr>
                <p14:cNvContentPartPr/>
                <p14:nvPr/>
              </p14:nvContentPartPr>
              <p14:xfrm>
                <a:off x="9206760" y="4293270"/>
                <a:ext cx="26640" cy="4176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AA8F202F-0628-5168-2A63-B334DBCCFD6F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202440" y="4288950"/>
                  <a:ext cx="35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6098B3D8-DB9D-794B-7E3C-3FF00C320BCE}"/>
                    </a:ext>
                  </a:extLst>
                </p14:cNvPr>
                <p14:cNvContentPartPr/>
                <p14:nvPr/>
              </p14:nvContentPartPr>
              <p14:xfrm>
                <a:off x="9285960" y="4196430"/>
                <a:ext cx="111600" cy="13464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6098B3D8-DB9D-794B-7E3C-3FF00C320BC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281640" y="4192110"/>
                  <a:ext cx="120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17217C55-082E-6FFC-21BD-52F1FBC99481}"/>
                    </a:ext>
                  </a:extLst>
                </p14:cNvPr>
                <p14:cNvContentPartPr/>
                <p14:nvPr/>
              </p14:nvContentPartPr>
              <p14:xfrm>
                <a:off x="9373800" y="4170870"/>
                <a:ext cx="114480" cy="612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17217C55-082E-6FFC-21BD-52F1FBC99481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369480" y="4166550"/>
                  <a:ext cx="1231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D4C841FE-01AC-3A91-C1AE-61A2E4EDE429}"/>
                    </a:ext>
                  </a:extLst>
                </p14:cNvPr>
                <p14:cNvContentPartPr/>
                <p14:nvPr/>
              </p14:nvContentPartPr>
              <p14:xfrm>
                <a:off x="9521040" y="4209030"/>
                <a:ext cx="12960" cy="12456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D4C841FE-01AC-3A91-C1AE-61A2E4EDE42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16720" y="4204710"/>
                  <a:ext cx="21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267AB733-1DEB-691C-34D7-83B66C2B83E3}"/>
                    </a:ext>
                  </a:extLst>
                </p14:cNvPr>
                <p14:cNvContentPartPr/>
                <p14:nvPr/>
              </p14:nvContentPartPr>
              <p14:xfrm>
                <a:off x="9465960" y="4250430"/>
                <a:ext cx="125280" cy="3708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267AB733-1DEB-691C-34D7-83B66C2B83E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461640" y="4246110"/>
                  <a:ext cx="133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2F0EF028-2D75-54FA-2189-C313B2643EE7}"/>
                    </a:ext>
                  </a:extLst>
                </p14:cNvPr>
                <p14:cNvContentPartPr/>
                <p14:nvPr/>
              </p14:nvContentPartPr>
              <p14:xfrm>
                <a:off x="9643440" y="4156830"/>
                <a:ext cx="109800" cy="15408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2F0EF028-2D75-54FA-2189-C313B2643EE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639120" y="4152510"/>
                  <a:ext cx="11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BB70ABC8-86D8-B5E6-6034-2DF0FDCFE0E2}"/>
                    </a:ext>
                  </a:extLst>
                </p14:cNvPr>
                <p14:cNvContentPartPr/>
                <p14:nvPr/>
              </p14:nvContentPartPr>
              <p14:xfrm>
                <a:off x="9820200" y="4189590"/>
                <a:ext cx="20520" cy="9360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BB70ABC8-86D8-B5E6-6034-2DF0FDCFE0E2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815880" y="4185270"/>
                  <a:ext cx="29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A810C2C4-E2F1-DFC2-2451-ABDD9413FC3B}"/>
                    </a:ext>
                  </a:extLst>
                </p14:cNvPr>
                <p14:cNvContentPartPr/>
                <p14:nvPr/>
              </p14:nvContentPartPr>
              <p14:xfrm>
                <a:off x="9778080" y="4235310"/>
                <a:ext cx="90000" cy="1764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A810C2C4-E2F1-DFC2-2451-ABDD9413FC3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773760" y="4230990"/>
                  <a:ext cx="98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1971DBF9-86B7-6BFE-2D72-3313208B7FA6}"/>
                    </a:ext>
                  </a:extLst>
                </p14:cNvPr>
                <p14:cNvContentPartPr/>
                <p14:nvPr/>
              </p14:nvContentPartPr>
              <p14:xfrm>
                <a:off x="9927480" y="4162950"/>
                <a:ext cx="187560" cy="14364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1971DBF9-86B7-6BFE-2D72-3313208B7FA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923160" y="4158630"/>
                  <a:ext cx="196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48024787-C8E8-5655-0359-199F02844682}"/>
                    </a:ext>
                  </a:extLst>
                </p14:cNvPr>
                <p14:cNvContentPartPr/>
                <p14:nvPr/>
              </p14:nvContentPartPr>
              <p14:xfrm>
                <a:off x="10248600" y="4159710"/>
                <a:ext cx="11520" cy="2520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48024787-C8E8-5655-0359-199F0284468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244280" y="4155390"/>
                  <a:ext cx="20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437E1F76-CADC-BD83-A55C-82FC26B96EF2}"/>
                    </a:ext>
                  </a:extLst>
                </p14:cNvPr>
                <p14:cNvContentPartPr/>
                <p14:nvPr/>
              </p14:nvContentPartPr>
              <p14:xfrm>
                <a:off x="10266600" y="4176630"/>
                <a:ext cx="14400" cy="13212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437E1F76-CADC-BD83-A55C-82FC26B96EF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262280" y="4172310"/>
                  <a:ext cx="2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66E7A4FC-F957-2F25-738D-271AE69A3DE8}"/>
                    </a:ext>
                  </a:extLst>
                </p14:cNvPr>
                <p14:cNvContentPartPr/>
                <p14:nvPr/>
              </p14:nvContentPartPr>
              <p14:xfrm>
                <a:off x="10215840" y="4229190"/>
                <a:ext cx="121320" cy="280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66E7A4FC-F957-2F25-738D-271AE69A3DE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0211520" y="4224870"/>
                  <a:ext cx="129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21654BBA-F5DC-9F19-6D66-C8C0481721D7}"/>
                    </a:ext>
                  </a:extLst>
                </p14:cNvPr>
                <p14:cNvContentPartPr/>
                <p14:nvPr/>
              </p14:nvContentPartPr>
              <p14:xfrm>
                <a:off x="8670000" y="4416030"/>
                <a:ext cx="100440" cy="14436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21654BBA-F5DC-9F19-6D66-C8C0481721D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665680" y="4411710"/>
                  <a:ext cx="10908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4" name="Group 883">
            <a:extLst>
              <a:ext uri="{FF2B5EF4-FFF2-40B4-BE49-F238E27FC236}">
                <a16:creationId xmlns:a16="http://schemas.microsoft.com/office/drawing/2014/main" id="{F4B1237A-E76E-502F-D83E-FB7CA222F8BD}"/>
              </a:ext>
            </a:extLst>
          </p:cNvPr>
          <p:cNvGrpSpPr/>
          <p:nvPr/>
        </p:nvGrpSpPr>
        <p:grpSpPr>
          <a:xfrm>
            <a:off x="8251320" y="4925790"/>
            <a:ext cx="537840" cy="236160"/>
            <a:chOff x="8251320" y="4925790"/>
            <a:chExt cx="5378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9DF3E6E9-0B44-0C60-7E9D-EA0B2A19E372}"/>
                    </a:ext>
                  </a:extLst>
                </p14:cNvPr>
                <p14:cNvContentPartPr/>
                <p14:nvPr/>
              </p14:nvContentPartPr>
              <p14:xfrm>
                <a:off x="8251320" y="4925790"/>
                <a:ext cx="96120" cy="15156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9DF3E6E9-0B44-0C60-7E9D-EA0B2A19E37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247000" y="4921470"/>
                  <a:ext cx="104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F490C6FD-83EA-30BA-0CDC-97B851B0084F}"/>
                    </a:ext>
                  </a:extLst>
                </p14:cNvPr>
                <p14:cNvContentPartPr/>
                <p14:nvPr/>
              </p14:nvContentPartPr>
              <p14:xfrm>
                <a:off x="8396400" y="5025870"/>
                <a:ext cx="360" cy="36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F490C6FD-83EA-30BA-0CDC-97B851B0084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92080" y="502155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5C9C5DD5-9E25-7338-C063-5FF20FB2E1EC}"/>
                    </a:ext>
                  </a:extLst>
                </p14:cNvPr>
                <p14:cNvContentPartPr/>
                <p14:nvPr/>
              </p14:nvContentPartPr>
              <p14:xfrm>
                <a:off x="8364720" y="5025870"/>
                <a:ext cx="32040" cy="13608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5C9C5DD5-9E25-7338-C063-5FF20FB2E1E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360400" y="5021550"/>
                  <a:ext cx="40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875" name="Ink 874">
                  <a:extLst>
                    <a:ext uri="{FF2B5EF4-FFF2-40B4-BE49-F238E27FC236}">
                      <a16:creationId xmlns:a16="http://schemas.microsoft.com/office/drawing/2014/main" id="{6C02C125-3207-B5C8-1AD6-5C7A343D02C5}"/>
                    </a:ext>
                  </a:extLst>
                </p14:cNvPr>
                <p14:cNvContentPartPr/>
                <p14:nvPr/>
              </p14:nvContentPartPr>
              <p14:xfrm>
                <a:off x="8505120" y="4951350"/>
                <a:ext cx="82440" cy="51480"/>
              </p14:xfrm>
            </p:contentPart>
          </mc:Choice>
          <mc:Fallback xmlns="">
            <p:pic>
              <p:nvPicPr>
                <p:cNvPr id="875" name="Ink 874">
                  <a:extLst>
                    <a:ext uri="{FF2B5EF4-FFF2-40B4-BE49-F238E27FC236}">
                      <a16:creationId xmlns:a16="http://schemas.microsoft.com/office/drawing/2014/main" id="{6C02C125-3207-B5C8-1AD6-5C7A343D02C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500800" y="4947030"/>
                  <a:ext cx="91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852077A3-4C53-BFE1-75C9-8CFDAAA622B1}"/>
                    </a:ext>
                  </a:extLst>
                </p14:cNvPr>
                <p14:cNvContentPartPr/>
                <p14:nvPr/>
              </p14:nvContentPartPr>
              <p14:xfrm>
                <a:off x="8474520" y="5009310"/>
                <a:ext cx="122400" cy="3132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852077A3-4C53-BFE1-75C9-8CFDAAA622B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470200" y="5004990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5303E27B-E237-72D0-BFEF-1B081A38FCB1}"/>
                    </a:ext>
                  </a:extLst>
                </p14:cNvPr>
                <p14:cNvContentPartPr/>
                <p14:nvPr/>
              </p14:nvContentPartPr>
              <p14:xfrm>
                <a:off x="8679720" y="4948830"/>
                <a:ext cx="109440" cy="9468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5303E27B-E237-72D0-BFEF-1B081A38FCB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675400" y="4944510"/>
                  <a:ext cx="1180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3" name="Group 882">
            <a:extLst>
              <a:ext uri="{FF2B5EF4-FFF2-40B4-BE49-F238E27FC236}">
                <a16:creationId xmlns:a16="http://schemas.microsoft.com/office/drawing/2014/main" id="{8AEFDDB8-9DF5-5198-1F79-23B981D243E5}"/>
              </a:ext>
            </a:extLst>
          </p:cNvPr>
          <p:cNvGrpSpPr/>
          <p:nvPr/>
        </p:nvGrpSpPr>
        <p:grpSpPr>
          <a:xfrm>
            <a:off x="9166800" y="4880070"/>
            <a:ext cx="663480" cy="200160"/>
            <a:chOff x="9166800" y="4880070"/>
            <a:chExt cx="66348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6A606410-CF8F-D7D2-78AE-D95396EC73E9}"/>
                    </a:ext>
                  </a:extLst>
                </p14:cNvPr>
                <p14:cNvContentPartPr/>
                <p14:nvPr/>
              </p14:nvContentPartPr>
              <p14:xfrm>
                <a:off x="9166800" y="4880070"/>
                <a:ext cx="142560" cy="15084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6A606410-CF8F-D7D2-78AE-D95396EC73E9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62480" y="4875750"/>
                  <a:ext cx="151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97BAA3CB-7200-0DFB-5287-B28CD2E48C23}"/>
                    </a:ext>
                  </a:extLst>
                </p14:cNvPr>
                <p14:cNvContentPartPr/>
                <p14:nvPr/>
              </p14:nvContentPartPr>
              <p14:xfrm>
                <a:off x="9368760" y="5004990"/>
                <a:ext cx="41400" cy="7524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97BAA3CB-7200-0DFB-5287-B28CD2E48C2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364440" y="5000670"/>
                  <a:ext cx="50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880" name="Ink 879">
                  <a:extLst>
                    <a:ext uri="{FF2B5EF4-FFF2-40B4-BE49-F238E27FC236}">
                      <a16:creationId xmlns:a16="http://schemas.microsoft.com/office/drawing/2014/main" id="{E76DDAAB-470D-9387-DC5E-4196713C5F94}"/>
                    </a:ext>
                  </a:extLst>
                </p14:cNvPr>
                <p14:cNvContentPartPr/>
                <p14:nvPr/>
              </p14:nvContentPartPr>
              <p14:xfrm>
                <a:off x="9548760" y="4913190"/>
                <a:ext cx="91440" cy="23400"/>
              </p14:xfrm>
            </p:contentPart>
          </mc:Choice>
          <mc:Fallback xmlns="">
            <p:pic>
              <p:nvPicPr>
                <p:cNvPr id="880" name="Ink 879">
                  <a:extLst>
                    <a:ext uri="{FF2B5EF4-FFF2-40B4-BE49-F238E27FC236}">
                      <a16:creationId xmlns:a16="http://schemas.microsoft.com/office/drawing/2014/main" id="{E76DDAAB-470D-9387-DC5E-4196713C5F9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544440" y="4908870"/>
                  <a:ext cx="100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881" name="Ink 880">
                  <a:extLst>
                    <a:ext uri="{FF2B5EF4-FFF2-40B4-BE49-F238E27FC236}">
                      <a16:creationId xmlns:a16="http://schemas.microsoft.com/office/drawing/2014/main" id="{43D8D727-4431-C31F-869B-8A8A3A9A94CE}"/>
                    </a:ext>
                  </a:extLst>
                </p14:cNvPr>
                <p14:cNvContentPartPr/>
                <p14:nvPr/>
              </p14:nvContentPartPr>
              <p14:xfrm>
                <a:off x="9540120" y="4989510"/>
                <a:ext cx="104400" cy="27360"/>
              </p14:xfrm>
            </p:contentPart>
          </mc:Choice>
          <mc:Fallback xmlns="">
            <p:pic>
              <p:nvPicPr>
                <p:cNvPr id="881" name="Ink 880">
                  <a:extLst>
                    <a:ext uri="{FF2B5EF4-FFF2-40B4-BE49-F238E27FC236}">
                      <a16:creationId xmlns:a16="http://schemas.microsoft.com/office/drawing/2014/main" id="{43D8D727-4431-C31F-869B-8A8A3A9A94CE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35800" y="4985190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882" name="Ink 881">
                  <a:extLst>
                    <a:ext uri="{FF2B5EF4-FFF2-40B4-BE49-F238E27FC236}">
                      <a16:creationId xmlns:a16="http://schemas.microsoft.com/office/drawing/2014/main" id="{B00A62F5-DDC3-7006-C704-657A7E02C50D}"/>
                    </a:ext>
                  </a:extLst>
                </p14:cNvPr>
                <p14:cNvContentPartPr/>
                <p14:nvPr/>
              </p14:nvContentPartPr>
              <p14:xfrm>
                <a:off x="9730560" y="4941990"/>
                <a:ext cx="99720" cy="74880"/>
              </p14:xfrm>
            </p:contentPart>
          </mc:Choice>
          <mc:Fallback xmlns="">
            <p:pic>
              <p:nvPicPr>
                <p:cNvPr id="882" name="Ink 881">
                  <a:extLst>
                    <a:ext uri="{FF2B5EF4-FFF2-40B4-BE49-F238E27FC236}">
                      <a16:creationId xmlns:a16="http://schemas.microsoft.com/office/drawing/2014/main" id="{B00A62F5-DDC3-7006-C704-657A7E02C50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726240" y="4937670"/>
                  <a:ext cx="108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9" name="Group 898">
            <a:extLst>
              <a:ext uri="{FF2B5EF4-FFF2-40B4-BE49-F238E27FC236}">
                <a16:creationId xmlns:a16="http://schemas.microsoft.com/office/drawing/2014/main" id="{9B595FEE-2159-368E-CF38-DF64510981B2}"/>
              </a:ext>
            </a:extLst>
          </p:cNvPr>
          <p:cNvGrpSpPr/>
          <p:nvPr/>
        </p:nvGrpSpPr>
        <p:grpSpPr>
          <a:xfrm>
            <a:off x="8222160" y="5380470"/>
            <a:ext cx="409320" cy="233640"/>
            <a:chOff x="8222160" y="5380470"/>
            <a:chExt cx="4093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39CEB278-D972-E95B-2551-8611809D1CB0}"/>
                    </a:ext>
                  </a:extLst>
                </p14:cNvPr>
                <p14:cNvContentPartPr/>
                <p14:nvPr/>
              </p14:nvContentPartPr>
              <p14:xfrm>
                <a:off x="8222160" y="5380470"/>
                <a:ext cx="123480" cy="14652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39CEB278-D972-E95B-2551-8611809D1CB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217840" y="5376150"/>
                  <a:ext cx="132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A2305547-2980-0CE0-A4C6-94EBDE55FECD}"/>
                    </a:ext>
                  </a:extLst>
                </p14:cNvPr>
                <p14:cNvContentPartPr/>
                <p14:nvPr/>
              </p14:nvContentPartPr>
              <p14:xfrm>
                <a:off x="8354280" y="5547510"/>
                <a:ext cx="80280" cy="6660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A2305547-2980-0CE0-A4C6-94EBDE55FEC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349960" y="5543190"/>
                  <a:ext cx="88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899925DC-C12C-B78E-DDFC-6FD3E6D78408}"/>
                    </a:ext>
                  </a:extLst>
                </p14:cNvPr>
                <p14:cNvContentPartPr/>
                <p14:nvPr/>
              </p14:nvContentPartPr>
              <p14:xfrm>
                <a:off x="8490360" y="5485950"/>
                <a:ext cx="141120" cy="8604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899925DC-C12C-B78E-DDFC-6FD3E6D7840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486040" y="5481630"/>
                  <a:ext cx="1497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888" name="Ink 887">
                <a:extLst>
                  <a:ext uri="{FF2B5EF4-FFF2-40B4-BE49-F238E27FC236}">
                    <a16:creationId xmlns:a16="http://schemas.microsoft.com/office/drawing/2014/main" id="{E6062D3A-560B-7AD0-68BA-19322D961600}"/>
                  </a:ext>
                </a:extLst>
              </p14:cNvPr>
              <p14:cNvContentPartPr/>
              <p14:nvPr/>
            </p14:nvContentPartPr>
            <p14:xfrm>
              <a:off x="8777640" y="5463630"/>
              <a:ext cx="13320" cy="129960"/>
            </p14:xfrm>
          </p:contentPart>
        </mc:Choice>
        <mc:Fallback xmlns="">
          <p:pic>
            <p:nvPicPr>
              <p:cNvPr id="888" name="Ink 887">
                <a:extLst>
                  <a:ext uri="{FF2B5EF4-FFF2-40B4-BE49-F238E27FC236}">
                    <a16:creationId xmlns:a16="http://schemas.microsoft.com/office/drawing/2014/main" id="{E6062D3A-560B-7AD0-68BA-19322D961600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8773320" y="5459310"/>
                <a:ext cx="21960" cy="13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8" name="Group 897">
            <a:extLst>
              <a:ext uri="{FF2B5EF4-FFF2-40B4-BE49-F238E27FC236}">
                <a16:creationId xmlns:a16="http://schemas.microsoft.com/office/drawing/2014/main" id="{12C473D0-2024-EA5C-1C0F-FFFD7F689924}"/>
              </a:ext>
            </a:extLst>
          </p:cNvPr>
          <p:cNvGrpSpPr/>
          <p:nvPr/>
        </p:nvGrpSpPr>
        <p:grpSpPr>
          <a:xfrm>
            <a:off x="9144480" y="5375430"/>
            <a:ext cx="232200" cy="194400"/>
            <a:chOff x="9144480" y="5375430"/>
            <a:chExt cx="23220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E403952B-ECB7-E503-B266-4D29B46D89C2}"/>
                    </a:ext>
                  </a:extLst>
                </p14:cNvPr>
                <p14:cNvContentPartPr/>
                <p14:nvPr/>
              </p14:nvContentPartPr>
              <p14:xfrm>
                <a:off x="9144480" y="5375430"/>
                <a:ext cx="144000" cy="15336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E403952B-ECB7-E503-B266-4D29B46D89C2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140160" y="5371110"/>
                  <a:ext cx="152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97FCCF9C-09B2-50BC-A9CC-99C2EBE023C1}"/>
                    </a:ext>
                  </a:extLst>
                </p14:cNvPr>
                <p14:cNvContentPartPr/>
                <p14:nvPr/>
              </p14:nvContentPartPr>
              <p14:xfrm>
                <a:off x="9359040" y="5506110"/>
                <a:ext cx="17640" cy="6372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97FCCF9C-09B2-50BC-A9CC-99C2EBE023C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54720" y="5501790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7" name="Group 896">
            <a:extLst>
              <a:ext uri="{FF2B5EF4-FFF2-40B4-BE49-F238E27FC236}">
                <a16:creationId xmlns:a16="http://schemas.microsoft.com/office/drawing/2014/main" id="{48F8596D-7FA5-CCD9-D9A3-D8AEFF067AF1}"/>
              </a:ext>
            </a:extLst>
          </p:cNvPr>
          <p:cNvGrpSpPr/>
          <p:nvPr/>
        </p:nvGrpSpPr>
        <p:grpSpPr>
          <a:xfrm>
            <a:off x="9567840" y="5407470"/>
            <a:ext cx="360000" cy="96120"/>
            <a:chOff x="9567840" y="5407470"/>
            <a:chExt cx="360000" cy="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A1145BF9-B8F5-6D87-1661-9F0B9B37725C}"/>
                    </a:ext>
                  </a:extLst>
                </p14:cNvPr>
                <p14:cNvContentPartPr/>
                <p14:nvPr/>
              </p14:nvContentPartPr>
              <p14:xfrm>
                <a:off x="9592680" y="5409630"/>
                <a:ext cx="103320" cy="1404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A1145BF9-B8F5-6D87-1661-9F0B9B37725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588360" y="5405310"/>
                  <a:ext cx="111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892" name="Ink 891">
                  <a:extLst>
                    <a:ext uri="{FF2B5EF4-FFF2-40B4-BE49-F238E27FC236}">
                      <a16:creationId xmlns:a16="http://schemas.microsoft.com/office/drawing/2014/main" id="{1C65C400-E5B6-09BD-2709-6F42D32F949E}"/>
                    </a:ext>
                  </a:extLst>
                </p14:cNvPr>
                <p14:cNvContentPartPr/>
                <p14:nvPr/>
              </p14:nvContentPartPr>
              <p14:xfrm>
                <a:off x="9567840" y="5466150"/>
                <a:ext cx="90000" cy="37440"/>
              </p14:xfrm>
            </p:contentPart>
          </mc:Choice>
          <mc:Fallback xmlns="">
            <p:pic>
              <p:nvPicPr>
                <p:cNvPr id="892" name="Ink 891">
                  <a:extLst>
                    <a:ext uri="{FF2B5EF4-FFF2-40B4-BE49-F238E27FC236}">
                      <a16:creationId xmlns:a16="http://schemas.microsoft.com/office/drawing/2014/main" id="{1C65C400-E5B6-09BD-2709-6F42D32F949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63520" y="5461830"/>
                  <a:ext cx="98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6BC5C143-80F9-DCAC-080F-E5FD330F63D7}"/>
                    </a:ext>
                  </a:extLst>
                </p14:cNvPr>
                <p14:cNvContentPartPr/>
                <p14:nvPr/>
              </p14:nvContentPartPr>
              <p14:xfrm>
                <a:off x="9786000" y="5407470"/>
                <a:ext cx="141840" cy="9000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6BC5C143-80F9-DCAC-080F-E5FD330F63D7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781680" y="5403150"/>
                  <a:ext cx="1504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5" name="Group 904">
            <a:extLst>
              <a:ext uri="{FF2B5EF4-FFF2-40B4-BE49-F238E27FC236}">
                <a16:creationId xmlns:a16="http://schemas.microsoft.com/office/drawing/2014/main" id="{519E6560-4CAA-E32E-913E-DAA4B2F2AFF3}"/>
              </a:ext>
            </a:extLst>
          </p:cNvPr>
          <p:cNvGrpSpPr/>
          <p:nvPr/>
        </p:nvGrpSpPr>
        <p:grpSpPr>
          <a:xfrm>
            <a:off x="8284080" y="5871870"/>
            <a:ext cx="168120" cy="326880"/>
            <a:chOff x="8284080" y="5871870"/>
            <a:chExt cx="16812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3E8A8E5B-D634-555C-C3D5-CF6E2DF3DFF8}"/>
                    </a:ext>
                  </a:extLst>
                </p14:cNvPr>
                <p14:cNvContentPartPr/>
                <p14:nvPr/>
              </p14:nvContentPartPr>
              <p14:xfrm>
                <a:off x="8284080" y="5871870"/>
                <a:ext cx="125280" cy="23652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3E8A8E5B-D634-555C-C3D5-CF6E2DF3DFF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79760" y="5867550"/>
                  <a:ext cx="133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06C38E07-CA0D-2154-103F-DFC8B26A2142}"/>
                    </a:ext>
                  </a:extLst>
                </p14:cNvPr>
                <p14:cNvContentPartPr/>
                <p14:nvPr/>
              </p14:nvContentPartPr>
              <p14:xfrm>
                <a:off x="8307480" y="6036030"/>
                <a:ext cx="43920" cy="432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06C38E07-CA0D-2154-103F-DFC8B26A214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303160" y="6031710"/>
                  <a:ext cx="525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2B9395DE-4042-B0AE-32E2-5F86DA596C94}"/>
                    </a:ext>
                  </a:extLst>
                </p14:cNvPr>
                <p14:cNvContentPartPr/>
                <p14:nvPr/>
              </p14:nvContentPartPr>
              <p14:xfrm>
                <a:off x="8340960" y="6117030"/>
                <a:ext cx="111240" cy="8172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2B9395DE-4042-B0AE-32E2-5F86DA596C94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336640" y="6112710"/>
                  <a:ext cx="1198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A3D6EA60-FC46-D271-3EDB-C006DDBD4C18}"/>
              </a:ext>
            </a:extLst>
          </p:cNvPr>
          <p:cNvGrpSpPr/>
          <p:nvPr/>
        </p:nvGrpSpPr>
        <p:grpSpPr>
          <a:xfrm>
            <a:off x="8619240" y="6016230"/>
            <a:ext cx="225720" cy="154800"/>
            <a:chOff x="8619240" y="6016230"/>
            <a:chExt cx="22572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E58E9892-C8C9-DDE8-5687-BFEC66341875}"/>
                    </a:ext>
                  </a:extLst>
                </p14:cNvPr>
                <p14:cNvContentPartPr/>
                <p14:nvPr/>
              </p14:nvContentPartPr>
              <p14:xfrm>
                <a:off x="8619240" y="6047550"/>
                <a:ext cx="61200" cy="504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E58E9892-C8C9-DDE8-5687-BFEC6634187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14920" y="6043230"/>
                  <a:ext cx="69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F1D78F48-3D4F-BF7D-9E9A-20036CEDFF14}"/>
                    </a:ext>
                  </a:extLst>
                </p14:cNvPr>
                <p14:cNvContentPartPr/>
                <p14:nvPr/>
              </p14:nvContentPartPr>
              <p14:xfrm>
                <a:off x="8636160" y="6074910"/>
                <a:ext cx="77760" cy="3168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F1D78F48-3D4F-BF7D-9E9A-20036CEDFF14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631840" y="6070590"/>
                  <a:ext cx="86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DDFAC4A1-9A8A-8CA4-83A8-B8696EE1937E}"/>
                    </a:ext>
                  </a:extLst>
                </p14:cNvPr>
                <p14:cNvContentPartPr/>
                <p14:nvPr/>
              </p14:nvContentPartPr>
              <p14:xfrm>
                <a:off x="8806800" y="6016230"/>
                <a:ext cx="38160" cy="154800"/>
              </p14:xfrm>
            </p:contentPart>
          </mc:Choice>
          <mc:Fallback xmlns=""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DDFAC4A1-9A8A-8CA4-83A8-B8696EE1937E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802480" y="6011910"/>
                  <a:ext cx="468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0" name="Group 909">
            <a:extLst>
              <a:ext uri="{FF2B5EF4-FFF2-40B4-BE49-F238E27FC236}">
                <a16:creationId xmlns:a16="http://schemas.microsoft.com/office/drawing/2014/main" id="{2B0EA6FA-16A5-EC53-E422-51A60D1F1E14}"/>
              </a:ext>
            </a:extLst>
          </p:cNvPr>
          <p:cNvGrpSpPr/>
          <p:nvPr/>
        </p:nvGrpSpPr>
        <p:grpSpPr>
          <a:xfrm>
            <a:off x="9284520" y="5948550"/>
            <a:ext cx="705600" cy="258480"/>
            <a:chOff x="9284520" y="5948550"/>
            <a:chExt cx="7056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BC124DC6-8FD2-7ACC-AC7D-79B962337D7A}"/>
                    </a:ext>
                  </a:extLst>
                </p14:cNvPr>
                <p14:cNvContentPartPr/>
                <p14:nvPr/>
              </p14:nvContentPartPr>
              <p14:xfrm>
                <a:off x="9284520" y="5948550"/>
                <a:ext cx="161640" cy="17208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BC124DC6-8FD2-7ACC-AC7D-79B962337D7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280200" y="5944230"/>
                  <a:ext cx="170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6099B692-FA3C-E343-3A6B-C33BDFA8C4D9}"/>
                    </a:ext>
                  </a:extLst>
                </p14:cNvPr>
                <p14:cNvContentPartPr/>
                <p14:nvPr/>
              </p14:nvContentPartPr>
              <p14:xfrm>
                <a:off x="9521040" y="6064830"/>
                <a:ext cx="98640" cy="9396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6099B692-FA3C-E343-3A6B-C33BDFA8C4D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516720" y="6060510"/>
                  <a:ext cx="107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908" name="Ink 907">
                  <a:extLst>
                    <a:ext uri="{FF2B5EF4-FFF2-40B4-BE49-F238E27FC236}">
                      <a16:creationId xmlns:a16="http://schemas.microsoft.com/office/drawing/2014/main" id="{56C9E4EF-8DB7-32F5-B038-42194AB489F5}"/>
                    </a:ext>
                  </a:extLst>
                </p14:cNvPr>
                <p14:cNvContentPartPr/>
                <p14:nvPr/>
              </p14:nvContentPartPr>
              <p14:xfrm>
                <a:off x="9744600" y="6006870"/>
                <a:ext cx="96480" cy="91800"/>
              </p14:xfrm>
            </p:contentPart>
          </mc:Choice>
          <mc:Fallback xmlns="">
            <p:pic>
              <p:nvPicPr>
                <p:cNvPr id="908" name="Ink 907">
                  <a:extLst>
                    <a:ext uri="{FF2B5EF4-FFF2-40B4-BE49-F238E27FC236}">
                      <a16:creationId xmlns:a16="http://schemas.microsoft.com/office/drawing/2014/main" id="{56C9E4EF-8DB7-32F5-B038-42194AB489F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740280" y="6002550"/>
                  <a:ext cx="105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7A39B1CB-51B5-C5D1-7D2A-4726E9C4205F}"/>
                    </a:ext>
                  </a:extLst>
                </p14:cNvPr>
                <p14:cNvContentPartPr/>
                <p14:nvPr/>
              </p14:nvContentPartPr>
              <p14:xfrm>
                <a:off x="9954840" y="6013350"/>
                <a:ext cx="35280" cy="19368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7A39B1CB-51B5-C5D1-7D2A-4726E9C4205F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950520" y="6009030"/>
                  <a:ext cx="439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1" name="Group 950">
            <a:extLst>
              <a:ext uri="{FF2B5EF4-FFF2-40B4-BE49-F238E27FC236}">
                <a16:creationId xmlns:a16="http://schemas.microsoft.com/office/drawing/2014/main" id="{A516BD18-CECB-035F-8967-34A6A331CEF8}"/>
              </a:ext>
            </a:extLst>
          </p:cNvPr>
          <p:cNvGrpSpPr/>
          <p:nvPr/>
        </p:nvGrpSpPr>
        <p:grpSpPr>
          <a:xfrm>
            <a:off x="279480" y="4883670"/>
            <a:ext cx="1402200" cy="1338480"/>
            <a:chOff x="279480" y="4883670"/>
            <a:chExt cx="1402200" cy="13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B055FB7D-0675-A6CA-BBE7-90C4B16FB8FA}"/>
                    </a:ext>
                  </a:extLst>
                </p14:cNvPr>
                <p14:cNvContentPartPr/>
                <p14:nvPr/>
              </p14:nvContentPartPr>
              <p14:xfrm>
                <a:off x="279480" y="5110110"/>
                <a:ext cx="111240" cy="14328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B055FB7D-0675-A6CA-BBE7-90C4B16FB8F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160" y="5105790"/>
                  <a:ext cx="119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D42CD813-DD0A-CAF1-6A29-435ABB701B0E}"/>
                    </a:ext>
                  </a:extLst>
                </p14:cNvPr>
                <p14:cNvContentPartPr/>
                <p14:nvPr/>
              </p14:nvContentPartPr>
              <p14:xfrm>
                <a:off x="482520" y="5130630"/>
                <a:ext cx="49680" cy="1692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D42CD813-DD0A-CAF1-6A29-435ABB701B0E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78200" y="5126310"/>
                  <a:ext cx="58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B600B64A-C277-DF36-B5AE-BFE759A11856}"/>
                    </a:ext>
                  </a:extLst>
                </p14:cNvPr>
                <p14:cNvContentPartPr/>
                <p14:nvPr/>
              </p14:nvContentPartPr>
              <p14:xfrm>
                <a:off x="488640" y="5147550"/>
                <a:ext cx="94680" cy="5256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B600B64A-C277-DF36-B5AE-BFE759A11856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84320" y="5143230"/>
                  <a:ext cx="103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917" name="Ink 916">
                  <a:extLst>
                    <a:ext uri="{FF2B5EF4-FFF2-40B4-BE49-F238E27FC236}">
                      <a16:creationId xmlns:a16="http://schemas.microsoft.com/office/drawing/2014/main" id="{90CD158D-6322-4363-0170-A64FAC052062}"/>
                    </a:ext>
                  </a:extLst>
                </p14:cNvPr>
                <p14:cNvContentPartPr/>
                <p14:nvPr/>
              </p14:nvContentPartPr>
              <p14:xfrm>
                <a:off x="611040" y="5062950"/>
                <a:ext cx="130320" cy="90720"/>
              </p14:xfrm>
            </p:contentPart>
          </mc:Choice>
          <mc:Fallback xmlns="">
            <p:pic>
              <p:nvPicPr>
                <p:cNvPr id="917" name="Ink 916">
                  <a:extLst>
                    <a:ext uri="{FF2B5EF4-FFF2-40B4-BE49-F238E27FC236}">
                      <a16:creationId xmlns:a16="http://schemas.microsoft.com/office/drawing/2014/main" id="{90CD158D-6322-4363-0170-A64FAC052062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06720" y="5058630"/>
                  <a:ext cx="138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918" name="Ink 917">
                  <a:extLst>
                    <a:ext uri="{FF2B5EF4-FFF2-40B4-BE49-F238E27FC236}">
                      <a16:creationId xmlns:a16="http://schemas.microsoft.com/office/drawing/2014/main" id="{AAA5C787-5DB9-F707-1E75-C5EAEDC83706}"/>
                    </a:ext>
                  </a:extLst>
                </p14:cNvPr>
                <p14:cNvContentPartPr/>
                <p14:nvPr/>
              </p14:nvContentPartPr>
              <p14:xfrm>
                <a:off x="940080" y="4979790"/>
                <a:ext cx="98280" cy="88200"/>
              </p14:xfrm>
            </p:contentPart>
          </mc:Choice>
          <mc:Fallback xmlns="">
            <p:pic>
              <p:nvPicPr>
                <p:cNvPr id="918" name="Ink 917">
                  <a:extLst>
                    <a:ext uri="{FF2B5EF4-FFF2-40B4-BE49-F238E27FC236}">
                      <a16:creationId xmlns:a16="http://schemas.microsoft.com/office/drawing/2014/main" id="{AAA5C787-5DB9-F707-1E75-C5EAEDC8370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35760" y="4975470"/>
                  <a:ext cx="106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CEFF0B4F-93A9-8BF3-5590-403C298C5AD6}"/>
                    </a:ext>
                  </a:extLst>
                </p14:cNvPr>
                <p14:cNvContentPartPr/>
                <p14:nvPr/>
              </p14:nvContentPartPr>
              <p14:xfrm>
                <a:off x="1100280" y="4924350"/>
                <a:ext cx="63720" cy="2340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CEFF0B4F-93A9-8BF3-5590-403C298C5AD6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95960" y="4920030"/>
                  <a:ext cx="72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180CE275-2CD9-BBAB-E5FC-E87E519A8F0F}"/>
                    </a:ext>
                  </a:extLst>
                </p14:cNvPr>
                <p14:cNvContentPartPr/>
                <p14:nvPr/>
              </p14:nvContentPartPr>
              <p14:xfrm>
                <a:off x="1092360" y="4978350"/>
                <a:ext cx="69120" cy="2124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180CE275-2CD9-BBAB-E5FC-E87E519A8F0F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88040" y="4974030"/>
                  <a:ext cx="77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CB9BD061-424F-7C6F-85D0-3D6A48E50E57}"/>
                    </a:ext>
                  </a:extLst>
                </p14:cNvPr>
                <p14:cNvContentPartPr/>
                <p14:nvPr/>
              </p14:nvContentPartPr>
              <p14:xfrm>
                <a:off x="1176960" y="4883670"/>
                <a:ext cx="144360" cy="8604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CB9BD061-424F-7C6F-85D0-3D6A48E50E5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72640" y="4879350"/>
                  <a:ext cx="15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B4DF3258-FB82-DF9B-EED7-44537CA5EE35}"/>
                    </a:ext>
                  </a:extLst>
                </p14:cNvPr>
                <p14:cNvContentPartPr/>
                <p14:nvPr/>
              </p14:nvContentPartPr>
              <p14:xfrm>
                <a:off x="307560" y="5470110"/>
                <a:ext cx="74160" cy="20700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B4DF3258-FB82-DF9B-EED7-44537CA5EE3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03240" y="5465790"/>
                  <a:ext cx="82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C634842B-F6B8-92FA-DF49-7667EF1EEE62}"/>
                    </a:ext>
                  </a:extLst>
                </p14:cNvPr>
                <p14:cNvContentPartPr/>
                <p14:nvPr/>
              </p14:nvContentPartPr>
              <p14:xfrm>
                <a:off x="446520" y="5458590"/>
                <a:ext cx="111960" cy="8856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C634842B-F6B8-92FA-DF49-7667EF1EEE62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442200" y="5454270"/>
                  <a:ext cx="120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9DE26C43-B70D-FE5F-035D-4991ADC6876B}"/>
                    </a:ext>
                  </a:extLst>
                </p14:cNvPr>
                <p14:cNvContentPartPr/>
                <p14:nvPr/>
              </p14:nvContentPartPr>
              <p14:xfrm>
                <a:off x="629400" y="5405670"/>
                <a:ext cx="45360" cy="11196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9DE26C43-B70D-FE5F-035D-4991ADC6876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625080" y="5401350"/>
                  <a:ext cx="54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9D572215-0085-12BC-4BAE-D578A3059166}"/>
                    </a:ext>
                  </a:extLst>
                </p14:cNvPr>
                <p14:cNvContentPartPr/>
                <p14:nvPr/>
              </p14:nvContentPartPr>
              <p14:xfrm>
                <a:off x="977520" y="5322510"/>
                <a:ext cx="97920" cy="8460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9D572215-0085-12BC-4BAE-D578A305916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73200" y="5318190"/>
                  <a:ext cx="106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B6198C59-16C6-CC2A-20A3-D74DFC8729B2}"/>
                    </a:ext>
                  </a:extLst>
                </p14:cNvPr>
                <p14:cNvContentPartPr/>
                <p14:nvPr/>
              </p14:nvContentPartPr>
              <p14:xfrm>
                <a:off x="1104240" y="5292270"/>
                <a:ext cx="45360" cy="266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B6198C59-16C6-CC2A-20A3-D74DFC8729B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99920" y="5287950"/>
                  <a:ext cx="5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FA56CF54-76FF-DD0F-DF86-DB991DCBB853}"/>
                    </a:ext>
                  </a:extLst>
                </p14:cNvPr>
                <p14:cNvContentPartPr/>
                <p14:nvPr/>
              </p14:nvContentPartPr>
              <p14:xfrm>
                <a:off x="1125120" y="5299830"/>
                <a:ext cx="129960" cy="6444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FA56CF54-76FF-DD0F-DF86-DB991DCBB853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20800" y="5295510"/>
                  <a:ext cx="138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27DF3437-4BAD-EF28-30BD-D31FE6D6EF38}"/>
                    </a:ext>
                  </a:extLst>
                </p14:cNvPr>
                <p14:cNvContentPartPr/>
                <p14:nvPr/>
              </p14:nvContentPartPr>
              <p14:xfrm>
                <a:off x="1210080" y="5241510"/>
                <a:ext cx="169560" cy="7128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27DF3437-4BAD-EF28-30BD-D31FE6D6EF3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205760" y="5237190"/>
                  <a:ext cx="178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933" name="Ink 932">
                  <a:extLst>
                    <a:ext uri="{FF2B5EF4-FFF2-40B4-BE49-F238E27FC236}">
                      <a16:creationId xmlns:a16="http://schemas.microsoft.com/office/drawing/2014/main" id="{471CCE8D-6082-D3DC-0285-6C1D02E7EFFA}"/>
                    </a:ext>
                  </a:extLst>
                </p14:cNvPr>
                <p14:cNvContentPartPr/>
                <p14:nvPr/>
              </p14:nvContentPartPr>
              <p14:xfrm>
                <a:off x="449040" y="5748030"/>
                <a:ext cx="68760" cy="156960"/>
              </p14:xfrm>
            </p:contentPart>
          </mc:Choice>
          <mc:Fallback xmlns="">
            <p:pic>
              <p:nvPicPr>
                <p:cNvPr id="933" name="Ink 932">
                  <a:extLst>
                    <a:ext uri="{FF2B5EF4-FFF2-40B4-BE49-F238E27FC236}">
                      <a16:creationId xmlns:a16="http://schemas.microsoft.com/office/drawing/2014/main" id="{471CCE8D-6082-D3DC-0285-6C1D02E7EFFA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4720" y="5743710"/>
                  <a:ext cx="77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12E046D2-21C0-5C97-CC2C-C8A5E133BAA0}"/>
                    </a:ext>
                  </a:extLst>
                </p14:cNvPr>
                <p14:cNvContentPartPr/>
                <p14:nvPr/>
              </p14:nvContentPartPr>
              <p14:xfrm>
                <a:off x="656400" y="5739030"/>
                <a:ext cx="60840" cy="3816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12E046D2-21C0-5C97-CC2C-C8A5E133BAA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52080" y="5734350"/>
                  <a:ext cx="69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EE2C6E3F-52DE-0383-5E4F-698B3A9C3939}"/>
                    </a:ext>
                  </a:extLst>
                </p14:cNvPr>
                <p14:cNvContentPartPr/>
                <p14:nvPr/>
              </p14:nvContentPartPr>
              <p14:xfrm>
                <a:off x="663600" y="5769270"/>
                <a:ext cx="75960" cy="52200"/>
              </p14:xfrm>
            </p:contentPart>
          </mc:Choice>
          <mc:Fallback xmlns=""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EE2C6E3F-52DE-0383-5E4F-698B3A9C3939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659280" y="5764950"/>
                  <a:ext cx="84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513F5E1F-E63E-9ED4-629B-6526A2AB4564}"/>
                    </a:ext>
                  </a:extLst>
                </p14:cNvPr>
                <p14:cNvContentPartPr/>
                <p14:nvPr/>
              </p14:nvContentPartPr>
              <p14:xfrm>
                <a:off x="783840" y="5698350"/>
                <a:ext cx="117720" cy="925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513F5E1F-E63E-9ED4-629B-6526A2AB456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79520" y="5694030"/>
                  <a:ext cx="126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937" name="Ink 936">
                  <a:extLst>
                    <a:ext uri="{FF2B5EF4-FFF2-40B4-BE49-F238E27FC236}">
                      <a16:creationId xmlns:a16="http://schemas.microsoft.com/office/drawing/2014/main" id="{595A61FD-F4D0-27C1-F266-9DEFF20CB866}"/>
                    </a:ext>
                  </a:extLst>
                </p14:cNvPr>
                <p14:cNvContentPartPr/>
                <p14:nvPr/>
              </p14:nvContentPartPr>
              <p14:xfrm>
                <a:off x="1135560" y="5598990"/>
                <a:ext cx="137520" cy="76680"/>
              </p14:xfrm>
            </p:contentPart>
          </mc:Choice>
          <mc:Fallback xmlns="">
            <p:pic>
              <p:nvPicPr>
                <p:cNvPr id="937" name="Ink 936">
                  <a:extLst>
                    <a:ext uri="{FF2B5EF4-FFF2-40B4-BE49-F238E27FC236}">
                      <a16:creationId xmlns:a16="http://schemas.microsoft.com/office/drawing/2014/main" id="{595A61FD-F4D0-27C1-F266-9DEFF20CB866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31240" y="5594670"/>
                  <a:ext cx="146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1E16FFF6-960F-50AF-670F-2BC5F8D19B9E}"/>
                    </a:ext>
                  </a:extLst>
                </p14:cNvPr>
                <p14:cNvContentPartPr/>
                <p14:nvPr/>
              </p14:nvContentPartPr>
              <p14:xfrm>
                <a:off x="1356600" y="5529150"/>
                <a:ext cx="58680" cy="3132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1E16FFF6-960F-50AF-670F-2BC5F8D19B9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352280" y="5524830"/>
                  <a:ext cx="67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90A3CE8D-F46E-B55D-9899-F5CF7630498B}"/>
                    </a:ext>
                  </a:extLst>
                </p14:cNvPr>
                <p14:cNvContentPartPr/>
                <p14:nvPr/>
              </p14:nvContentPartPr>
              <p14:xfrm>
                <a:off x="1314840" y="5539230"/>
                <a:ext cx="145440" cy="8568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90A3CE8D-F46E-B55D-9899-F5CF7630498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310520" y="5534910"/>
                  <a:ext cx="154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62A949B9-3E63-F4C9-615C-0ADE3A2FF7A8}"/>
                    </a:ext>
                  </a:extLst>
                </p14:cNvPr>
                <p14:cNvContentPartPr/>
                <p14:nvPr/>
              </p14:nvContentPartPr>
              <p14:xfrm>
                <a:off x="1511760" y="5467950"/>
                <a:ext cx="9000" cy="11268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62A949B9-3E63-F4C9-615C-0ADE3A2FF7A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507440" y="5463630"/>
                  <a:ext cx="17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68735080-852B-E190-8FC6-06CAD9BE3C26}"/>
                    </a:ext>
                  </a:extLst>
                </p14:cNvPr>
                <p14:cNvContentPartPr/>
                <p14:nvPr/>
              </p14:nvContentPartPr>
              <p14:xfrm>
                <a:off x="564600" y="6051870"/>
                <a:ext cx="99000" cy="17028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68735080-852B-E190-8FC6-06CAD9BE3C26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60280" y="6047550"/>
                  <a:ext cx="107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52A851C8-BAA3-5D36-B4FB-CB625EC34F54}"/>
                    </a:ext>
                  </a:extLst>
                </p14:cNvPr>
                <p14:cNvContentPartPr/>
                <p14:nvPr/>
              </p14:nvContentPartPr>
              <p14:xfrm>
                <a:off x="736320" y="6024870"/>
                <a:ext cx="79920" cy="3348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52A851C8-BAA3-5D36-B4FB-CB625EC34F5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32000" y="6020550"/>
                  <a:ext cx="88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ADAAB171-8C4C-8272-850E-EB606C0D7935}"/>
                    </a:ext>
                  </a:extLst>
                </p14:cNvPr>
                <p14:cNvContentPartPr/>
                <p14:nvPr/>
              </p14:nvContentPartPr>
              <p14:xfrm>
                <a:off x="748920" y="6041790"/>
                <a:ext cx="115200" cy="6300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ADAAB171-8C4C-8272-850E-EB606C0D793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44600" y="6037470"/>
                  <a:ext cx="123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44D4D490-264E-8556-CCDB-ABE4BDD00C82}"/>
                    </a:ext>
                  </a:extLst>
                </p14:cNvPr>
                <p14:cNvContentPartPr/>
                <p14:nvPr/>
              </p14:nvContentPartPr>
              <p14:xfrm>
                <a:off x="953400" y="5986350"/>
                <a:ext cx="50400" cy="5328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44D4D490-264E-8556-CCDB-ABE4BDD00C82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949080" y="5982030"/>
                  <a:ext cx="59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01BCECB6-E942-6203-1272-163AB0F5ADAD}"/>
                    </a:ext>
                  </a:extLst>
                </p14:cNvPr>
                <p14:cNvContentPartPr/>
                <p14:nvPr/>
              </p14:nvContentPartPr>
              <p14:xfrm>
                <a:off x="1279200" y="5817870"/>
                <a:ext cx="109800" cy="1112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01BCECB6-E942-6203-1272-163AB0F5ADAD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274880" y="5813550"/>
                  <a:ext cx="118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40A4D28F-A4B5-4E4E-C689-4ECFC41EC031}"/>
                    </a:ext>
                  </a:extLst>
                </p14:cNvPr>
                <p14:cNvContentPartPr/>
                <p14:nvPr/>
              </p14:nvContentPartPr>
              <p14:xfrm>
                <a:off x="1464240" y="5800950"/>
                <a:ext cx="45000" cy="1332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40A4D28F-A4B5-4E4E-C689-4ECFC41EC03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459920" y="5796630"/>
                  <a:ext cx="53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B0FFA23B-C739-D1D2-1AAB-EE0EA01A26D3}"/>
                    </a:ext>
                  </a:extLst>
                </p14:cNvPr>
                <p14:cNvContentPartPr/>
                <p14:nvPr/>
              </p14:nvContentPartPr>
              <p14:xfrm>
                <a:off x="1587360" y="5771070"/>
                <a:ext cx="27720" cy="115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B0FFA23B-C739-D1D2-1AAB-EE0EA01A26D3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583040" y="5766750"/>
                  <a:ext cx="36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9A5DCDF2-BAB2-C835-C427-A176F3AEA8C2}"/>
                    </a:ext>
                  </a:extLst>
                </p14:cNvPr>
                <p14:cNvContentPartPr/>
                <p14:nvPr/>
              </p14:nvContentPartPr>
              <p14:xfrm>
                <a:off x="1650720" y="5670270"/>
                <a:ext cx="30960" cy="17460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9A5DCDF2-BAB2-C835-C427-A176F3AEA8C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646400" y="5665950"/>
                  <a:ext cx="39600" cy="18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52" name="Oval 951">
            <a:extLst>
              <a:ext uri="{FF2B5EF4-FFF2-40B4-BE49-F238E27FC236}">
                <a16:creationId xmlns:a16="http://schemas.microsoft.com/office/drawing/2014/main" id="{D5FA82E4-67AD-B917-3547-A3309AF03306}"/>
              </a:ext>
            </a:extLst>
          </p:cNvPr>
          <p:cNvSpPr/>
          <p:nvPr/>
        </p:nvSpPr>
        <p:spPr>
          <a:xfrm>
            <a:off x="5506304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DF046E79-3BD2-62C5-1C44-9BBCDDF76123}"/>
              </a:ext>
            </a:extLst>
          </p:cNvPr>
          <p:cNvSpPr/>
          <p:nvPr/>
        </p:nvSpPr>
        <p:spPr>
          <a:xfrm>
            <a:off x="5200342" y="3895560"/>
            <a:ext cx="1847850" cy="184785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5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A0BD77-EDF9-9E3F-24F4-9D183B03C3B9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3B82B9-3435-8519-3D9E-8135A68AD5B6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33A081-57B0-C979-4E2B-DF448F4CBC2C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9D76BE8-1F87-9D8F-C819-5C8CA91CBB2D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AFD3A5-DDBA-4E90-8CE2-9D9C9E2A382C}"/>
              </a:ext>
            </a:extLst>
          </p:cNvPr>
          <p:cNvSpPr/>
          <p:nvPr/>
        </p:nvSpPr>
        <p:spPr>
          <a:xfrm>
            <a:off x="276225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07E7A6-782B-E8F9-81B9-87FC3A138647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9948-CCCE-CA54-1E71-1323C7DA8483}"/>
              </a:ext>
            </a:extLst>
          </p:cNvPr>
          <p:cNvCxnSpPr>
            <a:cxnSpLocks/>
          </p:cNvCxnSpPr>
          <p:nvPr/>
        </p:nvCxnSpPr>
        <p:spPr>
          <a:xfrm>
            <a:off x="3686175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0F9D02-996E-8497-68F3-61856E4437E5}"/>
                  </a:ext>
                </a:extLst>
              </p14:cNvPr>
              <p14:cNvContentPartPr/>
              <p14:nvPr/>
            </p14:nvContentPartPr>
            <p14:xfrm>
              <a:off x="5273400" y="6239430"/>
              <a:ext cx="145440" cy="4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0F9D02-996E-8497-68F3-61856E4437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080" y="6235110"/>
                <a:ext cx="1540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438F8B8-9D50-97F9-3B9A-7266CF220EC2}"/>
              </a:ext>
            </a:extLst>
          </p:cNvPr>
          <p:cNvGrpSpPr/>
          <p:nvPr/>
        </p:nvGrpSpPr>
        <p:grpSpPr>
          <a:xfrm>
            <a:off x="2258040" y="416430"/>
            <a:ext cx="751680" cy="194400"/>
            <a:chOff x="2258040" y="416430"/>
            <a:chExt cx="7516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320A48-3A9D-6DB7-B23D-1B233B4C9788}"/>
                    </a:ext>
                  </a:extLst>
                </p14:cNvPr>
                <p14:cNvContentPartPr/>
                <p14:nvPr/>
              </p14:nvContentPartPr>
              <p14:xfrm>
                <a:off x="2258040" y="469710"/>
                <a:ext cx="177480" cy="138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320A48-3A9D-6DB7-B23D-1B233B4C97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720" y="465390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DC58B9-A394-2D9C-3E85-969B8FD4BBBE}"/>
                    </a:ext>
                  </a:extLst>
                </p14:cNvPr>
                <p14:cNvContentPartPr/>
                <p14:nvPr/>
              </p14:nvContentPartPr>
              <p14:xfrm>
                <a:off x="2516160" y="560070"/>
                <a:ext cx="30240" cy="5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DC58B9-A394-2D9C-3E85-969B8FD4BB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1840" y="555750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305143-1AE8-2592-6FBD-B8E4725B825F}"/>
                    </a:ext>
                  </a:extLst>
                </p14:cNvPr>
                <p14:cNvContentPartPr/>
                <p14:nvPr/>
              </p14:nvContentPartPr>
              <p14:xfrm>
                <a:off x="2610840" y="504270"/>
                <a:ext cx="116640" cy="104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305143-1AE8-2592-6FBD-B8E4725B82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6520" y="499950"/>
                  <a:ext cx="125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9A9592-1F80-8FA9-10D7-B709971547A8}"/>
                    </a:ext>
                  </a:extLst>
                </p14:cNvPr>
                <p14:cNvContentPartPr/>
                <p14:nvPr/>
              </p14:nvContentPartPr>
              <p14:xfrm>
                <a:off x="2735040" y="416430"/>
                <a:ext cx="274680" cy="3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9A9592-1F80-8FA9-10D7-B709971547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0720" y="412110"/>
                  <a:ext cx="2833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CE622C6-2B1B-63DF-CD3D-93F231381FFB}"/>
                  </a:ext>
                </a:extLst>
              </p14:cNvPr>
              <p14:cNvContentPartPr/>
              <p14:nvPr/>
            </p14:nvContentPartPr>
            <p14:xfrm>
              <a:off x="5166120" y="453150"/>
              <a:ext cx="38520" cy="168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CE622C6-2B1B-63DF-CD3D-93F231381F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1800" y="448830"/>
                <a:ext cx="47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596C9-9EDC-DD47-D97B-7FDF79150EFB}"/>
              </a:ext>
            </a:extLst>
          </p:cNvPr>
          <p:cNvGrpSpPr/>
          <p:nvPr/>
        </p:nvGrpSpPr>
        <p:grpSpPr>
          <a:xfrm>
            <a:off x="7748400" y="420390"/>
            <a:ext cx="465120" cy="220680"/>
            <a:chOff x="7748400" y="420390"/>
            <a:chExt cx="4651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FEA1C4-4E98-B9B8-1E0C-94F2D3B41113}"/>
                    </a:ext>
                  </a:extLst>
                </p14:cNvPr>
                <p14:cNvContentPartPr/>
                <p14:nvPr/>
              </p14:nvContentPartPr>
              <p14:xfrm>
                <a:off x="7748400" y="503550"/>
                <a:ext cx="342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FEA1C4-4E98-B9B8-1E0C-94F2D3B411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4080" y="499230"/>
                  <a:ext cx="42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355DE8-9003-04D6-558E-648A31219722}"/>
                    </a:ext>
                  </a:extLst>
                </p14:cNvPr>
                <p14:cNvContentPartPr/>
                <p14:nvPr/>
              </p14:nvContentPartPr>
              <p14:xfrm>
                <a:off x="7834440" y="581670"/>
                <a:ext cx="41760" cy="5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355DE8-9003-04D6-558E-648A312197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30120" y="577350"/>
                  <a:ext cx="5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CBA57E-433B-CAED-4480-9E5EED5038E0}"/>
                    </a:ext>
                  </a:extLst>
                </p14:cNvPr>
                <p14:cNvContentPartPr/>
                <p14:nvPr/>
              </p14:nvContentPartPr>
              <p14:xfrm>
                <a:off x="7945320" y="552870"/>
                <a:ext cx="36720" cy="77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CBA57E-433B-CAED-4480-9E5EED5038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1000" y="548550"/>
                  <a:ext cx="45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9F54D6-E39B-0791-E53C-3C71D4BFDD05}"/>
                    </a:ext>
                  </a:extLst>
                </p14:cNvPr>
                <p14:cNvContentPartPr/>
                <p14:nvPr/>
              </p14:nvContentPartPr>
              <p14:xfrm>
                <a:off x="7986000" y="420390"/>
                <a:ext cx="227520" cy="57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9F54D6-E39B-0791-E53C-3C71D4BFDD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680" y="416070"/>
                  <a:ext cx="2361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C077E6-C6F3-D7BC-B35F-C57345821D20}"/>
              </a:ext>
            </a:extLst>
          </p:cNvPr>
          <p:cNvGrpSpPr/>
          <p:nvPr/>
        </p:nvGrpSpPr>
        <p:grpSpPr>
          <a:xfrm>
            <a:off x="1936920" y="6038910"/>
            <a:ext cx="352080" cy="176760"/>
            <a:chOff x="1936920" y="6038910"/>
            <a:chExt cx="35208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14E0923-7C41-DC0C-223F-C291BAC1CF08}"/>
                    </a:ext>
                  </a:extLst>
                </p14:cNvPr>
                <p14:cNvContentPartPr/>
                <p14:nvPr/>
              </p14:nvContentPartPr>
              <p14:xfrm>
                <a:off x="1936920" y="6063750"/>
                <a:ext cx="149400" cy="15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14E0923-7C41-DC0C-223F-C291BAC1CF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00" y="6059430"/>
                  <a:ext cx="15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925874-CD62-234C-8719-0020EEA50845}"/>
                    </a:ext>
                  </a:extLst>
                </p14:cNvPr>
                <p14:cNvContentPartPr/>
                <p14:nvPr/>
              </p14:nvContentPartPr>
              <p14:xfrm>
                <a:off x="2120880" y="6165630"/>
                <a:ext cx="1800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925874-CD62-234C-8719-0020EEA508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6560" y="6161310"/>
                  <a:ext cx="2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A3E7FF-1FF7-561C-6FF8-97BE85948E7B}"/>
                    </a:ext>
                  </a:extLst>
                </p14:cNvPr>
                <p14:cNvContentPartPr/>
                <p14:nvPr/>
              </p14:nvContentPartPr>
              <p14:xfrm>
                <a:off x="2169840" y="6120630"/>
                <a:ext cx="52200" cy="7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A3E7FF-1FF7-561C-6FF8-97BE85948E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5520" y="6116310"/>
                  <a:ext cx="6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F312B5-64D8-C506-DB31-376B83FF6189}"/>
                    </a:ext>
                  </a:extLst>
                </p14:cNvPr>
                <p14:cNvContentPartPr/>
                <p14:nvPr/>
              </p14:nvContentPartPr>
              <p14:xfrm>
                <a:off x="2226360" y="6038910"/>
                <a:ext cx="62640" cy="7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F312B5-64D8-C506-DB31-376B83FF61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2040" y="603459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821C9D-9A83-4196-02C1-0AB5DDEB224A}"/>
              </a:ext>
            </a:extLst>
          </p:cNvPr>
          <p:cNvGrpSpPr/>
          <p:nvPr/>
        </p:nvGrpSpPr>
        <p:grpSpPr>
          <a:xfrm>
            <a:off x="1959960" y="3349350"/>
            <a:ext cx="268920" cy="178920"/>
            <a:chOff x="1959960" y="3349350"/>
            <a:chExt cx="2689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CBC1050-A269-B009-DFB3-168E52A7F96D}"/>
                    </a:ext>
                  </a:extLst>
                </p14:cNvPr>
                <p14:cNvContentPartPr/>
                <p14:nvPr/>
              </p14:nvContentPartPr>
              <p14:xfrm>
                <a:off x="1959960" y="3397590"/>
                <a:ext cx="40680" cy="130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CBC1050-A269-B009-DFB3-168E52A7F9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5640" y="3393270"/>
                  <a:ext cx="4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3292D2-83DA-BE0A-1ED4-0708F5EE794D}"/>
                    </a:ext>
                  </a:extLst>
                </p14:cNvPr>
                <p14:cNvContentPartPr/>
                <p14:nvPr/>
              </p14:nvContentPartPr>
              <p14:xfrm>
                <a:off x="2058240" y="3474630"/>
                <a:ext cx="29520" cy="3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3292D2-83DA-BE0A-1ED4-0708F5EE7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3920" y="347031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CD7BA8-CA95-2E9F-A910-72EFC7B222D1}"/>
                    </a:ext>
                  </a:extLst>
                </p14:cNvPr>
                <p14:cNvContentPartPr/>
                <p14:nvPr/>
              </p14:nvContentPartPr>
              <p14:xfrm>
                <a:off x="2138880" y="3349350"/>
                <a:ext cx="90000" cy="98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CD7BA8-CA95-2E9F-A910-72EFC7B222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560" y="3345030"/>
                  <a:ext cx="98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22AB96-7BF3-7F18-DB19-CA7E94786EC6}"/>
              </a:ext>
            </a:extLst>
          </p:cNvPr>
          <p:cNvGrpSpPr/>
          <p:nvPr/>
        </p:nvGrpSpPr>
        <p:grpSpPr>
          <a:xfrm>
            <a:off x="2053560" y="683910"/>
            <a:ext cx="255600" cy="235080"/>
            <a:chOff x="2053560" y="683910"/>
            <a:chExt cx="255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9EA876-2097-D2CF-E0A4-C40C2377CB54}"/>
                    </a:ext>
                  </a:extLst>
                </p14:cNvPr>
                <p14:cNvContentPartPr/>
                <p14:nvPr/>
              </p14:nvContentPartPr>
              <p14:xfrm>
                <a:off x="2053560" y="683910"/>
                <a:ext cx="47160" cy="20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9EA876-2097-D2CF-E0A4-C40C2377CB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49240" y="679590"/>
                  <a:ext cx="55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72E11F-9974-3804-1ACA-14E0DDA91C4D}"/>
                    </a:ext>
                  </a:extLst>
                </p14:cNvPr>
                <p14:cNvContentPartPr/>
                <p14:nvPr/>
              </p14:nvContentPartPr>
              <p14:xfrm>
                <a:off x="2107560" y="849150"/>
                <a:ext cx="36360" cy="6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72E11F-9974-3804-1ACA-14E0DDA91C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3240" y="844830"/>
                  <a:ext cx="4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AB092D-A07E-0ED0-9DA8-933A9B4FD070}"/>
                    </a:ext>
                  </a:extLst>
                </p14:cNvPr>
                <p14:cNvContentPartPr/>
                <p14:nvPr/>
              </p14:nvContentPartPr>
              <p14:xfrm>
                <a:off x="2156880" y="833310"/>
                <a:ext cx="74160" cy="85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AB092D-A07E-0ED0-9DA8-933A9B4FD0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560" y="828990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2D02F0-7963-D764-32F3-EB14E8E2DEF2}"/>
                    </a:ext>
                  </a:extLst>
                </p14:cNvPr>
                <p14:cNvContentPartPr/>
                <p14:nvPr/>
              </p14:nvContentPartPr>
              <p14:xfrm>
                <a:off x="2210520" y="779310"/>
                <a:ext cx="98640" cy="3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2D02F0-7963-D764-32F3-EB14E8E2DE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6200" y="774990"/>
                  <a:ext cx="107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F2486F-59F6-DEC9-79E2-05748429B759}"/>
              </a:ext>
            </a:extLst>
          </p:cNvPr>
          <p:cNvGrpSpPr/>
          <p:nvPr/>
        </p:nvGrpSpPr>
        <p:grpSpPr>
          <a:xfrm>
            <a:off x="5025360" y="376110"/>
            <a:ext cx="707760" cy="279720"/>
            <a:chOff x="5025360" y="376110"/>
            <a:chExt cx="7077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932C10-4627-FBBC-2118-33A9D5BEB5D1}"/>
                    </a:ext>
                  </a:extLst>
                </p14:cNvPr>
                <p14:cNvContentPartPr/>
                <p14:nvPr/>
              </p14:nvContentPartPr>
              <p14:xfrm>
                <a:off x="5025360" y="376110"/>
                <a:ext cx="89280" cy="27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932C10-4627-FBBC-2118-33A9D5BEB5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21040" y="371790"/>
                  <a:ext cx="97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AC8BDE-89F2-9362-A478-E05FC9465DD5}"/>
                    </a:ext>
                  </a:extLst>
                </p14:cNvPr>
                <p14:cNvContentPartPr/>
                <p14:nvPr/>
              </p14:nvContentPartPr>
              <p14:xfrm>
                <a:off x="5244600" y="573030"/>
                <a:ext cx="38880" cy="82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AC8BDE-89F2-9362-A478-E05FC9465D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280" y="568710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2A74B6-F44F-FC94-9334-D3F04A54267F}"/>
                    </a:ext>
                  </a:extLst>
                </p14:cNvPr>
                <p14:cNvContentPartPr/>
                <p14:nvPr/>
              </p14:nvContentPartPr>
              <p14:xfrm>
                <a:off x="5366640" y="495630"/>
                <a:ext cx="27720" cy="13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2A74B6-F44F-FC94-9334-D3F04A5426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62320" y="491310"/>
                  <a:ext cx="36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F5DF47F-95EF-58AF-C45F-3714CC9AB03B}"/>
                    </a:ext>
                  </a:extLst>
                </p14:cNvPr>
                <p14:cNvContentPartPr/>
                <p14:nvPr/>
              </p14:nvContentPartPr>
              <p14:xfrm>
                <a:off x="5442960" y="563310"/>
                <a:ext cx="18000" cy="44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F5DF47F-95EF-58AF-C45F-3714CC9AB0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8640" y="558990"/>
                  <a:ext cx="26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461C4B-2920-27C9-5866-C71F242C23D7}"/>
                    </a:ext>
                  </a:extLst>
                </p14:cNvPr>
                <p14:cNvContentPartPr/>
                <p14:nvPr/>
              </p14:nvContentPartPr>
              <p14:xfrm>
                <a:off x="5518560" y="542790"/>
                <a:ext cx="81720" cy="85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461C4B-2920-27C9-5866-C71F242C23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4240" y="538470"/>
                  <a:ext cx="90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5E0918-8C3A-E587-3145-9EADBCFB5417}"/>
                    </a:ext>
                  </a:extLst>
                </p14:cNvPr>
                <p14:cNvContentPartPr/>
                <p14:nvPr/>
              </p14:nvContentPartPr>
              <p14:xfrm>
                <a:off x="5545200" y="437670"/>
                <a:ext cx="187920" cy="89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5E0918-8C3A-E587-3145-9EADBCFB54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0880" y="433350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DDA28FA-DB42-24EA-E07D-1CABA4363315}"/>
                  </a:ext>
                </a:extLst>
              </p14:cNvPr>
              <p14:cNvContentPartPr/>
              <p14:nvPr/>
            </p14:nvContentPartPr>
            <p14:xfrm>
              <a:off x="5873160" y="419310"/>
              <a:ext cx="111240" cy="339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DDA28FA-DB42-24EA-E07D-1CABA43633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8840" y="414990"/>
                <a:ext cx="1198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E4DD251-EFAD-20BF-53A2-D59A1D133B83}"/>
              </a:ext>
            </a:extLst>
          </p:cNvPr>
          <p:cNvGrpSpPr/>
          <p:nvPr/>
        </p:nvGrpSpPr>
        <p:grpSpPr>
          <a:xfrm>
            <a:off x="4944360" y="6183990"/>
            <a:ext cx="898200" cy="335880"/>
            <a:chOff x="4944360" y="6183990"/>
            <a:chExt cx="898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3EDADB-5825-4BEB-7BCC-D00EC18C21B3}"/>
                    </a:ext>
                  </a:extLst>
                </p14:cNvPr>
                <p14:cNvContentPartPr/>
                <p14:nvPr/>
              </p14:nvContentPartPr>
              <p14:xfrm>
                <a:off x="5103840" y="6272190"/>
                <a:ext cx="13680" cy="153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3EDADB-5825-4BEB-7BCC-D00EC18C21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9520" y="6267870"/>
                  <a:ext cx="22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7C7DFB-9D81-2E5F-143A-B2EC57925D2D}"/>
                    </a:ext>
                  </a:extLst>
                </p14:cNvPr>
                <p14:cNvContentPartPr/>
                <p14:nvPr/>
              </p14:nvContentPartPr>
              <p14:xfrm>
                <a:off x="5192760" y="6389190"/>
                <a:ext cx="20520" cy="5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7C7DFB-9D81-2E5F-143A-B2EC57925D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8440" y="6384870"/>
                  <a:ext cx="2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4C81B6-87E2-B1CC-B452-93EC7EA8F762}"/>
                    </a:ext>
                  </a:extLst>
                </p14:cNvPr>
                <p14:cNvContentPartPr/>
                <p14:nvPr/>
              </p14:nvContentPartPr>
              <p14:xfrm>
                <a:off x="5279520" y="6284070"/>
                <a:ext cx="133920" cy="115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4C81B6-87E2-B1CC-B452-93EC7EA8F7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75200" y="6279750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379B80-A62B-8CE2-478B-FB46AB221A3C}"/>
                    </a:ext>
                  </a:extLst>
                </p14:cNvPr>
                <p14:cNvContentPartPr/>
                <p14:nvPr/>
              </p14:nvContentPartPr>
              <p14:xfrm>
                <a:off x="5491560" y="6308550"/>
                <a:ext cx="20160" cy="1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379B80-A62B-8CE2-478B-FB46AB221A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7240" y="6304230"/>
                  <a:ext cx="2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1C0BCB-354C-92F6-C037-5915164B6E5E}"/>
                    </a:ext>
                  </a:extLst>
                </p14:cNvPr>
                <p14:cNvContentPartPr/>
                <p14:nvPr/>
              </p14:nvContentPartPr>
              <p14:xfrm>
                <a:off x="5555640" y="6320790"/>
                <a:ext cx="85680" cy="56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1C0BCB-354C-92F6-C037-5915164B6E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1320" y="6316470"/>
                  <a:ext cx="94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C9372E0-962A-C499-0BB3-3FAF26D893B3}"/>
                    </a:ext>
                  </a:extLst>
                </p14:cNvPr>
                <p14:cNvContentPartPr/>
                <p14:nvPr/>
              </p14:nvContentPartPr>
              <p14:xfrm>
                <a:off x="5625840" y="6183990"/>
                <a:ext cx="153720" cy="99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C9372E0-962A-C499-0BB3-3FAF26D893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1520" y="6179670"/>
                  <a:ext cx="162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6D20AD-593F-2E62-0AB0-3291BE139B60}"/>
                    </a:ext>
                  </a:extLst>
                </p14:cNvPr>
                <p14:cNvContentPartPr/>
                <p14:nvPr/>
              </p14:nvContentPartPr>
              <p14:xfrm>
                <a:off x="4944360" y="6241950"/>
                <a:ext cx="195120" cy="27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6D20AD-593F-2E62-0AB0-3291BE139B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40040" y="6237630"/>
                  <a:ext cx="203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DFE399-4A32-00A8-567E-541038DA1249}"/>
                    </a:ext>
                  </a:extLst>
                </p14:cNvPr>
                <p14:cNvContentPartPr/>
                <p14:nvPr/>
              </p14:nvContentPartPr>
              <p14:xfrm>
                <a:off x="5735640" y="6274350"/>
                <a:ext cx="106920" cy="175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DFE399-4A32-00A8-567E-541038DA12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1320" y="6270030"/>
                  <a:ext cx="1155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063D660-4B3A-9C11-A3AB-C3924BAF1334}"/>
              </a:ext>
            </a:extLst>
          </p:cNvPr>
          <p:cNvGrpSpPr/>
          <p:nvPr/>
        </p:nvGrpSpPr>
        <p:grpSpPr>
          <a:xfrm>
            <a:off x="1739280" y="1906110"/>
            <a:ext cx="433440" cy="219960"/>
            <a:chOff x="1739280" y="1906110"/>
            <a:chExt cx="4334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5D9B5E-B2BE-79C8-708E-D2D8434495EC}"/>
                    </a:ext>
                  </a:extLst>
                </p14:cNvPr>
                <p14:cNvContentPartPr/>
                <p14:nvPr/>
              </p14:nvContentPartPr>
              <p14:xfrm>
                <a:off x="1739280" y="1931310"/>
                <a:ext cx="35640" cy="176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5D9B5E-B2BE-79C8-708E-D2D8434495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960" y="192699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F8E6B76-A986-3D86-0D5D-203E9A9CD76E}"/>
                    </a:ext>
                  </a:extLst>
                </p14:cNvPr>
                <p14:cNvContentPartPr/>
                <p14:nvPr/>
              </p14:nvContentPartPr>
              <p14:xfrm>
                <a:off x="1838640" y="2065950"/>
                <a:ext cx="19440" cy="60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F8E6B76-A986-3D86-0D5D-203E9A9CD7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4320" y="2061630"/>
                  <a:ext cx="2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0441E4-ACF4-8A4E-A6BA-ED4873982EEB}"/>
                    </a:ext>
                  </a:extLst>
                </p14:cNvPr>
                <p14:cNvContentPartPr/>
                <p14:nvPr/>
              </p14:nvContentPartPr>
              <p14:xfrm>
                <a:off x="1926480" y="1990710"/>
                <a:ext cx="90000" cy="12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0441E4-ACF4-8A4E-A6BA-ED4873982E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2160" y="1986390"/>
                  <a:ext cx="98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E097560-4DAC-63E1-645C-29383E0C6E1A}"/>
                    </a:ext>
                  </a:extLst>
                </p14:cNvPr>
                <p14:cNvContentPartPr/>
                <p14:nvPr/>
              </p14:nvContentPartPr>
              <p14:xfrm>
                <a:off x="2030160" y="1974150"/>
                <a:ext cx="70200" cy="91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E097560-4DAC-63E1-645C-29383E0C6E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25840" y="1969830"/>
                  <a:ext cx="7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E6DAFD-42E3-273E-2990-E02847AFBCFA}"/>
                    </a:ext>
                  </a:extLst>
                </p14:cNvPr>
                <p14:cNvContentPartPr/>
                <p14:nvPr/>
              </p14:nvContentPartPr>
              <p14:xfrm>
                <a:off x="2062920" y="1906110"/>
                <a:ext cx="109800" cy="5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E6DAFD-42E3-273E-2990-E02847AFBC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8600" y="1901790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13A5341-68F6-E341-77E8-1C65339CD504}"/>
              </a:ext>
            </a:extLst>
          </p:cNvPr>
          <p:cNvGrpSpPr/>
          <p:nvPr/>
        </p:nvGrpSpPr>
        <p:grpSpPr>
          <a:xfrm>
            <a:off x="3819720" y="1796670"/>
            <a:ext cx="397440" cy="194760"/>
            <a:chOff x="3819720" y="1796670"/>
            <a:chExt cx="3974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08F3F3-EF1E-4F58-C0D0-DE7CE0D5585A}"/>
                    </a:ext>
                  </a:extLst>
                </p14:cNvPr>
                <p14:cNvContentPartPr/>
                <p14:nvPr/>
              </p14:nvContentPartPr>
              <p14:xfrm>
                <a:off x="3826920" y="1847070"/>
                <a:ext cx="44280" cy="16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08F3F3-EF1E-4F58-C0D0-DE7CE0D558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22600" y="1842750"/>
                  <a:ext cx="52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A8DA68-12D8-0B44-8449-348AE01BD56C}"/>
                    </a:ext>
                  </a:extLst>
                </p14:cNvPr>
                <p14:cNvContentPartPr/>
                <p14:nvPr/>
              </p14:nvContentPartPr>
              <p14:xfrm>
                <a:off x="3819720" y="1848150"/>
                <a:ext cx="20520" cy="14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A8DA68-12D8-0B44-8449-348AE01BD5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5400" y="1843830"/>
                  <a:ext cx="2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E03271A-1878-0620-11D4-E33E6B9FEDAF}"/>
                    </a:ext>
                  </a:extLst>
                </p14:cNvPr>
                <p14:cNvContentPartPr/>
                <p14:nvPr/>
              </p14:nvContentPartPr>
              <p14:xfrm>
                <a:off x="3902520" y="1920150"/>
                <a:ext cx="20520" cy="48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E03271A-1878-0620-11D4-E33E6B9FED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98200" y="1915830"/>
                  <a:ext cx="2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BAE46A-863A-F236-2E7D-0CD65BE0C4AD}"/>
                    </a:ext>
                  </a:extLst>
                </p14:cNvPr>
                <p14:cNvContentPartPr/>
                <p14:nvPr/>
              </p14:nvContentPartPr>
              <p14:xfrm>
                <a:off x="3938520" y="1847430"/>
                <a:ext cx="105120" cy="10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BAE46A-863A-F236-2E7D-0CD65BE0C4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4200" y="1843110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F9A2D1-970F-AB45-007E-68A2E18A3F3D}"/>
                    </a:ext>
                  </a:extLst>
                </p14:cNvPr>
                <p14:cNvContentPartPr/>
                <p14:nvPr/>
              </p14:nvContentPartPr>
              <p14:xfrm>
                <a:off x="4087560" y="1824030"/>
                <a:ext cx="748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F9A2D1-970F-AB45-007E-68A2E18A3F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83240" y="1819710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0CB342-BAD3-3F1E-130F-8AE4837A7D8D}"/>
                    </a:ext>
                  </a:extLst>
                </p14:cNvPr>
                <p14:cNvContentPartPr/>
                <p14:nvPr/>
              </p14:nvContentPartPr>
              <p14:xfrm>
                <a:off x="4141560" y="1796670"/>
                <a:ext cx="75600" cy="3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0CB342-BAD3-3F1E-130F-8AE4837A7D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7240" y="1792350"/>
                  <a:ext cx="84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71DCC94-03E5-60D5-8FF4-BC03E650FC45}"/>
                  </a:ext>
                </a:extLst>
              </p14:cNvPr>
              <p14:cNvContentPartPr/>
              <p14:nvPr/>
            </p14:nvContentPartPr>
            <p14:xfrm>
              <a:off x="3616320" y="1994670"/>
              <a:ext cx="125640" cy="133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71DCC94-03E5-60D5-8FF4-BC03E650FC4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2000" y="1990350"/>
                <a:ext cx="1342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88C1299B-BF66-F19D-0B37-E3A66C323C23}"/>
              </a:ext>
            </a:extLst>
          </p:cNvPr>
          <p:cNvGrpSpPr/>
          <p:nvPr/>
        </p:nvGrpSpPr>
        <p:grpSpPr>
          <a:xfrm>
            <a:off x="3518760" y="365670"/>
            <a:ext cx="507960" cy="244080"/>
            <a:chOff x="3518760" y="365670"/>
            <a:chExt cx="5079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5E42148-829E-FC42-3EF8-1200005BF079}"/>
                    </a:ext>
                  </a:extLst>
                </p14:cNvPr>
                <p14:cNvContentPartPr/>
                <p14:nvPr/>
              </p14:nvContentPartPr>
              <p14:xfrm>
                <a:off x="3587880" y="410670"/>
                <a:ext cx="16560" cy="1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5E42148-829E-FC42-3EF8-1200005BF0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3560" y="406350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9960C7-9ABE-7F78-45C4-0035A6EDD41F}"/>
                    </a:ext>
                  </a:extLst>
                </p14:cNvPr>
                <p14:cNvContentPartPr/>
                <p14:nvPr/>
              </p14:nvContentPartPr>
              <p14:xfrm>
                <a:off x="3518760" y="552150"/>
                <a:ext cx="54000" cy="57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9960C7-9ABE-7F78-45C4-0035A6EDD4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14440" y="547830"/>
                  <a:ext cx="62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B8E026-A7D5-4FB4-41B7-A68BD7D55E75}"/>
                    </a:ext>
                  </a:extLst>
                </p14:cNvPr>
                <p14:cNvContentPartPr/>
                <p14:nvPr/>
              </p14:nvContentPartPr>
              <p14:xfrm>
                <a:off x="3623160" y="438030"/>
                <a:ext cx="128160" cy="164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B8E026-A7D5-4FB4-41B7-A68BD7D55E7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8840" y="433710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AF0E44-F30F-C70F-A94A-B4949FDECF6E}"/>
                    </a:ext>
                  </a:extLst>
                </p14:cNvPr>
                <p14:cNvContentPartPr/>
                <p14:nvPr/>
              </p14:nvContentPartPr>
              <p14:xfrm>
                <a:off x="3683640" y="471150"/>
                <a:ext cx="120600" cy="75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AF0E44-F30F-C70F-A94A-B4949FDECF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9320" y="466830"/>
                  <a:ext cx="129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EFEF21B-488D-8D12-2BD6-C3A0222D6D6C}"/>
                    </a:ext>
                  </a:extLst>
                </p14:cNvPr>
                <p14:cNvContentPartPr/>
                <p14:nvPr/>
              </p14:nvContentPartPr>
              <p14:xfrm>
                <a:off x="3809280" y="445590"/>
                <a:ext cx="113040" cy="11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EFEF21B-488D-8D12-2BD6-C3A0222D6D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04960" y="4412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F45B4B8-5A33-6F71-3506-DF9CFD13F49D}"/>
                    </a:ext>
                  </a:extLst>
                </p14:cNvPr>
                <p14:cNvContentPartPr/>
                <p14:nvPr/>
              </p14:nvContentPartPr>
              <p14:xfrm>
                <a:off x="3853200" y="365670"/>
                <a:ext cx="173520" cy="74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F45B4B8-5A33-6F71-3506-DF9CFD13F4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880" y="361350"/>
                  <a:ext cx="182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DCA94C6-891D-D21C-96EE-16B8AADDDFC0}"/>
              </a:ext>
            </a:extLst>
          </p:cNvPr>
          <p:cNvGrpSpPr/>
          <p:nvPr/>
        </p:nvGrpSpPr>
        <p:grpSpPr>
          <a:xfrm>
            <a:off x="3474120" y="1101150"/>
            <a:ext cx="628200" cy="1896480"/>
            <a:chOff x="3474120" y="1101150"/>
            <a:chExt cx="628200" cy="18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B76D3FA-C7E0-AA78-E7A9-7A2079FBBF81}"/>
                    </a:ext>
                  </a:extLst>
                </p14:cNvPr>
                <p14:cNvContentPartPr/>
                <p14:nvPr/>
              </p14:nvContentPartPr>
              <p14:xfrm>
                <a:off x="3560880" y="1107990"/>
                <a:ext cx="432000" cy="26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B76D3FA-C7E0-AA78-E7A9-7A2079FBBF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6560" y="1103670"/>
                  <a:ext cx="44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9088CB-A100-BEED-BD34-7A6E4B97F7D1}"/>
                    </a:ext>
                  </a:extLst>
                </p14:cNvPr>
                <p14:cNvContentPartPr/>
                <p14:nvPr/>
              </p14:nvContentPartPr>
              <p14:xfrm>
                <a:off x="3602280" y="1101150"/>
                <a:ext cx="117720" cy="189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9088CB-A100-BEED-BD34-7A6E4B97F7D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7960" y="1096830"/>
                  <a:ext cx="126360" cy="19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BE99798-B960-428C-07DB-54F988A4CF97}"/>
                    </a:ext>
                  </a:extLst>
                </p14:cNvPr>
                <p14:cNvContentPartPr/>
                <p14:nvPr/>
              </p14:nvContentPartPr>
              <p14:xfrm>
                <a:off x="3474120" y="2932830"/>
                <a:ext cx="332280" cy="4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BE99798-B960-428C-07DB-54F988A4CF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9800" y="2928510"/>
                  <a:ext cx="34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67040C-A4A1-5FBB-25D9-B4F7CC4631A0}"/>
                    </a:ext>
                  </a:extLst>
                </p14:cNvPr>
                <p14:cNvContentPartPr/>
                <p14:nvPr/>
              </p14:nvContentPartPr>
              <p14:xfrm>
                <a:off x="3810000" y="2748510"/>
                <a:ext cx="101520" cy="102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67040C-A4A1-5FBB-25D9-B4F7CC4631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680" y="2744190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38E0A2-85E6-BFAF-55CB-069BFB545A0E}"/>
                    </a:ext>
                  </a:extLst>
                </p14:cNvPr>
                <p14:cNvContentPartPr/>
                <p14:nvPr/>
              </p14:nvContentPartPr>
              <p14:xfrm>
                <a:off x="3984600" y="2716110"/>
                <a:ext cx="7920" cy="39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38E0A2-85E6-BFAF-55CB-069BFB545A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0280" y="2711790"/>
                  <a:ext cx="16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0EC6D33-589E-6E6A-E494-E5A626B80CD7}"/>
                    </a:ext>
                  </a:extLst>
                </p14:cNvPr>
                <p14:cNvContentPartPr/>
                <p14:nvPr/>
              </p14:nvContentPartPr>
              <p14:xfrm>
                <a:off x="3984960" y="2689830"/>
                <a:ext cx="117360" cy="4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0EC6D33-589E-6E6A-E494-E5A626B80C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640" y="2685510"/>
                  <a:ext cx="126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D80E208-8536-A7FD-4C0C-C04BC3CBE05A}"/>
                    </a:ext>
                  </a:extLst>
                </p14:cNvPr>
                <p14:cNvContentPartPr/>
                <p14:nvPr/>
              </p14:nvContentPartPr>
              <p14:xfrm>
                <a:off x="4038600" y="2582190"/>
                <a:ext cx="60840" cy="175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D80E208-8536-A7FD-4C0C-C04BC3CBE0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34280" y="2577870"/>
                  <a:ext cx="694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F9924DF-FFA3-31BC-5A34-B4DA175293D5}"/>
                  </a:ext>
                </a:extLst>
              </p14:cNvPr>
              <p14:cNvContentPartPr/>
              <p14:nvPr/>
            </p14:nvContentPartPr>
            <p14:xfrm>
              <a:off x="3618480" y="3412710"/>
              <a:ext cx="327600" cy="338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F9924DF-FFA3-31BC-5A34-B4DA175293D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14160" y="3408390"/>
                <a:ext cx="336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B1559830-E5B1-7B6B-AA22-584EC205A3D1}"/>
              </a:ext>
            </a:extLst>
          </p:cNvPr>
          <p:cNvGrpSpPr/>
          <p:nvPr/>
        </p:nvGrpSpPr>
        <p:grpSpPr>
          <a:xfrm>
            <a:off x="3864360" y="3030750"/>
            <a:ext cx="496440" cy="249120"/>
            <a:chOff x="3864360" y="3030750"/>
            <a:chExt cx="496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D5E61F0-8DF9-CD3E-B3CB-4FB6BAE117C8}"/>
                    </a:ext>
                  </a:extLst>
                </p14:cNvPr>
                <p14:cNvContentPartPr/>
                <p14:nvPr/>
              </p14:nvContentPartPr>
              <p14:xfrm>
                <a:off x="3864360" y="3131910"/>
                <a:ext cx="114120" cy="147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D5E61F0-8DF9-CD3E-B3CB-4FB6BAE117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60040" y="3127590"/>
                  <a:ext cx="12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ECF464-90B6-BE31-9BA0-EAEF7869737F}"/>
                    </a:ext>
                  </a:extLst>
                </p14:cNvPr>
                <p14:cNvContentPartPr/>
                <p14:nvPr/>
              </p14:nvContentPartPr>
              <p14:xfrm>
                <a:off x="4061640" y="3199230"/>
                <a:ext cx="32760" cy="6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ECF464-90B6-BE31-9BA0-EAEF786973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57320" y="3194910"/>
                  <a:ext cx="4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EE562F-139A-D669-3DF3-4BEEF871322C}"/>
                    </a:ext>
                  </a:extLst>
                </p14:cNvPr>
                <p14:cNvContentPartPr/>
                <p14:nvPr/>
              </p14:nvContentPartPr>
              <p14:xfrm>
                <a:off x="4122840" y="3119670"/>
                <a:ext cx="126000" cy="122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EE562F-139A-D669-3DF3-4BEEF87132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18520" y="3115350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861A3D-A326-D872-F274-21FEE1520862}"/>
                    </a:ext>
                  </a:extLst>
                </p14:cNvPr>
                <p14:cNvContentPartPr/>
                <p14:nvPr/>
              </p14:nvContentPartPr>
              <p14:xfrm>
                <a:off x="4179360" y="3030750"/>
                <a:ext cx="181440" cy="78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861A3D-A326-D872-F274-21FEE15208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5040" y="3026430"/>
                  <a:ext cx="190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181E56B-314B-0B5E-C1D7-F1229EBA6E22}"/>
              </a:ext>
            </a:extLst>
          </p:cNvPr>
          <p:cNvGrpSpPr/>
          <p:nvPr/>
        </p:nvGrpSpPr>
        <p:grpSpPr>
          <a:xfrm>
            <a:off x="3795600" y="864630"/>
            <a:ext cx="484560" cy="147960"/>
            <a:chOff x="3795600" y="864630"/>
            <a:chExt cx="4845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B987C7B-2EBC-B9C8-54AC-5E2173A696F7}"/>
                    </a:ext>
                  </a:extLst>
                </p14:cNvPr>
                <p14:cNvContentPartPr/>
                <p14:nvPr/>
              </p14:nvContentPartPr>
              <p14:xfrm>
                <a:off x="3795600" y="864630"/>
                <a:ext cx="144360" cy="112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B987C7B-2EBC-B9C8-54AC-5E2173A696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91280" y="860310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D1F266-A3AF-2DD6-BC93-7D58EC594385}"/>
                    </a:ext>
                  </a:extLst>
                </p14:cNvPr>
                <p14:cNvContentPartPr/>
                <p14:nvPr/>
              </p14:nvContentPartPr>
              <p14:xfrm>
                <a:off x="3997560" y="977310"/>
                <a:ext cx="16920" cy="2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D1F266-A3AF-2DD6-BC93-7D58EC5943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93240" y="972990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B463EA-800C-7B19-362B-C6078ADE6E60}"/>
                    </a:ext>
                  </a:extLst>
                </p14:cNvPr>
                <p14:cNvContentPartPr/>
                <p14:nvPr/>
              </p14:nvContentPartPr>
              <p14:xfrm>
                <a:off x="4116720" y="891990"/>
                <a:ext cx="163440" cy="120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B463EA-800C-7B19-362B-C6078ADE6E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2400" y="887670"/>
                  <a:ext cx="1720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6E0384F-D3F3-D680-05F9-24E9F6815274}"/>
                  </a:ext>
                </a:extLst>
              </p14:cNvPr>
              <p14:cNvContentPartPr/>
              <p14:nvPr/>
            </p14:nvContentPartPr>
            <p14:xfrm>
              <a:off x="2746200" y="1839150"/>
              <a:ext cx="69120" cy="453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6E0384F-D3F3-D680-05F9-24E9F681527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1880" y="1834830"/>
                <a:ext cx="7776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5D896EA-8046-10B0-4996-3EE8DF3F6516}"/>
              </a:ext>
            </a:extLst>
          </p:cNvPr>
          <p:cNvGrpSpPr/>
          <p:nvPr/>
        </p:nvGrpSpPr>
        <p:grpSpPr>
          <a:xfrm>
            <a:off x="2466840" y="2439990"/>
            <a:ext cx="278280" cy="132120"/>
            <a:chOff x="2466840" y="2439990"/>
            <a:chExt cx="278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A7F973D-551C-3741-B1DC-ADD106B33425}"/>
                    </a:ext>
                  </a:extLst>
                </p14:cNvPr>
                <p14:cNvContentPartPr/>
                <p14:nvPr/>
              </p14:nvContentPartPr>
              <p14:xfrm>
                <a:off x="2466840" y="2501550"/>
                <a:ext cx="88200" cy="70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7F973D-551C-3741-B1DC-ADD106B3342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2520" y="2497230"/>
                  <a:ext cx="96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58815DF-FB15-4932-942F-D624BD43F99D}"/>
                    </a:ext>
                  </a:extLst>
                </p14:cNvPr>
                <p14:cNvContentPartPr/>
                <p14:nvPr/>
              </p14:nvContentPartPr>
              <p14:xfrm>
                <a:off x="2598960" y="2527110"/>
                <a:ext cx="13320" cy="34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58815DF-FB15-4932-942F-D624BD43F99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4640" y="2522790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7A9C44-B1D4-8798-84E1-F2F7E1F5583D}"/>
                    </a:ext>
                  </a:extLst>
                </p14:cNvPr>
                <p14:cNvContentPartPr/>
                <p14:nvPr/>
              </p14:nvContentPartPr>
              <p14:xfrm>
                <a:off x="2620920" y="2439990"/>
                <a:ext cx="124200" cy="10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7A9C44-B1D4-8798-84E1-F2F7E1F5583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16600" y="2435670"/>
                  <a:ext cx="13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7FEEBE4-D0C3-5F5A-FAD7-7A1DB927D485}"/>
              </a:ext>
            </a:extLst>
          </p:cNvPr>
          <p:cNvGrpSpPr/>
          <p:nvPr/>
        </p:nvGrpSpPr>
        <p:grpSpPr>
          <a:xfrm>
            <a:off x="4651680" y="1891710"/>
            <a:ext cx="392400" cy="446400"/>
            <a:chOff x="4651680" y="1891710"/>
            <a:chExt cx="392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C8F9EC-B9D6-E721-F1F6-F85A22637C1C}"/>
                    </a:ext>
                  </a:extLst>
                </p14:cNvPr>
                <p14:cNvContentPartPr/>
                <p14:nvPr/>
              </p14:nvContentPartPr>
              <p14:xfrm>
                <a:off x="4651680" y="1891710"/>
                <a:ext cx="20880" cy="363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C8F9EC-B9D6-E721-F1F6-F85A22637C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7360" y="1887390"/>
                  <a:ext cx="29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FEFA53-E2B1-D5C9-82BC-F18C02D24DAD}"/>
                    </a:ext>
                  </a:extLst>
                </p14:cNvPr>
                <p14:cNvContentPartPr/>
                <p14:nvPr/>
              </p14:nvContentPartPr>
              <p14:xfrm>
                <a:off x="4752840" y="2194470"/>
                <a:ext cx="57960" cy="75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FEFA53-E2B1-D5C9-82BC-F18C02D24D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8520" y="2190150"/>
                  <a:ext cx="66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C87DCDF-9BF0-11B6-E95F-8DA925400A04}"/>
                    </a:ext>
                  </a:extLst>
                </p14:cNvPr>
                <p14:cNvContentPartPr/>
                <p14:nvPr/>
              </p14:nvContentPartPr>
              <p14:xfrm>
                <a:off x="4886760" y="2191230"/>
                <a:ext cx="157320" cy="12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C87DCDF-9BF0-11B6-E95F-8DA925400A0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2440" y="2186910"/>
                  <a:ext cx="165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D74CD4-D5BA-AFE1-4D36-C062352455BC}"/>
                    </a:ext>
                  </a:extLst>
                </p14:cNvPr>
                <p14:cNvContentPartPr/>
                <p14:nvPr/>
              </p14:nvContentPartPr>
              <p14:xfrm>
                <a:off x="4868400" y="2293830"/>
                <a:ext cx="35280" cy="44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D74CD4-D5BA-AFE1-4D36-C062352455B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4080" y="2289510"/>
                  <a:ext cx="439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4BFDB21-CB34-8F4E-DF60-E2387FB0481C}"/>
              </a:ext>
            </a:extLst>
          </p:cNvPr>
          <p:cNvGrpSpPr/>
          <p:nvPr/>
        </p:nvGrpSpPr>
        <p:grpSpPr>
          <a:xfrm>
            <a:off x="3812880" y="2138310"/>
            <a:ext cx="180000" cy="242640"/>
            <a:chOff x="3812880" y="2138310"/>
            <a:chExt cx="18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F9C8DFC-9396-8855-84DE-E9CFC844E38B}"/>
                    </a:ext>
                  </a:extLst>
                </p14:cNvPr>
                <p14:cNvContentPartPr/>
                <p14:nvPr/>
              </p14:nvContentPartPr>
              <p14:xfrm>
                <a:off x="3813240" y="2138310"/>
                <a:ext cx="127080" cy="242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F9C8DFC-9396-8855-84DE-E9CFC844E38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08920" y="2133990"/>
                  <a:ext cx="13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D18641-637C-3048-69AA-925B2D783E5F}"/>
                    </a:ext>
                  </a:extLst>
                </p14:cNvPr>
                <p14:cNvContentPartPr/>
                <p14:nvPr/>
              </p14:nvContentPartPr>
              <p14:xfrm>
                <a:off x="3812880" y="2284110"/>
                <a:ext cx="180000" cy="4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D18641-637C-3048-69AA-925B2D783E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8560" y="2279790"/>
                  <a:ext cx="18864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3BD0981-8620-A5BC-71E1-3D53F2989B8F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3BD0981-8620-A5BC-71E1-3D53F2989B8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157360" y="2484990"/>
                <a:ext cx="9000" cy="12960"/>
              </a:xfrm>
              <a:prstGeom prst="rect">
                <a:avLst/>
              </a:prstGeom>
            </p:spPr>
          </p:pic>
        </mc:Fallback>
      </mc:AlternateContent>
      <p:sp>
        <p:nvSpPr>
          <p:cNvPr id="105" name="Oval 104">
            <a:extLst>
              <a:ext uri="{FF2B5EF4-FFF2-40B4-BE49-F238E27FC236}">
                <a16:creationId xmlns:a16="http://schemas.microsoft.com/office/drawing/2014/main" id="{7EE431B0-EA5E-14E1-A07E-36F6DC55DF5C}"/>
              </a:ext>
            </a:extLst>
          </p:cNvPr>
          <p:cNvSpPr/>
          <p:nvPr/>
        </p:nvSpPr>
        <p:spPr>
          <a:xfrm>
            <a:off x="556668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ABD3FA7-FE73-F91F-BB00-D4C04E8F085A}"/>
              </a:ext>
            </a:extLst>
          </p:cNvPr>
          <p:cNvGrpSpPr/>
          <p:nvPr/>
        </p:nvGrpSpPr>
        <p:grpSpPr>
          <a:xfrm>
            <a:off x="4683360" y="1383750"/>
            <a:ext cx="293040" cy="378000"/>
            <a:chOff x="4683360" y="1383750"/>
            <a:chExt cx="2930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F7FC9F-ACE2-34BC-2A59-CCAD896FB081}"/>
                    </a:ext>
                  </a:extLst>
                </p14:cNvPr>
                <p14:cNvContentPartPr/>
                <p14:nvPr/>
              </p14:nvContentPartPr>
              <p14:xfrm>
                <a:off x="4683360" y="1523790"/>
                <a:ext cx="137520" cy="118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F7FC9F-ACE2-34BC-2A59-CCAD896FB0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79040" y="1519470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BF8591-7631-524D-EE66-5A2D0F2C9A3D}"/>
                    </a:ext>
                  </a:extLst>
                </p14:cNvPr>
                <p14:cNvContentPartPr/>
                <p14:nvPr/>
              </p14:nvContentPartPr>
              <p14:xfrm>
                <a:off x="4770840" y="1383750"/>
                <a:ext cx="78480" cy="249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BF8591-7631-524D-EE66-5A2D0F2C9A3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66520" y="1379430"/>
                  <a:ext cx="8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E2C40A1-B863-786A-0D98-11FD448E4876}"/>
                    </a:ext>
                  </a:extLst>
                </p14:cNvPr>
                <p14:cNvContentPartPr/>
                <p14:nvPr/>
              </p14:nvContentPartPr>
              <p14:xfrm>
                <a:off x="4779480" y="1441350"/>
                <a:ext cx="127800" cy="288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E2C40A1-B863-786A-0D98-11FD448E48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5160" y="1437030"/>
                  <a:ext cx="13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2210E8-ABD1-9B80-2932-C7EA50E04ECF}"/>
                    </a:ext>
                  </a:extLst>
                </p14:cNvPr>
                <p14:cNvContentPartPr/>
                <p14:nvPr/>
              </p14:nvContentPartPr>
              <p14:xfrm>
                <a:off x="4886760" y="1638630"/>
                <a:ext cx="13680" cy="7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2210E8-ABD1-9B80-2932-C7EA50E04EC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82440" y="1634310"/>
                  <a:ext cx="22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D21C687-6C72-E632-2DAD-BB076440C467}"/>
                    </a:ext>
                  </a:extLst>
                </p14:cNvPr>
                <p14:cNvContentPartPr/>
                <p14:nvPr/>
              </p14:nvContentPartPr>
              <p14:xfrm>
                <a:off x="4857960" y="1635030"/>
                <a:ext cx="118440" cy="126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D21C687-6C72-E632-2DAD-BB076440C46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53640" y="1630710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3AEB067-D41E-513B-D1D2-C3E9C859A08A}"/>
              </a:ext>
            </a:extLst>
          </p:cNvPr>
          <p:cNvGrpSpPr/>
          <p:nvPr/>
        </p:nvGrpSpPr>
        <p:grpSpPr>
          <a:xfrm>
            <a:off x="5244960" y="1339830"/>
            <a:ext cx="305640" cy="452520"/>
            <a:chOff x="5244960" y="1339830"/>
            <a:chExt cx="3056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123FAE4-BFA8-3441-01E6-0644FE9C70F7}"/>
                    </a:ext>
                  </a:extLst>
                </p14:cNvPr>
                <p14:cNvContentPartPr/>
                <p14:nvPr/>
              </p14:nvContentPartPr>
              <p14:xfrm>
                <a:off x="5244960" y="1426590"/>
                <a:ext cx="151560" cy="18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123FAE4-BFA8-3441-01E6-0644FE9C70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40640" y="1422270"/>
                  <a:ext cx="16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9965B3-BC44-D452-0EAC-49E1C23F93C8}"/>
                    </a:ext>
                  </a:extLst>
                </p14:cNvPr>
                <p14:cNvContentPartPr/>
                <p14:nvPr/>
              </p14:nvContentPartPr>
              <p14:xfrm>
                <a:off x="5340360" y="1339830"/>
                <a:ext cx="87480" cy="245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9965B3-BC44-D452-0EAC-49E1C23F93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36040" y="133551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CC4E98-764A-FBEA-B83F-BB33595038D1}"/>
                    </a:ext>
                  </a:extLst>
                </p14:cNvPr>
                <p14:cNvContentPartPr/>
                <p14:nvPr/>
              </p14:nvContentPartPr>
              <p14:xfrm>
                <a:off x="5361960" y="1360350"/>
                <a:ext cx="181800" cy="337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CC4E98-764A-FBEA-B83F-BB33595038D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57640" y="1356030"/>
                  <a:ext cx="190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E955776-AF0B-E5BB-D46F-A90A5037E960}"/>
                    </a:ext>
                  </a:extLst>
                </p14:cNvPr>
                <p14:cNvContentPartPr/>
                <p14:nvPr/>
              </p14:nvContentPartPr>
              <p14:xfrm>
                <a:off x="5391120" y="1631790"/>
                <a:ext cx="159480" cy="160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E955776-AF0B-E5BB-D46F-A90A5037E9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86800" y="1627470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6717604-2FCB-DE3C-6658-9388B1525549}"/>
              </a:ext>
            </a:extLst>
          </p:cNvPr>
          <p:cNvGrpSpPr/>
          <p:nvPr/>
        </p:nvGrpSpPr>
        <p:grpSpPr>
          <a:xfrm>
            <a:off x="6385440" y="1263870"/>
            <a:ext cx="306720" cy="1622880"/>
            <a:chOff x="6385440" y="1263870"/>
            <a:chExt cx="30672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77BD22-6872-519E-5B69-375445419956}"/>
                    </a:ext>
                  </a:extLst>
                </p14:cNvPr>
                <p14:cNvContentPartPr/>
                <p14:nvPr/>
              </p14:nvContentPartPr>
              <p14:xfrm>
                <a:off x="6385440" y="1263870"/>
                <a:ext cx="88920" cy="1622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77BD22-6872-519E-5B69-37544541995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81120" y="1259550"/>
                  <a:ext cx="9756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DFA9F4E-E728-E9AC-8D85-C458816027C4}"/>
                    </a:ext>
                  </a:extLst>
                </p14:cNvPr>
                <p14:cNvContentPartPr/>
                <p14:nvPr/>
              </p14:nvContentPartPr>
              <p14:xfrm>
                <a:off x="6439080" y="1871910"/>
                <a:ext cx="253080" cy="247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DFA9F4E-E728-E9AC-8D85-C458816027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34760" y="1867590"/>
                  <a:ext cx="261720" cy="25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0" name="Oval 119">
            <a:extLst>
              <a:ext uri="{FF2B5EF4-FFF2-40B4-BE49-F238E27FC236}">
                <a16:creationId xmlns:a16="http://schemas.microsoft.com/office/drawing/2014/main" id="{AF2602EA-9D38-6932-8719-04C4B742E108}"/>
              </a:ext>
            </a:extLst>
          </p:cNvPr>
          <p:cNvSpPr/>
          <p:nvPr/>
        </p:nvSpPr>
        <p:spPr>
          <a:xfrm>
            <a:off x="2818035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9362FC9-E679-DB34-BC3D-24DCC2414A8A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FE9BD93-E0E0-375D-7145-234D798818E5}"/>
              </a:ext>
            </a:extLst>
          </p:cNvPr>
          <p:cNvGrpSpPr/>
          <p:nvPr/>
        </p:nvGrpSpPr>
        <p:grpSpPr>
          <a:xfrm>
            <a:off x="3757800" y="4410990"/>
            <a:ext cx="504720" cy="390960"/>
            <a:chOff x="3757800" y="4410990"/>
            <a:chExt cx="5047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37354A-D918-5CEB-4C81-223F392DBA83}"/>
                    </a:ext>
                  </a:extLst>
                </p14:cNvPr>
                <p14:cNvContentPartPr/>
                <p14:nvPr/>
              </p14:nvContentPartPr>
              <p14:xfrm>
                <a:off x="3757800" y="4443750"/>
                <a:ext cx="86760" cy="168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37354A-D918-5CEB-4C81-223F392DBA8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53480" y="4439430"/>
                  <a:ext cx="9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A8EB426-C3D3-89AF-24B9-98F2D8EB9531}"/>
                    </a:ext>
                  </a:extLst>
                </p14:cNvPr>
                <p14:cNvContentPartPr/>
                <p14:nvPr/>
              </p14:nvContentPartPr>
              <p14:xfrm>
                <a:off x="3848160" y="4475430"/>
                <a:ext cx="81720" cy="4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A8EB426-C3D3-89AF-24B9-98F2D8EB95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43840" y="4471110"/>
                  <a:ext cx="90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9DFE0F-BB85-1187-C623-260791F5D08B}"/>
                    </a:ext>
                  </a:extLst>
                </p14:cNvPr>
                <p14:cNvContentPartPr/>
                <p14:nvPr/>
              </p14:nvContentPartPr>
              <p14:xfrm>
                <a:off x="3870840" y="4520070"/>
                <a:ext cx="64800" cy="41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9DFE0F-BB85-1187-C623-260791F5D08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66520" y="4515750"/>
                  <a:ext cx="73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373EF0A-A37F-76C7-CFB2-DBA6C827FCA5}"/>
                    </a:ext>
                  </a:extLst>
                </p14:cNvPr>
                <p14:cNvContentPartPr/>
                <p14:nvPr/>
              </p14:nvContentPartPr>
              <p14:xfrm>
                <a:off x="3995040" y="4410990"/>
                <a:ext cx="113400" cy="8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373EF0A-A37F-76C7-CFB2-DBA6C827FC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90720" y="4406670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DFD9EEC-679F-2558-B3EF-1FFC5B71CEBB}"/>
                    </a:ext>
                  </a:extLst>
                </p14:cNvPr>
                <p14:cNvContentPartPr/>
                <p14:nvPr/>
              </p14:nvContentPartPr>
              <p14:xfrm>
                <a:off x="3819360" y="4719870"/>
                <a:ext cx="158760" cy="82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DFD9EEC-679F-2558-B3EF-1FFC5B71CE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15040" y="4715550"/>
                  <a:ext cx="16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AEE993-B152-8215-D31E-6EC364148F0C}"/>
                    </a:ext>
                  </a:extLst>
                </p14:cNvPr>
                <p14:cNvContentPartPr/>
                <p14:nvPr/>
              </p14:nvContentPartPr>
              <p14:xfrm>
                <a:off x="3990720" y="4626990"/>
                <a:ext cx="84600" cy="4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AEE993-B152-8215-D31E-6EC364148F0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86400" y="4622670"/>
                  <a:ext cx="93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4382104-7F79-61D8-CE3A-96E7D8304262}"/>
                    </a:ext>
                  </a:extLst>
                </p14:cNvPr>
                <p14:cNvContentPartPr/>
                <p14:nvPr/>
              </p14:nvContentPartPr>
              <p14:xfrm>
                <a:off x="3998280" y="4653630"/>
                <a:ext cx="103320" cy="72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4382104-7F79-61D8-CE3A-96E7D83042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93960" y="4649310"/>
                  <a:ext cx="111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6B6104F-BCDE-155A-EE06-33D830C46D65}"/>
                    </a:ext>
                  </a:extLst>
                </p14:cNvPr>
                <p14:cNvContentPartPr/>
                <p14:nvPr/>
              </p14:nvContentPartPr>
              <p14:xfrm>
                <a:off x="4145880" y="4560030"/>
                <a:ext cx="116640" cy="99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6B6104F-BCDE-155A-EE06-33D830C46D6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41560" y="4555710"/>
                  <a:ext cx="1252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4920A45-B2E2-FEB4-3B24-4F2939882ACC}"/>
              </a:ext>
            </a:extLst>
          </p:cNvPr>
          <p:cNvGrpSpPr/>
          <p:nvPr/>
        </p:nvGrpSpPr>
        <p:grpSpPr>
          <a:xfrm>
            <a:off x="2598960" y="6324030"/>
            <a:ext cx="207720" cy="137520"/>
            <a:chOff x="2598960" y="6324030"/>
            <a:chExt cx="2077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C96910C-856C-9691-B7B9-E0FA4F5B37D4}"/>
                    </a:ext>
                  </a:extLst>
                </p14:cNvPr>
                <p14:cNvContentPartPr/>
                <p14:nvPr/>
              </p14:nvContentPartPr>
              <p14:xfrm>
                <a:off x="2652600" y="6329070"/>
                <a:ext cx="154080" cy="13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C96910C-856C-9691-B7B9-E0FA4F5B37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48280" y="6324750"/>
                  <a:ext cx="162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CCDEEC-F086-FE8A-CDBB-96B265AD3315}"/>
                    </a:ext>
                  </a:extLst>
                </p14:cNvPr>
                <p14:cNvContentPartPr/>
                <p14:nvPr/>
              </p14:nvContentPartPr>
              <p14:xfrm>
                <a:off x="2598960" y="6324030"/>
                <a:ext cx="180360" cy="133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5CCDEEC-F086-FE8A-CDBB-96B265AD331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94640" y="6319710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5A78E3B-6B86-4739-ECCF-C2FD05AF74F1}"/>
                  </a:ext>
                </a:extLst>
              </p14:cNvPr>
              <p14:cNvContentPartPr/>
              <p14:nvPr/>
            </p14:nvContentPartPr>
            <p14:xfrm>
              <a:off x="2139600" y="5575230"/>
              <a:ext cx="202680" cy="2448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5A78E3B-6B86-4739-ECCF-C2FD05AF74F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135280" y="5570910"/>
                <a:ext cx="211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A56782E-FCCB-35FF-33BD-DF61BCB89961}"/>
                  </a:ext>
                </a:extLst>
              </p14:cNvPr>
              <p14:cNvContentPartPr/>
              <p14:nvPr/>
            </p14:nvContentPartPr>
            <p14:xfrm>
              <a:off x="3574560" y="3822390"/>
              <a:ext cx="277200" cy="28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A56782E-FCCB-35FF-33BD-DF61BCB8996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570240" y="3818070"/>
                <a:ext cx="28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F2789D0-E006-7C18-40A1-4D98DA8FEA13}"/>
                  </a:ext>
                </a:extLst>
              </p14:cNvPr>
              <p14:cNvContentPartPr/>
              <p14:nvPr/>
            </p14:nvContentPartPr>
            <p14:xfrm>
              <a:off x="3682560" y="5652630"/>
              <a:ext cx="328320" cy="460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F2789D0-E006-7C18-40A1-4D98DA8FEA1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678240" y="5648310"/>
                <a:ext cx="336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7786D82-579A-5E74-9D95-52A57084516B}"/>
              </a:ext>
            </a:extLst>
          </p:cNvPr>
          <p:cNvGrpSpPr/>
          <p:nvPr/>
        </p:nvGrpSpPr>
        <p:grpSpPr>
          <a:xfrm>
            <a:off x="3654480" y="5930190"/>
            <a:ext cx="408600" cy="212040"/>
            <a:chOff x="3654480" y="5930190"/>
            <a:chExt cx="408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132FA96-B900-95BF-121E-AD8B60904AE5}"/>
                    </a:ext>
                  </a:extLst>
                </p14:cNvPr>
                <p14:cNvContentPartPr/>
                <p14:nvPr/>
              </p14:nvContentPartPr>
              <p14:xfrm>
                <a:off x="3654480" y="6118830"/>
                <a:ext cx="266400" cy="2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132FA96-B900-95BF-121E-AD8B60904A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50160" y="6114510"/>
                  <a:ext cx="27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00E2CA-A9C1-51C6-5859-B3A481DB741A}"/>
                    </a:ext>
                  </a:extLst>
                </p14:cNvPr>
                <p14:cNvContentPartPr/>
                <p14:nvPr/>
              </p14:nvContentPartPr>
              <p14:xfrm>
                <a:off x="3846720" y="5930190"/>
                <a:ext cx="102600" cy="90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00E2CA-A9C1-51C6-5859-B3A481DB741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42400" y="5925870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EC02FCE-A511-DDED-AFCB-EFE83D938157}"/>
                    </a:ext>
                  </a:extLst>
                </p14:cNvPr>
                <p14:cNvContentPartPr/>
                <p14:nvPr/>
              </p14:nvContentPartPr>
              <p14:xfrm>
                <a:off x="4041480" y="5974110"/>
                <a:ext cx="21600" cy="4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EC02FCE-A511-DDED-AFCB-EFE83D9381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37160" y="5969790"/>
                  <a:ext cx="30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05B0402-8841-4A1E-6506-9FD53A0B0DE6}"/>
                  </a:ext>
                </a:extLst>
              </p14:cNvPr>
              <p14:cNvContentPartPr/>
              <p14:nvPr/>
            </p14:nvContentPartPr>
            <p14:xfrm>
              <a:off x="3648000" y="4714470"/>
              <a:ext cx="113760" cy="95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05B0402-8841-4A1E-6506-9FD53A0B0DE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643680" y="4710150"/>
                <a:ext cx="12240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B32D643-BCD8-30B5-4E64-2E84C4DD48A0}"/>
              </a:ext>
            </a:extLst>
          </p:cNvPr>
          <p:cNvGrpSpPr/>
          <p:nvPr/>
        </p:nvGrpSpPr>
        <p:grpSpPr>
          <a:xfrm>
            <a:off x="1862760" y="4464270"/>
            <a:ext cx="716400" cy="391320"/>
            <a:chOff x="1862760" y="4464270"/>
            <a:chExt cx="7164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72BAAFA-F728-C39B-DFFB-1C60903CC563}"/>
                    </a:ext>
                  </a:extLst>
                </p14:cNvPr>
                <p14:cNvContentPartPr/>
                <p14:nvPr/>
              </p14:nvContentPartPr>
              <p14:xfrm>
                <a:off x="1862760" y="4716990"/>
                <a:ext cx="140760" cy="138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72BAAFA-F728-C39B-DFFB-1C60903CC56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58440" y="4712670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359B1C-FC8A-E243-5044-4950C624FB73}"/>
                    </a:ext>
                  </a:extLst>
                </p14:cNvPr>
                <p14:cNvContentPartPr/>
                <p14:nvPr/>
              </p14:nvContentPartPr>
              <p14:xfrm>
                <a:off x="2119080" y="4738950"/>
                <a:ext cx="19800" cy="81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359B1C-FC8A-E243-5044-4950C624FB7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14760" y="473463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E5C9B1-F3DE-B9B4-F2ED-F9FFBE3B7F43}"/>
                    </a:ext>
                  </a:extLst>
                </p14:cNvPr>
                <p14:cNvContentPartPr/>
                <p14:nvPr/>
              </p14:nvContentPartPr>
              <p14:xfrm>
                <a:off x="2125200" y="4556430"/>
                <a:ext cx="145440" cy="191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E5C9B1-F3DE-B9B4-F2ED-F9FFBE3B7F4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20880" y="4552110"/>
                  <a:ext cx="15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F6F9FF3-70EF-B961-C832-44A6377E5953}"/>
                    </a:ext>
                  </a:extLst>
                </p14:cNvPr>
                <p14:cNvContentPartPr/>
                <p14:nvPr/>
              </p14:nvContentPartPr>
              <p14:xfrm>
                <a:off x="2187480" y="4628790"/>
                <a:ext cx="105840" cy="69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F6F9FF3-70EF-B961-C832-44A6377E59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183160" y="4624470"/>
                  <a:ext cx="114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52D758D-CE75-0AA8-61E7-ECBF6445D6D3}"/>
                    </a:ext>
                  </a:extLst>
                </p14:cNvPr>
                <p14:cNvContentPartPr/>
                <p14:nvPr/>
              </p14:nvContentPartPr>
              <p14:xfrm>
                <a:off x="2359920" y="4525470"/>
                <a:ext cx="124560" cy="151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52D758D-CE75-0AA8-61E7-ECBF6445D6D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55600" y="4521150"/>
                  <a:ext cx="133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56DB949-2AAB-B85F-3087-957ED08905A7}"/>
                    </a:ext>
                  </a:extLst>
                </p14:cNvPr>
                <p14:cNvContentPartPr/>
                <p14:nvPr/>
              </p14:nvContentPartPr>
              <p14:xfrm>
                <a:off x="2444160" y="4464270"/>
                <a:ext cx="135000" cy="61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56DB949-2AAB-B85F-3087-957ED08905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439840" y="4459950"/>
                  <a:ext cx="14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669BFC4-79AD-4BC3-E484-00A8F87B947E}"/>
              </a:ext>
            </a:extLst>
          </p:cNvPr>
          <p:cNvGrpSpPr/>
          <p:nvPr/>
        </p:nvGrpSpPr>
        <p:grpSpPr>
          <a:xfrm>
            <a:off x="3654840" y="6273990"/>
            <a:ext cx="703440" cy="252720"/>
            <a:chOff x="3654840" y="6273990"/>
            <a:chExt cx="7034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6B8250A-3DA9-BAC7-F2B4-CD1F30941177}"/>
                    </a:ext>
                  </a:extLst>
                </p14:cNvPr>
                <p14:cNvContentPartPr/>
                <p14:nvPr/>
              </p14:nvContentPartPr>
              <p14:xfrm>
                <a:off x="3654840" y="6371190"/>
                <a:ext cx="13464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6B8250A-3DA9-BAC7-F2B4-CD1F3094117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50520" y="6366870"/>
                  <a:ext cx="143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A134083-09F6-AD15-9974-162749995B9D}"/>
                    </a:ext>
                  </a:extLst>
                </p14:cNvPr>
                <p14:cNvContentPartPr/>
                <p14:nvPr/>
              </p14:nvContentPartPr>
              <p14:xfrm>
                <a:off x="3913680" y="6447150"/>
                <a:ext cx="6120" cy="41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A134083-09F6-AD15-9974-162749995B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09360" y="6442830"/>
                  <a:ext cx="1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3BACB05-BF16-C341-92E2-F719B9C103EE}"/>
                    </a:ext>
                  </a:extLst>
                </p14:cNvPr>
                <p14:cNvContentPartPr/>
                <p14:nvPr/>
              </p14:nvContentPartPr>
              <p14:xfrm>
                <a:off x="4022760" y="6380910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3BACB05-BF16-C341-92E2-F719B9C103E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18440" y="63765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4DCD550-98E6-64C2-113C-98CF4994E8B5}"/>
                    </a:ext>
                  </a:extLst>
                </p14:cNvPr>
                <p14:cNvContentPartPr/>
                <p14:nvPr/>
              </p14:nvContentPartPr>
              <p14:xfrm>
                <a:off x="3992160" y="6325830"/>
                <a:ext cx="130320" cy="199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4DCD550-98E6-64C2-113C-98CF4994E8B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87840" y="6321510"/>
                  <a:ext cx="13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BF55B2F-1155-9130-2B44-CB566D0E1C65}"/>
                    </a:ext>
                  </a:extLst>
                </p14:cNvPr>
                <p14:cNvContentPartPr/>
                <p14:nvPr/>
              </p14:nvContentPartPr>
              <p14:xfrm>
                <a:off x="4063080" y="6406110"/>
                <a:ext cx="129600" cy="24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BF55B2F-1155-9130-2B44-CB566D0E1C6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58760" y="6401790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3DA1B76-7C2E-F2C2-FE9B-6D8A822157DA}"/>
                    </a:ext>
                  </a:extLst>
                </p14:cNvPr>
                <p14:cNvContentPartPr/>
                <p14:nvPr/>
              </p14:nvContentPartPr>
              <p14:xfrm>
                <a:off x="4211040" y="6332670"/>
                <a:ext cx="98640" cy="131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3DA1B76-7C2E-F2C2-FE9B-6D8A822157D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06720" y="6328350"/>
                  <a:ext cx="10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3D07235-394D-CC00-07E0-E61261E956EA}"/>
                    </a:ext>
                  </a:extLst>
                </p14:cNvPr>
                <p14:cNvContentPartPr/>
                <p14:nvPr/>
              </p14:nvContentPartPr>
              <p14:xfrm>
                <a:off x="4254960" y="6273990"/>
                <a:ext cx="103320" cy="78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3D07235-394D-CC00-07E0-E61261E956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50640" y="6269670"/>
                  <a:ext cx="111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0C9FB09-2A2E-0809-7A59-67A179F7D4F2}"/>
              </a:ext>
            </a:extLst>
          </p:cNvPr>
          <p:cNvGrpSpPr/>
          <p:nvPr/>
        </p:nvGrpSpPr>
        <p:grpSpPr>
          <a:xfrm>
            <a:off x="4137600" y="5813190"/>
            <a:ext cx="325440" cy="172440"/>
            <a:chOff x="4137600" y="5813190"/>
            <a:chExt cx="325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BF276F-B9E5-63B4-8F46-07C22B4C3454}"/>
                    </a:ext>
                  </a:extLst>
                </p14:cNvPr>
                <p14:cNvContentPartPr/>
                <p14:nvPr/>
              </p14:nvContentPartPr>
              <p14:xfrm>
                <a:off x="4137600" y="5893110"/>
                <a:ext cx="102960" cy="92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BF276F-B9E5-63B4-8F46-07C22B4C34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33280" y="5888790"/>
                  <a:ext cx="11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6E103E-2189-E7BA-ADBA-802599EC6A41}"/>
                    </a:ext>
                  </a:extLst>
                </p14:cNvPr>
                <p14:cNvContentPartPr/>
                <p14:nvPr/>
              </p14:nvContentPartPr>
              <p14:xfrm>
                <a:off x="4312200" y="5895630"/>
                <a:ext cx="70560" cy="75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6E103E-2189-E7BA-ADBA-802599EC6A4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07880" y="5891310"/>
                  <a:ext cx="79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BA122EB-547F-7E2D-3B1A-D3A315CCA737}"/>
                    </a:ext>
                  </a:extLst>
                </p14:cNvPr>
                <p14:cNvContentPartPr/>
                <p14:nvPr/>
              </p14:nvContentPartPr>
              <p14:xfrm>
                <a:off x="4322640" y="5813190"/>
                <a:ext cx="140400" cy="61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BA122EB-547F-7E2D-3B1A-D3A315CCA73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18320" y="5808870"/>
                  <a:ext cx="1490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1C798B5-F1D0-F63B-D685-F91EDB96BCA9}"/>
              </a:ext>
            </a:extLst>
          </p:cNvPr>
          <p:cNvGrpSpPr/>
          <p:nvPr/>
        </p:nvGrpSpPr>
        <p:grpSpPr>
          <a:xfrm>
            <a:off x="4074960" y="3537270"/>
            <a:ext cx="627840" cy="203040"/>
            <a:chOff x="4074960" y="3537270"/>
            <a:chExt cx="627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85A65DF-3EDB-36C3-5AC8-D500F08135DC}"/>
                    </a:ext>
                  </a:extLst>
                </p14:cNvPr>
                <p14:cNvContentPartPr/>
                <p14:nvPr/>
              </p14:nvContentPartPr>
              <p14:xfrm>
                <a:off x="4074960" y="3633030"/>
                <a:ext cx="142920" cy="107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85A65DF-3EDB-36C3-5AC8-D500F08135D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0640" y="3628710"/>
                  <a:ext cx="151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5ECC42A-5B60-0421-A817-4E92AEBC0EDA}"/>
                    </a:ext>
                  </a:extLst>
                </p14:cNvPr>
                <p14:cNvContentPartPr/>
                <p14:nvPr/>
              </p14:nvContentPartPr>
              <p14:xfrm>
                <a:off x="4270800" y="3704310"/>
                <a:ext cx="11880" cy="11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5ECC42A-5B60-0421-A817-4E92AEBC0E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66480" y="369999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ABFF1D-651C-724C-C8F6-5C671EF9DCFA}"/>
                    </a:ext>
                  </a:extLst>
                </p14:cNvPr>
                <p14:cNvContentPartPr/>
                <p14:nvPr/>
              </p14:nvContentPartPr>
              <p14:xfrm>
                <a:off x="4315800" y="3611430"/>
                <a:ext cx="129240" cy="84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ABFF1D-651C-724C-C8F6-5C671EF9DCF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11480" y="3607110"/>
                  <a:ext cx="13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284BF24-F917-42FC-BAD9-98621FDAE9CA}"/>
                    </a:ext>
                  </a:extLst>
                </p14:cNvPr>
                <p14:cNvContentPartPr/>
                <p14:nvPr/>
              </p14:nvContentPartPr>
              <p14:xfrm>
                <a:off x="4476720" y="3589830"/>
                <a:ext cx="147960" cy="138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284BF24-F917-42FC-BAD9-98621FDAE9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72400" y="3585510"/>
                  <a:ext cx="156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9CF5CA-241A-D706-A62C-3ED2033D818F}"/>
                    </a:ext>
                  </a:extLst>
                </p14:cNvPr>
                <p14:cNvContentPartPr/>
                <p14:nvPr/>
              </p14:nvContentPartPr>
              <p14:xfrm>
                <a:off x="4550160" y="3537270"/>
                <a:ext cx="152640" cy="74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9CF5CA-241A-D706-A62C-3ED2033D818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5840" y="3532950"/>
                  <a:ext cx="1612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4D6423F-2053-AD81-1580-B21E34C7E4DA}"/>
                  </a:ext>
                </a:extLst>
              </p14:cNvPr>
              <p14:cNvContentPartPr/>
              <p14:nvPr/>
            </p14:nvContentPartPr>
            <p14:xfrm>
              <a:off x="3272520" y="4357350"/>
              <a:ext cx="54360" cy="2541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4D6423F-2053-AD81-1580-B21E34C7E4D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68200" y="4353030"/>
                <a:ext cx="63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4B8F5C6-8391-2CF9-769B-A2F92E8EAAFD}"/>
                  </a:ext>
                </a:extLst>
              </p14:cNvPr>
              <p14:cNvContentPartPr/>
              <p14:nvPr/>
            </p14:nvContentPartPr>
            <p14:xfrm>
              <a:off x="3162360" y="1766430"/>
              <a:ext cx="160200" cy="1872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4B8F5C6-8391-2CF9-769B-A2F92E8EAAF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58040" y="1762110"/>
                <a:ext cx="168840" cy="195840"/>
              </a:xfrm>
              <a:prstGeom prst="rect">
                <a:avLst/>
              </a:prstGeom>
            </p:spPr>
          </p:pic>
        </mc:Fallback>
      </mc:AlternateContent>
      <p:sp>
        <p:nvSpPr>
          <p:cNvPr id="194" name="Oval 193">
            <a:extLst>
              <a:ext uri="{FF2B5EF4-FFF2-40B4-BE49-F238E27FC236}">
                <a16:creationId xmlns:a16="http://schemas.microsoft.com/office/drawing/2014/main" id="{F00A4C6C-F7AD-61F1-2181-0E8770F39675}"/>
              </a:ext>
            </a:extLst>
          </p:cNvPr>
          <p:cNvSpPr/>
          <p:nvPr/>
        </p:nvSpPr>
        <p:spPr>
          <a:xfrm>
            <a:off x="5506304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8697294A-C7D4-F777-08B0-EA201B868E02}"/>
              </a:ext>
            </a:extLst>
          </p:cNvPr>
          <p:cNvSpPr/>
          <p:nvPr/>
        </p:nvSpPr>
        <p:spPr>
          <a:xfrm>
            <a:off x="4349475" y="3847523"/>
            <a:ext cx="1847850" cy="184785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328EB03-E28D-2B12-A7D2-32D8B898215A}"/>
                  </a:ext>
                </a:extLst>
              </p14:cNvPr>
              <p14:cNvContentPartPr/>
              <p14:nvPr/>
            </p14:nvContentPartPr>
            <p14:xfrm>
              <a:off x="5117160" y="4704390"/>
              <a:ext cx="128880" cy="83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328EB03-E28D-2B12-A7D2-32D8B898215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112840" y="4700070"/>
                <a:ext cx="1375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A6C37D4-779E-4801-DB17-A68F2A861E80}"/>
              </a:ext>
            </a:extLst>
          </p:cNvPr>
          <p:cNvGrpSpPr/>
          <p:nvPr/>
        </p:nvGrpSpPr>
        <p:grpSpPr>
          <a:xfrm>
            <a:off x="6366720" y="4712670"/>
            <a:ext cx="87120" cy="81720"/>
            <a:chOff x="6366720" y="4712670"/>
            <a:chExt cx="871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14:cNvPr>
                <p14:cNvContentPartPr/>
                <p14:nvPr/>
              </p14:nvContentPartPr>
              <p14:xfrm>
                <a:off x="6407400" y="4740030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03080" y="473571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14:cNvPr>
                <p14:cNvContentPartPr/>
                <p14:nvPr/>
              </p14:nvContentPartPr>
              <p14:xfrm>
                <a:off x="6366720" y="4712670"/>
                <a:ext cx="87120" cy="81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362400" y="4708350"/>
                  <a:ext cx="957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364A1E6-6843-9EA6-8C1E-C6F50B4244C0}"/>
              </a:ext>
            </a:extLst>
          </p:cNvPr>
          <p:cNvGrpSpPr/>
          <p:nvPr/>
        </p:nvGrpSpPr>
        <p:grpSpPr>
          <a:xfrm>
            <a:off x="8315760" y="1159830"/>
            <a:ext cx="1782000" cy="213840"/>
            <a:chOff x="8315760" y="1159830"/>
            <a:chExt cx="178200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A391B08-3EF4-5C56-1D19-391F84423183}"/>
                    </a:ext>
                  </a:extLst>
                </p14:cNvPr>
                <p14:cNvContentPartPr/>
                <p14:nvPr/>
              </p14:nvContentPartPr>
              <p14:xfrm>
                <a:off x="8315760" y="1188630"/>
                <a:ext cx="134280" cy="135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A391B08-3EF4-5C56-1D19-391F8442318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311440" y="1184310"/>
                  <a:ext cx="142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45796FA-8E6D-AEFC-A7EC-505C1CF28476}"/>
                    </a:ext>
                  </a:extLst>
                </p14:cNvPr>
                <p14:cNvContentPartPr/>
                <p14:nvPr/>
              </p14:nvContentPartPr>
              <p14:xfrm>
                <a:off x="8342760" y="1201230"/>
                <a:ext cx="65520" cy="135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45796FA-8E6D-AEFC-A7EC-505C1CF2847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338440" y="1196910"/>
                  <a:ext cx="74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343056F-CD71-D3DB-16CA-E51EAD4D1C49}"/>
                    </a:ext>
                  </a:extLst>
                </p14:cNvPr>
                <p14:cNvContentPartPr/>
                <p14:nvPr/>
              </p14:nvContentPartPr>
              <p14:xfrm>
                <a:off x="8553000" y="1191150"/>
                <a:ext cx="110880" cy="32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343056F-CD71-D3DB-16CA-E51EAD4D1C4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548680" y="1186830"/>
                  <a:ext cx="119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55FA3C-234B-5DF9-EA68-751BD3CE3215}"/>
                    </a:ext>
                  </a:extLst>
                </p14:cNvPr>
                <p14:cNvContentPartPr/>
                <p14:nvPr/>
              </p14:nvContentPartPr>
              <p14:xfrm>
                <a:off x="8557320" y="1262430"/>
                <a:ext cx="128160" cy="27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55FA3C-234B-5DF9-EA68-751BD3CE321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53000" y="1258110"/>
                  <a:ext cx="136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64AB3F6-830C-8322-9AD4-1E503D81D83D}"/>
                    </a:ext>
                  </a:extLst>
                </p14:cNvPr>
                <p14:cNvContentPartPr/>
                <p14:nvPr/>
              </p14:nvContentPartPr>
              <p14:xfrm>
                <a:off x="8778720" y="1177830"/>
                <a:ext cx="160200" cy="145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64AB3F6-830C-8322-9AD4-1E503D81D83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774400" y="1173510"/>
                  <a:ext cx="168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02DC328-B51E-2FE3-A335-05A4960F9633}"/>
                    </a:ext>
                  </a:extLst>
                </p14:cNvPr>
                <p14:cNvContentPartPr/>
                <p14:nvPr/>
              </p14:nvContentPartPr>
              <p14:xfrm>
                <a:off x="9030000" y="1234710"/>
                <a:ext cx="29520" cy="39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02DC328-B51E-2FE3-A335-05A4960F963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025680" y="1230390"/>
                  <a:ext cx="38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8B224F-E15E-8611-D0FD-6998AB6BE6E9}"/>
                    </a:ext>
                  </a:extLst>
                </p14:cNvPr>
                <p14:cNvContentPartPr/>
                <p14:nvPr/>
              </p14:nvContentPartPr>
              <p14:xfrm>
                <a:off x="9069240" y="1183950"/>
                <a:ext cx="123840" cy="133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8B224F-E15E-8611-D0FD-6998AB6BE6E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064920" y="1179630"/>
                  <a:ext cx="132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622EE92-229F-8A8E-EFEE-A0EFFA8A3C0F}"/>
                    </a:ext>
                  </a:extLst>
                </p14:cNvPr>
                <p14:cNvContentPartPr/>
                <p14:nvPr/>
              </p14:nvContentPartPr>
              <p14:xfrm>
                <a:off x="9123960" y="1159830"/>
                <a:ext cx="136080" cy="21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622EE92-229F-8A8E-EFEE-A0EFFA8A3C0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19640" y="1155510"/>
                  <a:ext cx="144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EF3B7EB-4B44-180B-A576-9CE5CDE2A451}"/>
                    </a:ext>
                  </a:extLst>
                </p14:cNvPr>
                <p14:cNvContentPartPr/>
                <p14:nvPr/>
              </p14:nvContentPartPr>
              <p14:xfrm>
                <a:off x="9305040" y="1237230"/>
                <a:ext cx="38160" cy="1080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EF3B7EB-4B44-180B-A576-9CE5CDE2A45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300720" y="1232910"/>
                  <a:ext cx="46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38EFFD3-1C1D-2489-4379-D17E117327E6}"/>
                    </a:ext>
                  </a:extLst>
                </p14:cNvPr>
                <p14:cNvContentPartPr/>
                <p14:nvPr/>
              </p14:nvContentPartPr>
              <p14:xfrm>
                <a:off x="9264720" y="1267110"/>
                <a:ext cx="149760" cy="34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38EFFD3-1C1D-2489-4379-D17E117327E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60400" y="1262790"/>
                  <a:ext cx="158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1090A04-27B0-6E0B-1B33-A7E5F5383BC3}"/>
                    </a:ext>
                  </a:extLst>
                </p14:cNvPr>
                <p14:cNvContentPartPr/>
                <p14:nvPr/>
              </p14:nvContentPartPr>
              <p14:xfrm>
                <a:off x="9438600" y="1220310"/>
                <a:ext cx="93600" cy="136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1090A04-27B0-6E0B-1B33-A7E5F5383BC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34280" y="1215990"/>
                  <a:ext cx="102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F6B1947-4A97-DDA7-33BD-740C3F6409C3}"/>
                    </a:ext>
                  </a:extLst>
                </p14:cNvPr>
                <p14:cNvContentPartPr/>
                <p14:nvPr/>
              </p14:nvContentPartPr>
              <p14:xfrm>
                <a:off x="9628680" y="1242990"/>
                <a:ext cx="19440" cy="103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F6B1947-4A97-DDA7-33BD-740C3F6409C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24360" y="1238670"/>
                  <a:ext cx="2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E3C7016-3B02-28D7-EDC8-A0F1D5C583A9}"/>
                    </a:ext>
                  </a:extLst>
                </p14:cNvPr>
                <p14:cNvContentPartPr/>
                <p14:nvPr/>
              </p14:nvContentPartPr>
              <p14:xfrm>
                <a:off x="9588000" y="1281870"/>
                <a:ext cx="96480" cy="15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E3C7016-3B02-28D7-EDC8-A0F1D5C583A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83680" y="1277550"/>
                  <a:ext cx="105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D865A9E-0D2D-9A15-C4A9-3370179F19D1}"/>
                    </a:ext>
                  </a:extLst>
                </p14:cNvPr>
                <p14:cNvContentPartPr/>
                <p14:nvPr/>
              </p14:nvContentPartPr>
              <p14:xfrm>
                <a:off x="9795720" y="1203030"/>
                <a:ext cx="14400" cy="14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D865A9E-0D2D-9A15-C4A9-3370179F19D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91400" y="1198710"/>
                  <a:ext cx="2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85990CF-2C04-6EE6-16A2-417CC43EE38C}"/>
                    </a:ext>
                  </a:extLst>
                </p14:cNvPr>
                <p14:cNvContentPartPr/>
                <p14:nvPr/>
              </p14:nvContentPartPr>
              <p14:xfrm>
                <a:off x="9795720" y="1187550"/>
                <a:ext cx="111600" cy="18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85990CF-2C04-6EE6-16A2-417CC43EE38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91400" y="1183230"/>
                  <a:ext cx="120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2F85DA8-644F-1984-92B7-F8CCF9169360}"/>
                    </a:ext>
                  </a:extLst>
                </p14:cNvPr>
                <p14:cNvContentPartPr/>
                <p14:nvPr/>
              </p14:nvContentPartPr>
              <p14:xfrm>
                <a:off x="10003800" y="1235790"/>
                <a:ext cx="35640" cy="101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2F85DA8-644F-1984-92B7-F8CCF916936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99480" y="1231470"/>
                  <a:ext cx="44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6DD3DFD-CC77-4DF1-FACC-EC0618617E40}"/>
                    </a:ext>
                  </a:extLst>
                </p14:cNvPr>
                <p14:cNvContentPartPr/>
                <p14:nvPr/>
              </p14:nvContentPartPr>
              <p14:xfrm>
                <a:off x="9975000" y="1289070"/>
                <a:ext cx="122760" cy="158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6DD3DFD-CC77-4DF1-FACC-EC0618617E4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970680" y="1284750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8369875D-864F-A77B-4871-4A1581949BF7}"/>
              </a:ext>
            </a:extLst>
          </p:cNvPr>
          <p:cNvGrpSpPr/>
          <p:nvPr/>
        </p:nvGrpSpPr>
        <p:grpSpPr>
          <a:xfrm>
            <a:off x="10251120" y="1166310"/>
            <a:ext cx="1259280" cy="200520"/>
            <a:chOff x="10251120" y="1166310"/>
            <a:chExt cx="125928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A3DB22D-46B8-72F6-B2BE-868A661B7B1A}"/>
                    </a:ext>
                  </a:extLst>
                </p14:cNvPr>
                <p14:cNvContentPartPr/>
                <p14:nvPr/>
              </p14:nvContentPartPr>
              <p14:xfrm>
                <a:off x="10251120" y="1215630"/>
                <a:ext cx="78480" cy="1288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A3DB22D-46B8-72F6-B2BE-868A661B7B1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246800" y="1211310"/>
                  <a:ext cx="87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3777F51-7EB4-A44B-B20C-940451D13A78}"/>
                    </a:ext>
                  </a:extLst>
                </p14:cNvPr>
                <p14:cNvContentPartPr/>
                <p14:nvPr/>
              </p14:nvContentPartPr>
              <p14:xfrm>
                <a:off x="10305480" y="1237950"/>
                <a:ext cx="93240" cy="103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3777F51-7EB4-A44B-B20C-940451D13A7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01160" y="1233630"/>
                  <a:ext cx="101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425B2CE-478F-434E-E23B-7CEBC1550FEB}"/>
                    </a:ext>
                  </a:extLst>
                </p14:cNvPr>
                <p14:cNvContentPartPr/>
                <p14:nvPr/>
              </p14:nvContentPartPr>
              <p14:xfrm>
                <a:off x="10405920" y="1258470"/>
                <a:ext cx="157320" cy="65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425B2CE-478F-434E-E23B-7CEBC1550FE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401600" y="1254150"/>
                  <a:ext cx="165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A1FE0D3-E3F2-3AFA-18FA-B084A5D95EBF}"/>
                    </a:ext>
                  </a:extLst>
                </p14:cNvPr>
                <p14:cNvContentPartPr/>
                <p14:nvPr/>
              </p14:nvContentPartPr>
              <p14:xfrm>
                <a:off x="10586280" y="1166310"/>
                <a:ext cx="103680" cy="200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A1FE0D3-E3F2-3AFA-18FA-B084A5D95EB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581960" y="1161990"/>
                  <a:ext cx="112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4B4E086-9172-9475-E61E-60F031094BCA}"/>
                    </a:ext>
                  </a:extLst>
                </p14:cNvPr>
                <p14:cNvContentPartPr/>
                <p14:nvPr/>
              </p14:nvContentPartPr>
              <p14:xfrm>
                <a:off x="10711920" y="1231470"/>
                <a:ext cx="84600" cy="1022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4B4E086-9172-9475-E61E-60F031094BC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707600" y="1227150"/>
                  <a:ext cx="93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623C0D5-605B-6A2B-6C26-E998CBBAF0B6}"/>
                    </a:ext>
                  </a:extLst>
                </p14:cNvPr>
                <p14:cNvContentPartPr/>
                <p14:nvPr/>
              </p14:nvContentPartPr>
              <p14:xfrm>
                <a:off x="10821000" y="1209510"/>
                <a:ext cx="93960" cy="11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623C0D5-605B-6A2B-6C26-E998CBBAF0B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816680" y="1205190"/>
                  <a:ext cx="102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E8BBEF-8B4B-89B9-8248-4AE432ED0299}"/>
                    </a:ext>
                  </a:extLst>
                </p14:cNvPr>
                <p14:cNvContentPartPr/>
                <p14:nvPr/>
              </p14:nvContentPartPr>
              <p14:xfrm>
                <a:off x="11013600" y="1237230"/>
                <a:ext cx="28800" cy="92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E8BBEF-8B4B-89B9-8248-4AE432ED029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009280" y="1232910"/>
                  <a:ext cx="37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EDD0D66-CAB3-4052-DE57-EF84D86D1A15}"/>
                    </a:ext>
                  </a:extLst>
                </p14:cNvPr>
                <p14:cNvContentPartPr/>
                <p14:nvPr/>
              </p14:nvContentPartPr>
              <p14:xfrm>
                <a:off x="10994520" y="1257390"/>
                <a:ext cx="147960" cy="313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EDD0D66-CAB3-4052-DE57-EF84D86D1A1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990200" y="1253070"/>
                  <a:ext cx="156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D6B906C-B6C8-61E6-D19A-88CDBECFBECE}"/>
                    </a:ext>
                  </a:extLst>
                </p14:cNvPr>
                <p14:cNvContentPartPr/>
                <p14:nvPr/>
              </p14:nvContentPartPr>
              <p14:xfrm>
                <a:off x="11112600" y="1216710"/>
                <a:ext cx="87840" cy="108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D6B906C-B6C8-61E6-D19A-88CDBECFBEC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08280" y="1212390"/>
                  <a:ext cx="96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B207EF4-7474-2B56-FA42-FF94D3EC5D48}"/>
                    </a:ext>
                  </a:extLst>
                </p14:cNvPr>
                <p14:cNvContentPartPr/>
                <p14:nvPr/>
              </p14:nvContentPartPr>
              <p14:xfrm>
                <a:off x="11244000" y="1221750"/>
                <a:ext cx="172440" cy="1202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B207EF4-7474-2B56-FA42-FF94D3EC5D4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239680" y="1217430"/>
                  <a:ext cx="181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103973D-CC5A-9780-8A05-C8CE5C0D980B}"/>
                    </a:ext>
                  </a:extLst>
                </p14:cNvPr>
                <p14:cNvContentPartPr/>
                <p14:nvPr/>
              </p14:nvContentPartPr>
              <p14:xfrm>
                <a:off x="11356680" y="1187550"/>
                <a:ext cx="153720" cy="168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103973D-CC5A-9780-8A05-C8CE5C0D980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352360" y="1183230"/>
                  <a:ext cx="1623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A667AD49-707B-B464-6ADE-30F814BBF7AA}"/>
              </a:ext>
            </a:extLst>
          </p:cNvPr>
          <p:cNvGrpSpPr/>
          <p:nvPr/>
        </p:nvGrpSpPr>
        <p:grpSpPr>
          <a:xfrm>
            <a:off x="8272200" y="1611990"/>
            <a:ext cx="396720" cy="363960"/>
            <a:chOff x="8272200" y="1611990"/>
            <a:chExt cx="3967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177641D-364C-CC8F-1309-066575063345}"/>
                    </a:ext>
                  </a:extLst>
                </p14:cNvPr>
                <p14:cNvContentPartPr/>
                <p14:nvPr/>
              </p14:nvContentPartPr>
              <p14:xfrm>
                <a:off x="8272200" y="1611990"/>
                <a:ext cx="221760" cy="3639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177641D-364C-CC8F-1309-06657506334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267880" y="1607670"/>
                  <a:ext cx="23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6D184CA-F92F-B289-1742-95D5BC0DC999}"/>
                    </a:ext>
                  </a:extLst>
                </p14:cNvPr>
                <p14:cNvContentPartPr/>
                <p14:nvPr/>
              </p14:nvContentPartPr>
              <p14:xfrm>
                <a:off x="8554440" y="1651590"/>
                <a:ext cx="105840" cy="126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6D184CA-F92F-B289-1742-95D5BC0DC99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550120" y="1647270"/>
                  <a:ext cx="11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6B5001F-04F1-54AE-5315-15C2C951E088}"/>
                    </a:ext>
                  </a:extLst>
                </p14:cNvPr>
                <p14:cNvContentPartPr/>
                <p14:nvPr/>
              </p14:nvContentPartPr>
              <p14:xfrm>
                <a:off x="8571360" y="1715310"/>
                <a:ext cx="97560" cy="414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6B5001F-04F1-54AE-5315-15C2C951E08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567040" y="1710990"/>
                  <a:ext cx="1062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ECD2CD1-5BDE-EA7C-80E2-175EE9745319}"/>
              </a:ext>
            </a:extLst>
          </p:cNvPr>
          <p:cNvGrpSpPr/>
          <p:nvPr/>
        </p:nvGrpSpPr>
        <p:grpSpPr>
          <a:xfrm>
            <a:off x="8806800" y="1569870"/>
            <a:ext cx="2707560" cy="234000"/>
            <a:chOff x="8806800" y="1569870"/>
            <a:chExt cx="27075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170EE00-17D5-4CF5-0DB2-269CF26088DC}"/>
                    </a:ext>
                  </a:extLst>
                </p14:cNvPr>
                <p14:cNvContentPartPr/>
                <p14:nvPr/>
              </p14:nvContentPartPr>
              <p14:xfrm>
                <a:off x="8806800" y="1644030"/>
                <a:ext cx="159840" cy="87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170EE00-17D5-4CF5-0DB2-269CF26088D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802480" y="1639710"/>
                  <a:ext cx="168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AF93E29-9C6B-617E-EA08-D4EB7EC252D9}"/>
                    </a:ext>
                  </a:extLst>
                </p14:cNvPr>
                <p14:cNvContentPartPr/>
                <p14:nvPr/>
              </p14:nvContentPartPr>
              <p14:xfrm>
                <a:off x="9062400" y="1653390"/>
                <a:ext cx="16920" cy="21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AF93E29-9C6B-617E-EA08-D4EB7EC252D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058080" y="1649070"/>
                  <a:ext cx="2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071E36C-E3B4-DE0B-DB96-2F25228086D9}"/>
                    </a:ext>
                  </a:extLst>
                </p14:cNvPr>
                <p14:cNvContentPartPr/>
                <p14:nvPr/>
              </p14:nvContentPartPr>
              <p14:xfrm>
                <a:off x="9137640" y="1589310"/>
                <a:ext cx="86760" cy="1429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071E36C-E3B4-DE0B-DB96-2F25228086D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133320" y="1584990"/>
                  <a:ext cx="95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71DD857-6988-E956-F467-EA5D0F031EA1}"/>
                    </a:ext>
                  </a:extLst>
                </p14:cNvPr>
                <p14:cNvContentPartPr/>
                <p14:nvPr/>
              </p14:nvContentPartPr>
              <p14:xfrm>
                <a:off x="9224400" y="1572390"/>
                <a:ext cx="56520" cy="4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71DD857-6988-E956-F467-EA5D0F031EA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220080" y="1568070"/>
                  <a:ext cx="651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DB6024-8341-E825-ED2A-32949A81DECF}"/>
                    </a:ext>
                  </a:extLst>
                </p14:cNvPr>
                <p14:cNvContentPartPr/>
                <p14:nvPr/>
              </p14:nvContentPartPr>
              <p14:xfrm>
                <a:off x="9350760" y="1619190"/>
                <a:ext cx="25920" cy="98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DB6024-8341-E825-ED2A-32949A81DEC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346440" y="1614870"/>
                  <a:ext cx="34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CD92E26-2590-F9A9-4827-B8576F5B6746}"/>
                    </a:ext>
                  </a:extLst>
                </p14:cNvPr>
                <p14:cNvContentPartPr/>
                <p14:nvPr/>
              </p14:nvContentPartPr>
              <p14:xfrm>
                <a:off x="9331320" y="1652670"/>
                <a:ext cx="127800" cy="147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CD92E26-2590-F9A9-4827-B8576F5B674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327000" y="1648350"/>
                  <a:ext cx="136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14EF542-FF1A-D639-5CFE-40DAAE24BF02}"/>
                    </a:ext>
                  </a:extLst>
                </p14:cNvPr>
                <p14:cNvContentPartPr/>
                <p14:nvPr/>
              </p14:nvContentPartPr>
              <p14:xfrm>
                <a:off x="9479280" y="1608030"/>
                <a:ext cx="92160" cy="1346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14EF542-FF1A-D639-5CFE-40DAAE24BF0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474960" y="1603710"/>
                  <a:ext cx="100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F1BBA17-5F02-5D81-08C0-A57BB4AF6FA5}"/>
                    </a:ext>
                  </a:extLst>
                </p14:cNvPr>
                <p14:cNvContentPartPr/>
                <p14:nvPr/>
              </p14:nvContentPartPr>
              <p14:xfrm>
                <a:off x="9673320" y="1633950"/>
                <a:ext cx="20520" cy="95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F1BBA17-5F02-5D81-08C0-A57BB4AF6FA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669000" y="1629630"/>
                  <a:ext cx="29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D9B1E1C-B9BC-4C7C-8F26-6D0AF039B995}"/>
                    </a:ext>
                  </a:extLst>
                </p14:cNvPr>
                <p14:cNvContentPartPr/>
                <p14:nvPr/>
              </p14:nvContentPartPr>
              <p14:xfrm>
                <a:off x="9625800" y="1668870"/>
                <a:ext cx="126000" cy="342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D9B1E1C-B9BC-4C7C-8F26-6D0AF039B99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621480" y="1664550"/>
                  <a:ext cx="134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EEAC6E9-9326-2F54-4827-60668B26FCEA}"/>
                    </a:ext>
                  </a:extLst>
                </p14:cNvPr>
                <p14:cNvContentPartPr/>
                <p14:nvPr/>
              </p14:nvContentPartPr>
              <p14:xfrm>
                <a:off x="9818040" y="1590030"/>
                <a:ext cx="151560" cy="153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EEAC6E9-9326-2F54-4827-60668B26FCE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813720" y="1585710"/>
                  <a:ext cx="160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337E099-9125-5CEC-6A97-1BD233EC500A}"/>
                    </a:ext>
                  </a:extLst>
                </p14:cNvPr>
                <p14:cNvContentPartPr/>
                <p14:nvPr/>
              </p14:nvContentPartPr>
              <p14:xfrm>
                <a:off x="10066440" y="1649070"/>
                <a:ext cx="13320" cy="66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337E099-9125-5CEC-6A97-1BD233EC500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62120" y="1644750"/>
                  <a:ext cx="21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CF3FF2E-26CB-ECE8-B58F-D9DAE0C1F3A5}"/>
                    </a:ext>
                  </a:extLst>
                </p14:cNvPr>
                <p14:cNvContentPartPr/>
                <p14:nvPr/>
              </p14:nvContentPartPr>
              <p14:xfrm>
                <a:off x="10009920" y="1665990"/>
                <a:ext cx="131760" cy="162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CF3FF2E-26CB-ECE8-B58F-D9DAE0C1F3A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05600" y="1661670"/>
                  <a:ext cx="140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54122ED-FDAA-C055-BCE8-E116DD78897B}"/>
                    </a:ext>
                  </a:extLst>
                </p14:cNvPr>
                <p14:cNvContentPartPr/>
                <p14:nvPr/>
              </p14:nvContentPartPr>
              <p14:xfrm>
                <a:off x="10260480" y="1627470"/>
                <a:ext cx="104760" cy="133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54122ED-FDAA-C055-BCE8-E116DD78897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256160" y="1623150"/>
                  <a:ext cx="113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3B3976A-FC7C-0080-287D-D4FB22C41455}"/>
                    </a:ext>
                  </a:extLst>
                </p14:cNvPr>
                <p14:cNvContentPartPr/>
                <p14:nvPr/>
              </p14:nvContentPartPr>
              <p14:xfrm>
                <a:off x="10362000" y="1662390"/>
                <a:ext cx="128520" cy="84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3B3976A-FC7C-0080-287D-D4FB22C4145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57680" y="1658070"/>
                  <a:ext cx="137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1D03032-E293-AC2A-F246-07D70235293A}"/>
                    </a:ext>
                  </a:extLst>
                </p14:cNvPr>
                <p14:cNvContentPartPr/>
                <p14:nvPr/>
              </p14:nvContentPartPr>
              <p14:xfrm>
                <a:off x="10565760" y="1603350"/>
                <a:ext cx="29880" cy="1670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1D03032-E293-AC2A-F246-07D70235293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61440" y="1599030"/>
                  <a:ext cx="38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E8ECF93-330F-A0B6-7F48-79F4BDDE770F}"/>
                    </a:ext>
                  </a:extLst>
                </p14:cNvPr>
                <p14:cNvContentPartPr/>
                <p14:nvPr/>
              </p14:nvContentPartPr>
              <p14:xfrm>
                <a:off x="10662960" y="1569870"/>
                <a:ext cx="95040" cy="214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E8ECF93-330F-A0B6-7F48-79F4BDDE770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658640" y="1565550"/>
                  <a:ext cx="103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E249541-9B37-5B8C-5614-B8F8E0893669}"/>
                    </a:ext>
                  </a:extLst>
                </p14:cNvPr>
                <p14:cNvContentPartPr/>
                <p14:nvPr/>
              </p14:nvContentPartPr>
              <p14:xfrm>
                <a:off x="10765200" y="1640790"/>
                <a:ext cx="88920" cy="1087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E249541-9B37-5B8C-5614-B8F8E089366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60880" y="1636470"/>
                  <a:ext cx="97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489261B-B2BF-12A9-ACCA-343ED1491571}"/>
                    </a:ext>
                  </a:extLst>
                </p14:cNvPr>
                <p14:cNvContentPartPr/>
                <p14:nvPr/>
              </p14:nvContentPartPr>
              <p14:xfrm>
                <a:off x="10877520" y="1626390"/>
                <a:ext cx="103680" cy="1216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489261B-B2BF-12A9-ACCA-343ED149157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873200" y="1622070"/>
                  <a:ext cx="112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6EABC9F-A4FB-C168-921D-28FA13B9D4AE}"/>
                    </a:ext>
                  </a:extLst>
                </p14:cNvPr>
                <p14:cNvContentPartPr/>
                <p14:nvPr/>
              </p14:nvContentPartPr>
              <p14:xfrm>
                <a:off x="11048880" y="1638630"/>
                <a:ext cx="39960" cy="1018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6EABC9F-A4FB-C168-921D-28FA13B9D4A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044560" y="1634310"/>
                  <a:ext cx="48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4B7AAE-3390-2459-6A15-FDA0B786CEFB}"/>
                    </a:ext>
                  </a:extLst>
                </p14:cNvPr>
                <p14:cNvContentPartPr/>
                <p14:nvPr/>
              </p14:nvContentPartPr>
              <p14:xfrm>
                <a:off x="11039160" y="1702710"/>
                <a:ext cx="76680" cy="219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4B7AAE-3390-2459-6A15-FDA0B786CEF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034840" y="1698390"/>
                  <a:ext cx="85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13FDB9-4383-79D6-93DA-146CDC36D647}"/>
                    </a:ext>
                  </a:extLst>
                </p14:cNvPr>
                <p14:cNvContentPartPr/>
                <p14:nvPr/>
              </p14:nvContentPartPr>
              <p14:xfrm>
                <a:off x="11160480" y="1622790"/>
                <a:ext cx="109440" cy="1274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13FDB9-4383-79D6-93DA-146CDC36D64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156160" y="1618470"/>
                  <a:ext cx="118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689005E-020D-47BD-8EF0-10B96E6CFEAA}"/>
                    </a:ext>
                  </a:extLst>
                </p14:cNvPr>
                <p14:cNvContentPartPr/>
                <p14:nvPr/>
              </p14:nvContentPartPr>
              <p14:xfrm>
                <a:off x="11353080" y="1631070"/>
                <a:ext cx="95400" cy="113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689005E-020D-47BD-8EF0-10B96E6CFEA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348760" y="1626750"/>
                  <a:ext cx="104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4A170CA-70FF-9ECC-1291-3CC3A5AD4A26}"/>
                    </a:ext>
                  </a:extLst>
                </p14:cNvPr>
                <p14:cNvContentPartPr/>
                <p14:nvPr/>
              </p14:nvContentPartPr>
              <p14:xfrm>
                <a:off x="11401320" y="1585350"/>
                <a:ext cx="113040" cy="2185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4A170CA-70FF-9ECC-1291-3CC3A5AD4A2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397000" y="1581030"/>
                  <a:ext cx="1216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12B8EDFC-8C61-DAC0-CC36-75948FB4A999}"/>
              </a:ext>
            </a:extLst>
          </p:cNvPr>
          <p:cNvGrpSpPr/>
          <p:nvPr/>
        </p:nvGrpSpPr>
        <p:grpSpPr>
          <a:xfrm>
            <a:off x="8222880" y="2257110"/>
            <a:ext cx="1749600" cy="269280"/>
            <a:chOff x="8222880" y="2257110"/>
            <a:chExt cx="17496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44A1116-5114-B783-9095-0FEF19554D2A}"/>
                    </a:ext>
                  </a:extLst>
                </p14:cNvPr>
                <p14:cNvContentPartPr/>
                <p14:nvPr/>
              </p14:nvContentPartPr>
              <p14:xfrm>
                <a:off x="8222880" y="2257110"/>
                <a:ext cx="178200" cy="2127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44A1116-5114-B783-9095-0FEF19554D2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218560" y="2252790"/>
                  <a:ext cx="18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240E20E-A414-3DC8-4CC4-6D0CF433EC94}"/>
                    </a:ext>
                  </a:extLst>
                </p14:cNvPr>
                <p14:cNvContentPartPr/>
                <p14:nvPr/>
              </p14:nvContentPartPr>
              <p14:xfrm>
                <a:off x="8248800" y="2327310"/>
                <a:ext cx="74880" cy="1256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240E20E-A414-3DC8-4CC4-6D0CF433EC9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44480" y="2322990"/>
                  <a:ext cx="83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406289F-9847-0C1C-D717-F083D9C80741}"/>
                    </a:ext>
                  </a:extLst>
                </p14:cNvPr>
                <p14:cNvContentPartPr/>
                <p14:nvPr/>
              </p14:nvContentPartPr>
              <p14:xfrm>
                <a:off x="8335200" y="2435670"/>
                <a:ext cx="137160" cy="90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406289F-9847-0C1C-D717-F083D9C8074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330880" y="2431350"/>
                  <a:ext cx="145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B04CFE5-75F4-E089-8200-CB9A3EBE12B9}"/>
                    </a:ext>
                  </a:extLst>
                </p14:cNvPr>
                <p14:cNvContentPartPr/>
                <p14:nvPr/>
              </p14:nvContentPartPr>
              <p14:xfrm>
                <a:off x="8458680" y="2501550"/>
                <a:ext cx="2880" cy="2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B04CFE5-75F4-E089-8200-CB9A3EBE12B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54360" y="2497230"/>
                  <a:ext cx="115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33E5589-F3AB-52B3-B220-06D3D71D550F}"/>
                    </a:ext>
                  </a:extLst>
                </p14:cNvPr>
                <p14:cNvContentPartPr/>
                <p14:nvPr/>
              </p14:nvContentPartPr>
              <p14:xfrm>
                <a:off x="8594760" y="2404350"/>
                <a:ext cx="90720" cy="19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33E5589-F3AB-52B3-B220-06D3D71D550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590440" y="2400030"/>
                  <a:ext cx="99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535C807-BDD8-CE48-4095-648C0E0C504D}"/>
                    </a:ext>
                  </a:extLst>
                </p14:cNvPr>
                <p14:cNvContentPartPr/>
                <p14:nvPr/>
              </p14:nvContentPartPr>
              <p14:xfrm>
                <a:off x="8618160" y="2459070"/>
                <a:ext cx="75240" cy="25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535C807-BDD8-CE48-4095-648C0E0C504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613840" y="2454750"/>
                  <a:ext cx="83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B6AC8AB-FE05-9403-CAB1-68FD2B471A64}"/>
                    </a:ext>
                  </a:extLst>
                </p14:cNvPr>
                <p14:cNvContentPartPr/>
                <p14:nvPr/>
              </p14:nvContentPartPr>
              <p14:xfrm>
                <a:off x="8781960" y="2395350"/>
                <a:ext cx="153000" cy="1141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B6AC8AB-FE05-9403-CAB1-68FD2B471A6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777640" y="2391030"/>
                  <a:ext cx="161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DFDD195-4452-F97D-B3C6-15F3C99A4E3B}"/>
                    </a:ext>
                  </a:extLst>
                </p14:cNvPr>
                <p14:cNvContentPartPr/>
                <p14:nvPr/>
              </p14:nvContentPartPr>
              <p14:xfrm>
                <a:off x="9012360" y="2449710"/>
                <a:ext cx="13680" cy="115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DFDD195-4452-F97D-B3C6-15F3C99A4E3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08040" y="2445390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2E4FB69-D92E-1004-EFE5-CBF77177FC6A}"/>
                    </a:ext>
                  </a:extLst>
                </p14:cNvPr>
                <p14:cNvContentPartPr/>
                <p14:nvPr/>
              </p14:nvContentPartPr>
              <p14:xfrm>
                <a:off x="9091560" y="2382390"/>
                <a:ext cx="79200" cy="1252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2E4FB69-D92E-1004-EFE5-CBF77177FC6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087240" y="2378070"/>
                  <a:ext cx="87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4ADF524-545E-D7A6-25CC-1B973B4C8F5A}"/>
                    </a:ext>
                  </a:extLst>
                </p14:cNvPr>
                <p14:cNvContentPartPr/>
                <p14:nvPr/>
              </p14:nvContentPartPr>
              <p14:xfrm>
                <a:off x="9150600" y="2360790"/>
                <a:ext cx="98640" cy="158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4ADF524-545E-D7A6-25CC-1B973B4C8F5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145920" y="2356470"/>
                  <a:ext cx="107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1BA5618-3B53-C62E-125B-158E73B0EDA4}"/>
                    </a:ext>
                  </a:extLst>
                </p14:cNvPr>
                <p14:cNvContentPartPr/>
                <p14:nvPr/>
              </p14:nvContentPartPr>
              <p14:xfrm>
                <a:off x="9360120" y="2385270"/>
                <a:ext cx="16560" cy="1083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1BA5618-3B53-C62E-125B-158E73B0EDA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55800" y="2380950"/>
                  <a:ext cx="25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D5DB67F-E169-B8FF-70AD-7A354E852734}"/>
                    </a:ext>
                  </a:extLst>
                </p14:cNvPr>
                <p14:cNvContentPartPr/>
                <p14:nvPr/>
              </p14:nvContentPartPr>
              <p14:xfrm>
                <a:off x="9322680" y="2416590"/>
                <a:ext cx="139320" cy="31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D5DB67F-E169-B8FF-70AD-7A354E85273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318360" y="2412270"/>
                  <a:ext cx="147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CC46400-665C-C3E6-FF4E-E0391B6A2E76}"/>
                    </a:ext>
                  </a:extLst>
                </p14:cNvPr>
                <p14:cNvContentPartPr/>
                <p14:nvPr/>
              </p14:nvContentPartPr>
              <p14:xfrm>
                <a:off x="9468120" y="2343510"/>
                <a:ext cx="100080" cy="1396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CC46400-665C-C3E6-FF4E-E0391B6A2E7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63800" y="2339190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0F9B1FC-625B-1E0B-B667-CF8253B4C7A9}"/>
                    </a:ext>
                  </a:extLst>
                </p14:cNvPr>
                <p14:cNvContentPartPr/>
                <p14:nvPr/>
              </p14:nvContentPartPr>
              <p14:xfrm>
                <a:off x="9629400" y="2371230"/>
                <a:ext cx="31320" cy="1026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0F9B1FC-625B-1E0B-B667-CF8253B4C7A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625080" y="2366910"/>
                  <a:ext cx="39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34B7F2F-8557-D4CA-F7B6-648DE73EEDEA}"/>
                    </a:ext>
                  </a:extLst>
                </p14:cNvPr>
                <p14:cNvContentPartPr/>
                <p14:nvPr/>
              </p14:nvContentPartPr>
              <p14:xfrm>
                <a:off x="9589440" y="2403630"/>
                <a:ext cx="158040" cy="334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34B7F2F-8557-D4CA-F7B6-648DE73EEDE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585120" y="2399310"/>
                  <a:ext cx="166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D961287-09FB-115E-77A4-6FC56BEE290F}"/>
                    </a:ext>
                  </a:extLst>
                </p14:cNvPr>
                <p14:cNvContentPartPr/>
                <p14:nvPr/>
              </p14:nvContentPartPr>
              <p14:xfrm>
                <a:off x="9782400" y="2346750"/>
                <a:ext cx="190080" cy="1544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D961287-09FB-115E-77A4-6FC56BEE290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778080" y="2342430"/>
                  <a:ext cx="19872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A7A97128-D0F0-E41E-917D-9FF3BFED434E}"/>
                  </a:ext>
                </a:extLst>
              </p14:cNvPr>
              <p14:cNvContentPartPr/>
              <p14:nvPr/>
            </p14:nvContentPartPr>
            <p14:xfrm>
              <a:off x="3714960" y="4735710"/>
              <a:ext cx="23040" cy="151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A7A97128-D0F0-E41E-917D-9FF3BFED434E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3710640" y="4731390"/>
                <a:ext cx="31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EF9E3C93-8C45-2C20-9246-5DFA5C9C0D8E}"/>
                  </a:ext>
                </a:extLst>
              </p14:cNvPr>
              <p14:cNvContentPartPr/>
              <p14:nvPr/>
            </p14:nvContentPartPr>
            <p14:xfrm>
              <a:off x="3712440" y="4728150"/>
              <a:ext cx="16920" cy="1008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EF9E3C93-8C45-2C20-9246-5DFA5C9C0D8E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3708120" y="4723830"/>
                <a:ext cx="255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66D0C329-B10F-290D-8923-BFC308B637DF}"/>
                  </a:ext>
                </a:extLst>
              </p14:cNvPr>
              <p14:cNvContentPartPr/>
              <p14:nvPr/>
            </p14:nvContentPartPr>
            <p14:xfrm>
              <a:off x="3712440" y="4717350"/>
              <a:ext cx="977040" cy="7848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66D0C329-B10F-290D-8923-BFC308B637DF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3707760" y="4713030"/>
                <a:ext cx="985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C089422-D605-B4AA-A187-55E751496A30}"/>
                  </a:ext>
                </a:extLst>
              </p14:cNvPr>
              <p14:cNvContentPartPr/>
              <p14:nvPr/>
            </p14:nvContentPartPr>
            <p14:xfrm>
              <a:off x="4338480" y="4685310"/>
              <a:ext cx="893520" cy="1540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C089422-D605-B4AA-A187-55E751496A30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4334160" y="4680990"/>
                <a:ext cx="9021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861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EBF15-24CE-8C7B-ECA9-66C23CB49F56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967E37-0D7B-7CA1-3844-44E39B50BC1C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64834C-ACF5-64C4-6A24-9BE1E7F98A35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2F0484-CBD2-02F7-0C41-F4D9B53B00D8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EF5FB8-B912-9865-FD7B-13CEC0256B4D}"/>
              </a:ext>
            </a:extLst>
          </p:cNvPr>
          <p:cNvSpPr/>
          <p:nvPr/>
        </p:nvSpPr>
        <p:spPr>
          <a:xfrm>
            <a:off x="2590798" y="888031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CFC873-34E6-6CC7-0EA9-F754D944DA3F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0B2F01-F3B6-AEC9-DDF5-9C73D2E9DF42}"/>
              </a:ext>
            </a:extLst>
          </p:cNvPr>
          <p:cNvCxnSpPr>
            <a:cxnSpLocks/>
          </p:cNvCxnSpPr>
          <p:nvPr/>
        </p:nvCxnSpPr>
        <p:spPr>
          <a:xfrm>
            <a:off x="37719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ADA9241-13F5-62D3-C874-356695105538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ADA9241-13F5-62D3-C874-3566951055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7360" y="2484597"/>
                <a:ext cx="9000" cy="13745"/>
              </a:xfrm>
              <a:prstGeom prst="rect">
                <a:avLst/>
              </a:prstGeom>
            </p:spPr>
          </p:pic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56BD193-3E3B-596D-D8A0-7FFE32FE7DF8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59BAD23-BD8D-79C6-30F6-29CC10276DA6}"/>
              </a:ext>
            </a:extLst>
          </p:cNvPr>
          <p:cNvGrpSpPr/>
          <p:nvPr/>
        </p:nvGrpSpPr>
        <p:grpSpPr>
          <a:xfrm>
            <a:off x="6366720" y="4712670"/>
            <a:ext cx="87120" cy="81720"/>
            <a:chOff x="6366720" y="4712670"/>
            <a:chExt cx="871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C5B98DD-7DEE-7DB8-6B71-8CD9EE8156D6}"/>
                    </a:ext>
                  </a:extLst>
                </p14:cNvPr>
                <p14:cNvContentPartPr/>
                <p14:nvPr/>
              </p14:nvContentPartPr>
              <p14:xfrm>
                <a:off x="6407400" y="4740030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03080" y="473571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2C03CB-A289-9A48-6D86-CB7EE2916969}"/>
                    </a:ext>
                  </a:extLst>
                </p14:cNvPr>
                <p14:cNvContentPartPr/>
                <p14:nvPr/>
              </p14:nvContentPartPr>
              <p14:xfrm>
                <a:off x="6366720" y="4712670"/>
                <a:ext cx="87120" cy="81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362400" y="4708350"/>
                  <a:ext cx="95760" cy="903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E3956FE-D120-4368-42F5-4165028BB13B}"/>
              </a:ext>
            </a:extLst>
          </p:cNvPr>
          <p:cNvCxnSpPr>
            <a:cxnSpLocks/>
          </p:cNvCxnSpPr>
          <p:nvPr/>
        </p:nvCxnSpPr>
        <p:spPr>
          <a:xfrm>
            <a:off x="645384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>
            <a:extLst>
              <a:ext uri="{FF2B5EF4-FFF2-40B4-BE49-F238E27FC236}">
                <a16:creationId xmlns:a16="http://schemas.microsoft.com/office/drawing/2014/main" id="{32AE8476-D1B0-665D-EA6A-A1E8DD595883}"/>
              </a:ext>
            </a:extLst>
          </p:cNvPr>
          <p:cNvSpPr/>
          <p:nvPr/>
        </p:nvSpPr>
        <p:spPr>
          <a:xfrm>
            <a:off x="2600945" y="2287127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33723C07-4961-51FF-F7C1-95DE490A501B}"/>
              </a:ext>
            </a:extLst>
          </p:cNvPr>
          <p:cNvSpPr/>
          <p:nvPr/>
        </p:nvSpPr>
        <p:spPr>
          <a:xfrm>
            <a:off x="4011328" y="865646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06FDB8B4-8AA8-F33C-F141-04F13B4D959B}"/>
              </a:ext>
            </a:extLst>
          </p:cNvPr>
          <p:cNvSpPr/>
          <p:nvPr/>
        </p:nvSpPr>
        <p:spPr>
          <a:xfrm>
            <a:off x="4031129" y="2201403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6A2DC80A-E665-A173-FD5B-1F09B94CF500}"/>
              </a:ext>
            </a:extLst>
          </p:cNvPr>
          <p:cNvSpPr/>
          <p:nvPr/>
        </p:nvSpPr>
        <p:spPr>
          <a:xfrm>
            <a:off x="2600945" y="3630104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F334CE35-6A75-45FE-5CB9-928CDDC9743F}"/>
              </a:ext>
            </a:extLst>
          </p:cNvPr>
          <p:cNvSpPr/>
          <p:nvPr/>
        </p:nvSpPr>
        <p:spPr>
          <a:xfrm>
            <a:off x="3990975" y="3630104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BCC8D5E3-EE59-42B1-19A9-B510A3847ED6}"/>
              </a:ext>
            </a:extLst>
          </p:cNvPr>
          <p:cNvSpPr/>
          <p:nvPr/>
        </p:nvSpPr>
        <p:spPr>
          <a:xfrm>
            <a:off x="2600945" y="4909305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360CB22C-851D-E3FE-9D64-258CD2894488}"/>
              </a:ext>
            </a:extLst>
          </p:cNvPr>
          <p:cNvSpPr/>
          <p:nvPr/>
        </p:nvSpPr>
        <p:spPr>
          <a:xfrm>
            <a:off x="3982692" y="4909305"/>
            <a:ext cx="962028" cy="9620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8FE0843-B284-E24D-83FC-C1C9DC7349CB}"/>
                  </a:ext>
                </a:extLst>
              </p14:cNvPr>
              <p14:cNvContentPartPr/>
              <p14:nvPr/>
            </p14:nvContentPartPr>
            <p14:xfrm>
              <a:off x="9606720" y="1664190"/>
              <a:ext cx="10800" cy="68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8FE0843-B284-E24D-83FC-C1C9DC7349CB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602400" y="1659870"/>
                <a:ext cx="19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9FB9947-7B5D-F878-78F2-916820F16F71}"/>
              </a:ext>
            </a:extLst>
          </p:cNvPr>
          <p:cNvGrpSpPr/>
          <p:nvPr/>
        </p:nvGrpSpPr>
        <p:grpSpPr>
          <a:xfrm>
            <a:off x="8370480" y="701910"/>
            <a:ext cx="414360" cy="128520"/>
            <a:chOff x="8370480" y="701910"/>
            <a:chExt cx="414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6CC0D3F-1BAF-B6EC-5245-1C481AAD3D2C}"/>
                    </a:ext>
                  </a:extLst>
                </p14:cNvPr>
                <p14:cNvContentPartPr/>
                <p14:nvPr/>
              </p14:nvContentPartPr>
              <p14:xfrm>
                <a:off x="8370480" y="701910"/>
                <a:ext cx="133200" cy="1285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66160" y="697590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404DE7D-C672-7947-DC7F-DA05ECBF0724}"/>
                    </a:ext>
                  </a:extLst>
                </p14:cNvPr>
                <p14:cNvContentPartPr/>
                <p14:nvPr/>
              </p14:nvContentPartPr>
              <p14:xfrm>
                <a:off x="8641560" y="729990"/>
                <a:ext cx="94320" cy="1188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37240" y="725670"/>
                  <a:ext cx="102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889A801-5698-C5E8-FFF9-4CD940AF40F0}"/>
                    </a:ext>
                  </a:extLst>
                </p14:cNvPr>
                <p14:cNvContentPartPr/>
                <p14:nvPr/>
              </p14:nvContentPartPr>
              <p14:xfrm>
                <a:off x="8664240" y="800190"/>
                <a:ext cx="120600" cy="237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920" y="795870"/>
                  <a:ext cx="129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2A79EB1-1F36-A49C-E28E-FE7E6E5BDD77}"/>
              </a:ext>
            </a:extLst>
          </p:cNvPr>
          <p:cNvGrpSpPr/>
          <p:nvPr/>
        </p:nvGrpSpPr>
        <p:grpSpPr>
          <a:xfrm>
            <a:off x="8938560" y="613710"/>
            <a:ext cx="993600" cy="406080"/>
            <a:chOff x="8938560" y="613710"/>
            <a:chExt cx="9936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43A26D1-08F2-645C-8E97-0879FF8E2E98}"/>
                    </a:ext>
                  </a:extLst>
                </p14:cNvPr>
                <p14:cNvContentPartPr/>
                <p14:nvPr/>
              </p14:nvContentPartPr>
              <p14:xfrm>
                <a:off x="8938560" y="640710"/>
                <a:ext cx="16200" cy="1670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34240" y="636390"/>
                  <a:ext cx="2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2F2C090-D4A1-DAF5-AFD9-2724AEB91D19}"/>
                    </a:ext>
                  </a:extLst>
                </p14:cNvPr>
                <p14:cNvContentPartPr/>
                <p14:nvPr/>
              </p14:nvContentPartPr>
              <p14:xfrm>
                <a:off x="9019920" y="773910"/>
                <a:ext cx="26280" cy="26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15600" y="76959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90508B-88C3-3396-FC33-B72DEB987D01}"/>
                    </a:ext>
                  </a:extLst>
                </p14:cNvPr>
                <p14:cNvContentPartPr/>
                <p14:nvPr/>
              </p14:nvContentPartPr>
              <p14:xfrm>
                <a:off x="9067800" y="690030"/>
                <a:ext cx="180360" cy="1263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63480" y="685710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4E6B5A4-B642-226C-33CC-C2F5F918D847}"/>
                    </a:ext>
                  </a:extLst>
                </p14:cNvPr>
                <p14:cNvContentPartPr/>
                <p14:nvPr/>
              </p14:nvContentPartPr>
              <p14:xfrm>
                <a:off x="9215760" y="613710"/>
                <a:ext cx="185760" cy="36000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11440" y="609390"/>
                  <a:ext cx="194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3B85BB0-E928-92F9-474E-CC7F464DA1AD}"/>
                    </a:ext>
                  </a:extLst>
                </p14:cNvPr>
                <p14:cNvContentPartPr/>
                <p14:nvPr/>
              </p14:nvContentPartPr>
              <p14:xfrm>
                <a:off x="9383160" y="801270"/>
                <a:ext cx="113760" cy="1782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8840" y="796950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0F4738D-B67E-64F6-09EB-E6648007A1E8}"/>
                    </a:ext>
                  </a:extLst>
                </p14:cNvPr>
                <p14:cNvContentPartPr/>
                <p14:nvPr/>
              </p14:nvContentPartPr>
              <p14:xfrm>
                <a:off x="9557040" y="912870"/>
                <a:ext cx="109440" cy="106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52720" y="908550"/>
                  <a:ext cx="11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A49ABA0-C81B-DCB6-E271-51A285D7EBC3}"/>
                    </a:ext>
                  </a:extLst>
                </p14:cNvPr>
                <p14:cNvContentPartPr/>
                <p14:nvPr/>
              </p14:nvContentPartPr>
              <p14:xfrm>
                <a:off x="9800400" y="776790"/>
                <a:ext cx="131760" cy="648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96080" y="772470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B6711D6-BE4D-2D4B-1B1F-2CA82D3F4E9D}"/>
              </a:ext>
            </a:extLst>
          </p:cNvPr>
          <p:cNvGrpSpPr/>
          <p:nvPr/>
        </p:nvGrpSpPr>
        <p:grpSpPr>
          <a:xfrm>
            <a:off x="10189200" y="582750"/>
            <a:ext cx="1444680" cy="411480"/>
            <a:chOff x="10189200" y="582750"/>
            <a:chExt cx="144468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56E485-4FEC-66C4-CCDF-245FAE2A7ECB}"/>
                    </a:ext>
                  </a:extLst>
                </p14:cNvPr>
                <p14:cNvContentPartPr/>
                <p14:nvPr/>
              </p14:nvContentPartPr>
              <p14:xfrm>
                <a:off x="10189200" y="619470"/>
                <a:ext cx="22320" cy="1126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4880" y="615150"/>
                  <a:ext cx="30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29EBFA3-4D9C-AF6B-DA47-34207356B315}"/>
                    </a:ext>
                  </a:extLst>
                </p14:cNvPr>
                <p14:cNvContentPartPr/>
                <p14:nvPr/>
              </p14:nvContentPartPr>
              <p14:xfrm>
                <a:off x="10280640" y="706590"/>
                <a:ext cx="38160" cy="414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76320" y="702270"/>
                  <a:ext cx="46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EFCC44B-455E-BCDA-CC16-E9990433CBAE}"/>
                    </a:ext>
                  </a:extLst>
                </p14:cNvPr>
                <p14:cNvContentPartPr/>
                <p14:nvPr/>
              </p14:nvContentPartPr>
              <p14:xfrm>
                <a:off x="10368480" y="640710"/>
                <a:ext cx="137160" cy="75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4160" y="636390"/>
                  <a:ext cx="14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17D05FB-3DA6-CCE2-EC16-9727042F534F}"/>
                    </a:ext>
                  </a:extLst>
                </p14:cNvPr>
                <p14:cNvContentPartPr/>
                <p14:nvPr/>
              </p14:nvContentPartPr>
              <p14:xfrm>
                <a:off x="10422480" y="582750"/>
                <a:ext cx="215280" cy="4114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18160" y="578430"/>
                  <a:ext cx="223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B7C2C90-2B36-226A-4952-CC1C672F90B2}"/>
                    </a:ext>
                  </a:extLst>
                </p14:cNvPr>
                <p14:cNvContentPartPr/>
                <p14:nvPr/>
              </p14:nvContentPartPr>
              <p14:xfrm>
                <a:off x="10513920" y="843390"/>
                <a:ext cx="139680" cy="133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9600" y="839070"/>
                  <a:ext cx="148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080C30E-0358-193B-F46E-FC98E84EDD47}"/>
                    </a:ext>
                  </a:extLst>
                </p14:cNvPr>
                <p14:cNvContentPartPr/>
                <p14:nvPr/>
              </p14:nvContentPartPr>
              <p14:xfrm>
                <a:off x="10844040" y="737190"/>
                <a:ext cx="97200" cy="187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39720" y="732870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D98B24-F895-212B-AADC-B5AA9A608A82}"/>
                    </a:ext>
                  </a:extLst>
                </p14:cNvPr>
                <p14:cNvContentPartPr/>
                <p14:nvPr/>
              </p14:nvContentPartPr>
              <p14:xfrm>
                <a:off x="10859160" y="805590"/>
                <a:ext cx="106560" cy="1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54840" y="801270"/>
                  <a:ext cx="115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8CCC755-AB42-2306-27F2-676598DA13F2}"/>
                    </a:ext>
                  </a:extLst>
                </p14:cNvPr>
                <p14:cNvContentPartPr/>
                <p14:nvPr/>
              </p14:nvContentPartPr>
              <p14:xfrm>
                <a:off x="10728840" y="919710"/>
                <a:ext cx="20520" cy="295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4520" y="915390"/>
                  <a:ext cx="29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DC6897-B0E0-60AC-37CE-582000AE33F3}"/>
                    </a:ext>
                  </a:extLst>
                </p14:cNvPr>
                <p14:cNvContentPartPr/>
                <p14:nvPr/>
              </p14:nvContentPartPr>
              <p14:xfrm>
                <a:off x="10798320" y="856710"/>
                <a:ext cx="111600" cy="103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94000" y="852390"/>
                  <a:ext cx="120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EE0E701-3EA7-D74A-523F-0FCBA0DCAE42}"/>
                    </a:ext>
                  </a:extLst>
                </p14:cNvPr>
                <p14:cNvContentPartPr/>
                <p14:nvPr/>
              </p14:nvContentPartPr>
              <p14:xfrm>
                <a:off x="11114760" y="721710"/>
                <a:ext cx="150120" cy="982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10440" y="717390"/>
                  <a:ext cx="158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A2DA38D-7FC9-1265-96C6-6483ED8E030B}"/>
                    </a:ext>
                  </a:extLst>
                </p14:cNvPr>
                <p14:cNvContentPartPr/>
                <p14:nvPr/>
              </p14:nvContentPartPr>
              <p14:xfrm>
                <a:off x="11356680" y="782550"/>
                <a:ext cx="30960" cy="417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52360" y="778230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D98F3A1-31FD-9956-7686-120BE60E731A}"/>
                    </a:ext>
                  </a:extLst>
                </p14:cNvPr>
                <p14:cNvContentPartPr/>
                <p14:nvPr/>
              </p14:nvContentPartPr>
              <p14:xfrm>
                <a:off x="11429400" y="713070"/>
                <a:ext cx="78120" cy="1378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5080" y="708750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553FDB7-D5E9-075A-5C59-A47A28E0FB8C}"/>
                    </a:ext>
                  </a:extLst>
                </p14:cNvPr>
                <p14:cNvContentPartPr/>
                <p14:nvPr/>
              </p14:nvContentPartPr>
              <p14:xfrm>
                <a:off x="11490240" y="687150"/>
                <a:ext cx="143640" cy="37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485920" y="682830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8A5AB04-BACE-632B-053D-E6B6FD533F54}"/>
              </a:ext>
            </a:extLst>
          </p:cNvPr>
          <p:cNvGrpSpPr/>
          <p:nvPr/>
        </p:nvGrpSpPr>
        <p:grpSpPr>
          <a:xfrm>
            <a:off x="8358600" y="1271790"/>
            <a:ext cx="585000" cy="213120"/>
            <a:chOff x="8358600" y="1271790"/>
            <a:chExt cx="5850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2F7FF81-4E17-3FD6-82CB-4199FF1CB6D4}"/>
                    </a:ext>
                  </a:extLst>
                </p14:cNvPr>
                <p14:cNvContentPartPr/>
                <p14:nvPr/>
              </p14:nvContentPartPr>
              <p14:xfrm>
                <a:off x="8358600" y="1384470"/>
                <a:ext cx="138240" cy="93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54280" y="1380150"/>
                  <a:ext cx="14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6AD1E7-52B4-1370-2821-C39C714E8690}"/>
                    </a:ext>
                  </a:extLst>
                </p14:cNvPr>
                <p14:cNvContentPartPr/>
                <p14:nvPr/>
              </p14:nvContentPartPr>
              <p14:xfrm>
                <a:off x="8487480" y="1279710"/>
                <a:ext cx="32400" cy="2052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83160" y="1275390"/>
                  <a:ext cx="41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52C8A83-3ACE-3369-8278-DA752BB096D1}"/>
                    </a:ext>
                  </a:extLst>
                </p14:cNvPr>
                <p14:cNvContentPartPr/>
                <p14:nvPr/>
              </p14:nvContentPartPr>
              <p14:xfrm>
                <a:off x="8617440" y="1390950"/>
                <a:ext cx="68400" cy="79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3120" y="1386630"/>
                  <a:ext cx="77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21F351F-C941-244C-2699-D72F8AB005B3}"/>
                    </a:ext>
                  </a:extLst>
                </p14:cNvPr>
                <p14:cNvContentPartPr/>
                <p14:nvPr/>
              </p14:nvContentPartPr>
              <p14:xfrm>
                <a:off x="8616360" y="1433070"/>
                <a:ext cx="95040" cy="16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12040" y="1428750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F31863D-09F0-43D1-0A94-B00989B78781}"/>
                    </a:ext>
                  </a:extLst>
                </p14:cNvPr>
                <p14:cNvContentPartPr/>
                <p14:nvPr/>
              </p14:nvContentPartPr>
              <p14:xfrm>
                <a:off x="8784840" y="1271790"/>
                <a:ext cx="158760" cy="1188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80520" y="1267470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F0FF97D-3829-71A8-92A2-CE2658540FF9}"/>
              </a:ext>
            </a:extLst>
          </p:cNvPr>
          <p:cNvGrpSpPr/>
          <p:nvPr/>
        </p:nvGrpSpPr>
        <p:grpSpPr>
          <a:xfrm>
            <a:off x="9024600" y="1266390"/>
            <a:ext cx="509760" cy="148320"/>
            <a:chOff x="9024600" y="1266390"/>
            <a:chExt cx="5097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A1F6FC1-8CD5-D1C3-C326-EE7F11D620AC}"/>
                    </a:ext>
                  </a:extLst>
                </p14:cNvPr>
                <p14:cNvContentPartPr/>
                <p14:nvPr/>
              </p14:nvContentPartPr>
              <p14:xfrm>
                <a:off x="9024600" y="1303830"/>
                <a:ext cx="131400" cy="270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20280" y="1299510"/>
                  <a:ext cx="140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1533683-F0D8-8634-48EC-26882E90B413}"/>
                    </a:ext>
                  </a:extLst>
                </p14:cNvPr>
                <p14:cNvContentPartPr/>
                <p14:nvPr/>
              </p14:nvContentPartPr>
              <p14:xfrm>
                <a:off x="9204960" y="1272870"/>
                <a:ext cx="135720" cy="11880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00640" y="1268550"/>
                  <a:ext cx="14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3370B1-9D99-921E-B508-58273303F90E}"/>
                    </a:ext>
                  </a:extLst>
                </p14:cNvPr>
                <p14:cNvContentPartPr/>
                <p14:nvPr/>
              </p14:nvContentPartPr>
              <p14:xfrm>
                <a:off x="9384960" y="1266390"/>
                <a:ext cx="149400" cy="1483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0640" y="1262070"/>
                  <a:ext cx="158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F82C23D-6F91-FA57-30B9-28E0602DB750}"/>
              </a:ext>
            </a:extLst>
          </p:cNvPr>
          <p:cNvGrpSpPr/>
          <p:nvPr/>
        </p:nvGrpSpPr>
        <p:grpSpPr>
          <a:xfrm>
            <a:off x="9722640" y="1278990"/>
            <a:ext cx="915480" cy="161640"/>
            <a:chOff x="9722640" y="1278990"/>
            <a:chExt cx="91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5992AA0-C01A-A36C-6745-D7CF1A50E19B}"/>
                    </a:ext>
                  </a:extLst>
                </p14:cNvPr>
                <p14:cNvContentPartPr/>
                <p14:nvPr/>
              </p14:nvContentPartPr>
              <p14:xfrm>
                <a:off x="9756840" y="1339830"/>
                <a:ext cx="131400" cy="162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52520" y="1335510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687208D-1AE7-A47D-41E1-34FD9120E88E}"/>
                    </a:ext>
                  </a:extLst>
                </p14:cNvPr>
                <p14:cNvContentPartPr/>
                <p14:nvPr/>
              </p14:nvContentPartPr>
              <p14:xfrm>
                <a:off x="9722640" y="1406070"/>
                <a:ext cx="178920" cy="34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18320" y="1401750"/>
                  <a:ext cx="18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64AF327-B3EE-D91C-EACF-10A72D446F9B}"/>
                    </a:ext>
                  </a:extLst>
                </p14:cNvPr>
                <p14:cNvContentPartPr/>
                <p14:nvPr/>
              </p14:nvContentPartPr>
              <p14:xfrm>
                <a:off x="10038720" y="1278990"/>
                <a:ext cx="159840" cy="13536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34400" y="1274670"/>
                  <a:ext cx="168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E67C11B-F0A6-ABBC-27E1-E36C28B4405B}"/>
                    </a:ext>
                  </a:extLst>
                </p14:cNvPr>
                <p14:cNvContentPartPr/>
                <p14:nvPr/>
              </p14:nvContentPartPr>
              <p14:xfrm>
                <a:off x="10258320" y="1356030"/>
                <a:ext cx="4284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54000" y="1351710"/>
                  <a:ext cx="51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9BFB0FC-97BE-5FBE-A218-703BED04AF3A}"/>
                    </a:ext>
                  </a:extLst>
                </p14:cNvPr>
                <p14:cNvContentPartPr/>
                <p14:nvPr/>
              </p14:nvContentPartPr>
              <p14:xfrm>
                <a:off x="10329960" y="1313190"/>
                <a:ext cx="84600" cy="11268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25640" y="1308870"/>
                  <a:ext cx="93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F7C3E2C-096C-FD3B-A3D9-FC10B4361F76}"/>
                    </a:ext>
                  </a:extLst>
                </p14:cNvPr>
                <p14:cNvContentPartPr/>
                <p14:nvPr/>
              </p14:nvContentPartPr>
              <p14:xfrm>
                <a:off x="10434360" y="1286550"/>
                <a:ext cx="78480" cy="2160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30040" y="1282230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0AC885D-E4AD-D273-7E88-91035E75914D}"/>
                    </a:ext>
                  </a:extLst>
                </p14:cNvPr>
                <p14:cNvContentPartPr/>
                <p14:nvPr/>
              </p14:nvContentPartPr>
              <p14:xfrm>
                <a:off x="10512840" y="1350990"/>
                <a:ext cx="125280" cy="111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08520" y="1346670"/>
                  <a:ext cx="1339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61C5324-2CC3-67E5-93DF-4EE38B4B81EC}"/>
              </a:ext>
            </a:extLst>
          </p:cNvPr>
          <p:cNvGrpSpPr/>
          <p:nvPr/>
        </p:nvGrpSpPr>
        <p:grpSpPr>
          <a:xfrm>
            <a:off x="10760520" y="1264950"/>
            <a:ext cx="942840" cy="205200"/>
            <a:chOff x="10760520" y="1264950"/>
            <a:chExt cx="9428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FB7753C-7828-5590-9EED-3AD597A92B88}"/>
                    </a:ext>
                  </a:extLst>
                </p14:cNvPr>
                <p14:cNvContentPartPr/>
                <p14:nvPr/>
              </p14:nvContentPartPr>
              <p14:xfrm>
                <a:off x="10760520" y="1287990"/>
                <a:ext cx="133200" cy="8208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56200" y="128367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3A6479-3007-19CC-82FA-03DB12BE8082}"/>
                    </a:ext>
                  </a:extLst>
                </p14:cNvPr>
                <p14:cNvContentPartPr/>
                <p14:nvPr/>
              </p14:nvContentPartPr>
              <p14:xfrm>
                <a:off x="10950600" y="1335870"/>
                <a:ext cx="12240" cy="3024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46280" y="1331550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C1E755E-0D1A-E25B-1231-8237C2F7BF29}"/>
                    </a:ext>
                  </a:extLst>
                </p14:cNvPr>
                <p14:cNvContentPartPr/>
                <p14:nvPr/>
              </p14:nvContentPartPr>
              <p14:xfrm>
                <a:off x="11006040" y="1281150"/>
                <a:ext cx="87120" cy="622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1720" y="1276830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14AD16D-7551-A0B5-5F8F-C77B88FF0126}"/>
                    </a:ext>
                  </a:extLst>
                </p14:cNvPr>
                <p14:cNvContentPartPr/>
                <p14:nvPr/>
              </p14:nvContentPartPr>
              <p14:xfrm>
                <a:off x="11065800" y="1264950"/>
                <a:ext cx="39600" cy="20448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61480" y="126063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04F8121-1326-2CD2-9DF9-953CB2F8909E}"/>
                    </a:ext>
                  </a:extLst>
                </p14:cNvPr>
                <p14:cNvContentPartPr/>
                <p14:nvPr/>
              </p14:nvContentPartPr>
              <p14:xfrm>
                <a:off x="11243640" y="1321470"/>
                <a:ext cx="85320" cy="8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39320" y="1317150"/>
                  <a:ext cx="939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66E63C3-4448-4FAE-1043-E25324736BFE}"/>
                    </a:ext>
                  </a:extLst>
                </p14:cNvPr>
                <p14:cNvContentPartPr/>
                <p14:nvPr/>
              </p14:nvContentPartPr>
              <p14:xfrm>
                <a:off x="11233200" y="1393830"/>
                <a:ext cx="96480" cy="15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8880" y="1389510"/>
                  <a:ext cx="105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F663E57-8430-E7F0-CADC-6511A7146D19}"/>
                    </a:ext>
                  </a:extLst>
                </p14:cNvPr>
                <p14:cNvContentPartPr/>
                <p14:nvPr/>
              </p14:nvContentPartPr>
              <p14:xfrm>
                <a:off x="11391960" y="1350990"/>
                <a:ext cx="150120" cy="921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7640" y="1346670"/>
                  <a:ext cx="158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EE062AD-D9BC-9035-0942-13021811FDC7}"/>
                    </a:ext>
                  </a:extLst>
                </p14:cNvPr>
                <p14:cNvContentPartPr/>
                <p14:nvPr/>
              </p14:nvContentPartPr>
              <p14:xfrm>
                <a:off x="11593920" y="1406430"/>
                <a:ext cx="28440" cy="615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89600" y="1402110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02F6EAA-0DA9-35AC-DFD1-906F67E2EA03}"/>
                    </a:ext>
                  </a:extLst>
                </p14:cNvPr>
                <p14:cNvContentPartPr/>
                <p14:nvPr/>
              </p14:nvContentPartPr>
              <p14:xfrm>
                <a:off x="11669520" y="1331550"/>
                <a:ext cx="33840" cy="13860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65200" y="1327230"/>
                  <a:ext cx="424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0E6123B-164E-C217-315A-30FDF85F946D}"/>
              </a:ext>
            </a:extLst>
          </p:cNvPr>
          <p:cNvGrpSpPr/>
          <p:nvPr/>
        </p:nvGrpSpPr>
        <p:grpSpPr>
          <a:xfrm>
            <a:off x="8426280" y="1592190"/>
            <a:ext cx="782280" cy="346680"/>
            <a:chOff x="8426280" y="1592190"/>
            <a:chExt cx="782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5710B65-EB7A-5492-E7D2-685C19B220FF}"/>
                    </a:ext>
                  </a:extLst>
                </p14:cNvPr>
                <p14:cNvContentPartPr/>
                <p14:nvPr/>
              </p14:nvContentPartPr>
              <p14:xfrm>
                <a:off x="8426280" y="1749870"/>
                <a:ext cx="140400" cy="1177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21960" y="1745550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815F95F-7F69-CB22-76DF-6247B9D79578}"/>
                    </a:ext>
                  </a:extLst>
                </p14:cNvPr>
                <p14:cNvContentPartPr/>
                <p14:nvPr/>
              </p14:nvContentPartPr>
              <p14:xfrm>
                <a:off x="8609880" y="1768950"/>
                <a:ext cx="92520" cy="406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05560" y="1764630"/>
                  <a:ext cx="101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14E664-4234-1FC4-3D0D-F334BB32B44D}"/>
                    </a:ext>
                  </a:extLst>
                </p14:cNvPr>
                <p14:cNvContentPartPr/>
                <p14:nvPr/>
              </p14:nvContentPartPr>
              <p14:xfrm>
                <a:off x="8628960" y="1822950"/>
                <a:ext cx="111240" cy="22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24640" y="1818630"/>
                  <a:ext cx="11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61228E9-BA5E-D110-F835-38425E5497C9}"/>
                    </a:ext>
                  </a:extLst>
                </p14:cNvPr>
                <p14:cNvContentPartPr/>
                <p14:nvPr/>
              </p14:nvContentPartPr>
              <p14:xfrm>
                <a:off x="8859720" y="1688310"/>
                <a:ext cx="141840" cy="838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55400" y="1683990"/>
                  <a:ext cx="150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5668A4-430A-A08B-F13F-FCCB97A91A65}"/>
                    </a:ext>
                  </a:extLst>
                </p14:cNvPr>
                <p14:cNvContentPartPr/>
                <p14:nvPr/>
              </p14:nvContentPartPr>
              <p14:xfrm>
                <a:off x="8941080" y="1592190"/>
                <a:ext cx="83880" cy="2656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36760" y="1587870"/>
                  <a:ext cx="92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5FFDE7F-6AA1-59A7-589E-4B6B598C86CB}"/>
                    </a:ext>
                  </a:extLst>
                </p14:cNvPr>
                <p14:cNvContentPartPr/>
                <p14:nvPr/>
              </p14:nvContentPartPr>
              <p14:xfrm>
                <a:off x="9025680" y="1607310"/>
                <a:ext cx="114840" cy="309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021360" y="1602990"/>
                  <a:ext cx="123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8EEC80D-35A7-66EA-81F3-B89B0DF46410}"/>
                    </a:ext>
                  </a:extLst>
                </p14:cNvPr>
                <p14:cNvContentPartPr/>
                <p14:nvPr/>
              </p14:nvContentPartPr>
              <p14:xfrm>
                <a:off x="9089040" y="1797750"/>
                <a:ext cx="119520" cy="1411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84720" y="1793430"/>
                  <a:ext cx="128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59EAC54E-5623-32D1-F776-A4A81EEC0E45}"/>
              </a:ext>
            </a:extLst>
          </p:cNvPr>
          <p:cNvGrpSpPr/>
          <p:nvPr/>
        </p:nvGrpSpPr>
        <p:grpSpPr>
          <a:xfrm>
            <a:off x="9402240" y="1705590"/>
            <a:ext cx="969840" cy="182160"/>
            <a:chOff x="9402240" y="1705590"/>
            <a:chExt cx="9698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AF9374F-F7B3-E936-8A08-38DB129B7CD5}"/>
                    </a:ext>
                  </a:extLst>
                </p14:cNvPr>
                <p14:cNvContentPartPr/>
                <p14:nvPr/>
              </p14:nvContentPartPr>
              <p14:xfrm>
                <a:off x="9402240" y="1799550"/>
                <a:ext cx="89280" cy="165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397920" y="1795230"/>
                  <a:ext cx="97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3B5435A-172A-5B7A-869A-FEC656F623F0}"/>
                    </a:ext>
                  </a:extLst>
                </p14:cNvPr>
                <p14:cNvContentPartPr/>
                <p14:nvPr/>
              </p14:nvContentPartPr>
              <p14:xfrm>
                <a:off x="9402600" y="1828350"/>
                <a:ext cx="156960" cy="432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98280" y="1824030"/>
                  <a:ext cx="16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063864E-5C2B-70EF-0A16-6DAB1392A129}"/>
                    </a:ext>
                  </a:extLst>
                </p14:cNvPr>
                <p14:cNvContentPartPr/>
                <p14:nvPr/>
              </p14:nvContentPartPr>
              <p14:xfrm>
                <a:off x="9639480" y="1770750"/>
                <a:ext cx="123120" cy="99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35160" y="1766430"/>
                  <a:ext cx="131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302B307-23DA-6323-2497-B8ACF1ABC0BE}"/>
                    </a:ext>
                  </a:extLst>
                </p14:cNvPr>
                <p14:cNvContentPartPr/>
                <p14:nvPr/>
              </p14:nvContentPartPr>
              <p14:xfrm>
                <a:off x="9849720" y="1827630"/>
                <a:ext cx="42840" cy="5112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45400" y="1823310"/>
                  <a:ext cx="5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79CD66-A481-4748-299D-68EC3F16EF55}"/>
                    </a:ext>
                  </a:extLst>
                </p14:cNvPr>
                <p14:cNvContentPartPr/>
                <p14:nvPr/>
              </p14:nvContentPartPr>
              <p14:xfrm>
                <a:off x="9932520" y="1798470"/>
                <a:ext cx="131400" cy="666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28200" y="1794150"/>
                  <a:ext cx="140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1E8F05A-8519-17C0-BC8A-0717205DBDE4}"/>
                    </a:ext>
                  </a:extLst>
                </p14:cNvPr>
                <p14:cNvContentPartPr/>
                <p14:nvPr/>
              </p14:nvContentPartPr>
              <p14:xfrm>
                <a:off x="10120800" y="1776510"/>
                <a:ext cx="102240" cy="1112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16480" y="1772190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144D52F-96B3-8E0C-41BF-0D7E2BEF8EF8}"/>
                    </a:ext>
                  </a:extLst>
                </p14:cNvPr>
                <p14:cNvContentPartPr/>
                <p14:nvPr/>
              </p14:nvContentPartPr>
              <p14:xfrm>
                <a:off x="10224480" y="1705590"/>
                <a:ext cx="147600" cy="62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20160" y="1701270"/>
                  <a:ext cx="156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7A2231D-0269-BFD3-BDCA-B0AF2F0C4D75}"/>
              </a:ext>
            </a:extLst>
          </p:cNvPr>
          <p:cNvGrpSpPr/>
          <p:nvPr/>
        </p:nvGrpSpPr>
        <p:grpSpPr>
          <a:xfrm>
            <a:off x="8245200" y="2542590"/>
            <a:ext cx="1410120" cy="556920"/>
            <a:chOff x="8245200" y="2542590"/>
            <a:chExt cx="1410120" cy="55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2AEED22-08B5-5EDE-1C12-DA9F368A23CE}"/>
                    </a:ext>
                  </a:extLst>
                </p14:cNvPr>
                <p14:cNvContentPartPr/>
                <p14:nvPr/>
              </p14:nvContentPartPr>
              <p14:xfrm>
                <a:off x="8245200" y="2614230"/>
                <a:ext cx="200880" cy="2142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2AEED22-08B5-5EDE-1C12-DA9F368A23C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240880" y="2609910"/>
                  <a:ext cx="209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CA35ED1-4074-82FA-3BC1-75ED68E7D98E}"/>
                    </a:ext>
                  </a:extLst>
                </p14:cNvPr>
                <p14:cNvContentPartPr/>
                <p14:nvPr/>
              </p14:nvContentPartPr>
              <p14:xfrm>
                <a:off x="8551560" y="2716470"/>
                <a:ext cx="124920" cy="187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CA35ED1-4074-82FA-3BC1-75ED68E7D98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547240" y="2712150"/>
                  <a:ext cx="133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962C505-8580-BBA6-F6FF-FDD6AE2992C4}"/>
                    </a:ext>
                  </a:extLst>
                </p14:cNvPr>
                <p14:cNvContentPartPr/>
                <p14:nvPr/>
              </p14:nvContentPartPr>
              <p14:xfrm>
                <a:off x="8572800" y="2763990"/>
                <a:ext cx="133920" cy="40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962C505-8580-BBA6-F6FF-FDD6AE2992C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568480" y="2759670"/>
                  <a:ext cx="142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0CED025-2BB8-1D16-D62D-8B6E643E05E6}"/>
                    </a:ext>
                  </a:extLst>
                </p14:cNvPr>
                <p14:cNvContentPartPr/>
                <p14:nvPr/>
              </p14:nvContentPartPr>
              <p14:xfrm>
                <a:off x="8909760" y="2542590"/>
                <a:ext cx="36360" cy="141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0CED025-2BB8-1D16-D62D-8B6E643E05E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05440" y="2538270"/>
                  <a:ext cx="45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4CFC42F-8BF6-F2B5-4360-F8219558568D}"/>
                    </a:ext>
                  </a:extLst>
                </p14:cNvPr>
                <p14:cNvContentPartPr/>
                <p14:nvPr/>
              </p14:nvContentPartPr>
              <p14:xfrm>
                <a:off x="9028200" y="2666070"/>
                <a:ext cx="9000" cy="147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4CFC42F-8BF6-F2B5-4360-F8219558568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023880" y="2661750"/>
                  <a:ext cx="17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1209783-7CAD-D3E2-7F70-86B0232A4A03}"/>
                    </a:ext>
                  </a:extLst>
                </p14:cNvPr>
                <p14:cNvContentPartPr/>
                <p14:nvPr/>
              </p14:nvContentPartPr>
              <p14:xfrm>
                <a:off x="9107760" y="2575350"/>
                <a:ext cx="154800" cy="964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1209783-7CAD-D3E2-7F70-86B0232A4A0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03440" y="2571030"/>
                  <a:ext cx="163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D8C36DE-2D8F-F1B9-ABC3-ED9E49C1FC52}"/>
                    </a:ext>
                  </a:extLst>
                </p14:cNvPr>
                <p14:cNvContentPartPr/>
                <p14:nvPr/>
              </p14:nvContentPartPr>
              <p14:xfrm>
                <a:off x="8850000" y="2774790"/>
                <a:ext cx="591840" cy="79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D8C36DE-2D8F-F1B9-ABC3-ED9E49C1FC5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45680" y="2770470"/>
                  <a:ext cx="6004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71E8267-E1A2-5148-F702-995389D1550D}"/>
                    </a:ext>
                  </a:extLst>
                </p14:cNvPr>
                <p14:cNvContentPartPr/>
                <p14:nvPr/>
              </p14:nvContentPartPr>
              <p14:xfrm>
                <a:off x="9050160" y="2857230"/>
                <a:ext cx="174240" cy="806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71E8267-E1A2-5148-F702-995389D1550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45840" y="2852910"/>
                  <a:ext cx="182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F774260-C500-C07A-3954-C720B9550901}"/>
                    </a:ext>
                  </a:extLst>
                </p14:cNvPr>
                <p14:cNvContentPartPr/>
                <p14:nvPr/>
              </p14:nvContentPartPr>
              <p14:xfrm>
                <a:off x="9153120" y="2806830"/>
                <a:ext cx="40680" cy="2926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F774260-C500-C07A-3954-C720B955090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48800" y="2802510"/>
                  <a:ext cx="49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C91856F-2034-433E-53A4-377433F5F0B2}"/>
                    </a:ext>
                  </a:extLst>
                </p14:cNvPr>
                <p14:cNvContentPartPr/>
                <p14:nvPr/>
              </p14:nvContentPartPr>
              <p14:xfrm>
                <a:off x="9539040" y="2757510"/>
                <a:ext cx="90000" cy="212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C91856F-2034-433E-53A4-377433F5F0B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34720" y="2753190"/>
                  <a:ext cx="98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152AB99-EFD5-84B8-9A2E-B9AEE3F7CAA2}"/>
                    </a:ext>
                  </a:extLst>
                </p14:cNvPr>
                <p14:cNvContentPartPr/>
                <p14:nvPr/>
              </p14:nvContentPartPr>
              <p14:xfrm>
                <a:off x="9552720" y="2820150"/>
                <a:ext cx="102600" cy="172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152AB99-EFD5-84B8-9A2E-B9AEE3F7CAA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548400" y="2815830"/>
                  <a:ext cx="1112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86FAD47-1064-0A13-FFD2-39A5DAC83B57}"/>
              </a:ext>
            </a:extLst>
          </p:cNvPr>
          <p:cNvGrpSpPr/>
          <p:nvPr/>
        </p:nvGrpSpPr>
        <p:grpSpPr>
          <a:xfrm>
            <a:off x="9885000" y="2623590"/>
            <a:ext cx="766080" cy="183600"/>
            <a:chOff x="9885000" y="2623590"/>
            <a:chExt cx="76608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F3431FB-5AB5-EBAC-C0BE-E981829D5FD4}"/>
                    </a:ext>
                  </a:extLst>
                </p14:cNvPr>
                <p14:cNvContentPartPr/>
                <p14:nvPr/>
              </p14:nvContentPartPr>
              <p14:xfrm>
                <a:off x="9885000" y="2656350"/>
                <a:ext cx="160920" cy="1508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F3431FB-5AB5-EBAC-C0BE-E981829D5FD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80680" y="2652030"/>
                  <a:ext cx="169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C7406C8-42BB-27BD-7BA1-CC606723FB9C}"/>
                    </a:ext>
                  </a:extLst>
                </p14:cNvPr>
                <p14:cNvContentPartPr/>
                <p14:nvPr/>
              </p14:nvContentPartPr>
              <p14:xfrm>
                <a:off x="10173360" y="2720430"/>
                <a:ext cx="6480" cy="41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C7406C8-42BB-27BD-7BA1-CC606723FB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169040" y="2716110"/>
                  <a:ext cx="15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E2AEEDC-83DA-CE8B-4DA9-57CDD2C779E2}"/>
                    </a:ext>
                  </a:extLst>
                </p14:cNvPr>
                <p14:cNvContentPartPr/>
                <p14:nvPr/>
              </p14:nvContentPartPr>
              <p14:xfrm>
                <a:off x="10236000" y="2652390"/>
                <a:ext cx="116280" cy="1260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E2AEEDC-83DA-CE8B-4DA9-57CDD2C779E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231680" y="2648070"/>
                  <a:ext cx="124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9E6C12E-C7BA-A864-ED75-14E96F96B4A5}"/>
                    </a:ext>
                  </a:extLst>
                </p14:cNvPr>
                <p14:cNvContentPartPr/>
                <p14:nvPr/>
              </p14:nvContentPartPr>
              <p14:xfrm>
                <a:off x="10447680" y="2657430"/>
                <a:ext cx="105480" cy="121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9E6C12E-C7BA-A864-ED75-14E96F96B4A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443360" y="2653110"/>
                  <a:ext cx="1141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B5821BA-313A-F1E7-FD48-3D1E0BCE6947}"/>
                    </a:ext>
                  </a:extLst>
                </p14:cNvPr>
                <p14:cNvContentPartPr/>
                <p14:nvPr/>
              </p14:nvContentPartPr>
              <p14:xfrm>
                <a:off x="10503840" y="2623590"/>
                <a:ext cx="147240" cy="360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B5821BA-313A-F1E7-FD48-3D1E0BCE694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499520" y="2619270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927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399">
            <a:extLst>
              <a:ext uri="{FF2B5EF4-FFF2-40B4-BE49-F238E27FC236}">
                <a16:creationId xmlns:a16="http://schemas.microsoft.com/office/drawing/2014/main" id="{F27033C2-D383-F9BD-3ACD-29C08477D3E1}"/>
              </a:ext>
            </a:extLst>
          </p:cNvPr>
          <p:cNvSpPr txBox="1"/>
          <p:nvPr/>
        </p:nvSpPr>
        <p:spPr>
          <a:xfrm>
            <a:off x="971550" y="57706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Nr = 2.0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C = 1.0/Nr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R = 0.2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D = C-2.0*R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S = D/2.0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x = 0.0;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y = 0.0;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pt-BR" sz="1800" b="0" i="0" dirty="0">
                <a:effectLst/>
                <a:latin typeface="Menlo"/>
              </a:rPr>
              <a:t>row = 0:Nr-1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pt-BR" sz="1800" b="0" i="0" dirty="0">
                <a:effectLst/>
                <a:latin typeface="Menlo"/>
              </a:rPr>
              <a:t>col = 0:Nr-1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x = 0.5 + S + R + col*(2*S+2*R);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y = 0.5 + S + R + row*(2*S+2*R);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fprintf(</a:t>
            </a:r>
            <a:r>
              <a:rPr lang="pt-BR" sz="1800" b="0" i="0" dirty="0">
                <a:solidFill>
                  <a:srgbClr val="A709F5"/>
                </a:solidFill>
                <a:effectLst/>
                <a:latin typeface="Menlo"/>
              </a:rPr>
              <a:t>"&lt;%0.2f,%0.2f&gt;\n"</a:t>
            </a:r>
            <a:r>
              <a:rPr lang="pt-BR" sz="1800" b="0" i="0" dirty="0">
                <a:effectLst/>
                <a:latin typeface="Menlo"/>
              </a:rPr>
              <a:t>,x,y)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pt-BR" sz="1800" b="0" i="0" dirty="0">
              <a:effectLst/>
              <a:latin typeface="Menlo"/>
            </a:endParaRP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pt-BR" sz="1800" b="0" i="0" dirty="0">
              <a:effectLst/>
              <a:latin typeface="Menlo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62017A69-70DD-6CAB-C1D9-C22832985916}"/>
              </a:ext>
            </a:extLst>
          </p:cNvPr>
          <p:cNvSpPr txBox="1"/>
          <p:nvPr/>
        </p:nvSpPr>
        <p:spPr>
          <a:xfrm>
            <a:off x="5686425" y="1223725"/>
            <a:ext cx="27051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Nr =  2</a:t>
            </a:r>
          </a:p>
          <a:p>
            <a:r>
              <a:rPr lang="en-US" dirty="0"/>
              <a:t>C =  0.5000</a:t>
            </a:r>
          </a:p>
          <a:p>
            <a:r>
              <a:rPr lang="en-US" dirty="0"/>
              <a:t>R =  0.2000</a:t>
            </a:r>
          </a:p>
          <a:p>
            <a:r>
              <a:rPr lang="en-US" dirty="0"/>
              <a:t>D =  0.1000</a:t>
            </a:r>
          </a:p>
          <a:p>
            <a:r>
              <a:rPr lang="en-US" dirty="0"/>
              <a:t>S = 0.0500</a:t>
            </a:r>
          </a:p>
          <a:p>
            <a:endParaRPr lang="en-US" dirty="0"/>
          </a:p>
          <a:p>
            <a:r>
              <a:rPr lang="en-US" dirty="0"/>
              <a:t>row:0,col:0&lt;0.75,0.75&gt;</a:t>
            </a:r>
          </a:p>
          <a:p>
            <a:r>
              <a:rPr lang="en-US" dirty="0"/>
              <a:t>row:0,col:1&lt;1.25,0.75&gt;</a:t>
            </a:r>
          </a:p>
          <a:p>
            <a:r>
              <a:rPr lang="en-US" dirty="0"/>
              <a:t>row:1,col:0&lt;0.75,1.25&gt;</a:t>
            </a:r>
          </a:p>
          <a:p>
            <a:r>
              <a:rPr lang="en-US" dirty="0"/>
              <a:t>row:1,col:1&lt;1.25,1.25&gt;</a:t>
            </a:r>
          </a:p>
        </p:txBody>
      </p:sp>
    </p:spTree>
    <p:extLst>
      <p:ext uri="{BB962C8B-B14F-4D97-AF65-F5344CB8AC3E}">
        <p14:creationId xmlns:p14="http://schemas.microsoft.com/office/powerpoint/2010/main" val="18122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E0D23-8604-027F-2C77-786A298230D4}"/>
              </a:ext>
            </a:extLst>
          </p:cNvPr>
          <p:cNvSpPr txBox="1"/>
          <p:nvPr/>
        </p:nvSpPr>
        <p:spPr>
          <a:xfrm>
            <a:off x="1371600" y="819150"/>
            <a:ext cx="1033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Fill cell array</a:t>
            </a:r>
          </a:p>
          <a:p>
            <a:r>
              <a:rPr lang="en-US" dirty="0"/>
              <a:t>	calculates cell array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byts</a:t>
            </a:r>
            <a:r>
              <a:rPr lang="en-US" dirty="0"/>
              <a:t> and 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calulates</a:t>
            </a:r>
            <a:r>
              <a:rPr lang="en-US" dirty="0"/>
              <a:t> lock array bytes and 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	Write cell array bytes to </a:t>
            </a:r>
            <a:r>
              <a:rPr lang="en-US" dirty="0" err="1"/>
              <a:t>cfg</a:t>
            </a:r>
            <a:r>
              <a:rPr lang="en-US" dirty="0"/>
              <a:t>(</a:t>
            </a:r>
            <a:r>
              <a:rPr lang="en-US" dirty="0" err="1"/>
              <a:t>cell_ary_rpt_text</a:t>
            </a:r>
            <a:r>
              <a:rPr lang="en-US" dirty="0"/>
              <a:t> = "cell_ary_rpt.txt“);</a:t>
            </a:r>
          </a:p>
        </p:txBody>
      </p:sp>
    </p:spTree>
    <p:extLst>
      <p:ext uri="{BB962C8B-B14F-4D97-AF65-F5344CB8AC3E}">
        <p14:creationId xmlns:p14="http://schemas.microsoft.com/office/powerpoint/2010/main" val="201459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8CC4259-2B03-B1E2-CBF9-DCB99CEFF9C5}"/>
              </a:ext>
            </a:extLst>
          </p:cNvPr>
          <p:cNvSpPr txBox="1"/>
          <p:nvPr/>
        </p:nvSpPr>
        <p:spPr>
          <a:xfrm>
            <a:off x="3171825" y="533400"/>
            <a:ext cx="521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and Lock array allocation and testing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C2C694-3743-4B4E-3300-E8AE4C3571EE}"/>
              </a:ext>
            </a:extLst>
          </p:cNvPr>
          <p:cNvSpPr txBox="1"/>
          <p:nvPr/>
        </p:nvSpPr>
        <p:spPr>
          <a:xfrm>
            <a:off x="381000" y="1400175"/>
            <a:ext cx="9467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dirty="0"/>
              <a:t>In P Forge</a:t>
            </a:r>
          </a:p>
          <a:p>
            <a:pPr marL="342900" indent="-342900">
              <a:buAutoNum type="romanUcPeriod"/>
            </a:pPr>
            <a:r>
              <a:rPr lang="en-US" dirty="0"/>
              <a:t>Load config file</a:t>
            </a:r>
          </a:p>
          <a:p>
            <a:pPr marL="342900" indent="-342900">
              <a:buAutoNum type="romanUcPeriod"/>
            </a:pPr>
            <a:r>
              <a:rPr lang="en-US" dirty="0"/>
              <a:t>Generate </a:t>
            </a:r>
            <a:r>
              <a:rPr lang="en-US" dirty="0" err="1"/>
              <a:t>paricle</a:t>
            </a:r>
            <a:r>
              <a:rPr lang="en-US" dirty="0"/>
              <a:t> data and </a:t>
            </a:r>
            <a:r>
              <a:rPr lang="en-US" dirty="0" err="1"/>
              <a:t>tst</a:t>
            </a:r>
            <a:r>
              <a:rPr lang="en-US" dirty="0"/>
              <a:t> file</a:t>
            </a:r>
          </a:p>
          <a:p>
            <a:pPr marL="342900" indent="-342900">
              <a:buAutoNum type="romanUcPeriod"/>
            </a:pPr>
            <a:r>
              <a:rPr lang="en-US" dirty="0"/>
              <a:t>Select a bin file</a:t>
            </a:r>
          </a:p>
          <a:p>
            <a:pPr marL="342900" indent="-342900">
              <a:buAutoNum type="romanUcPeriod"/>
            </a:pPr>
            <a:r>
              <a:rPr lang="en-US" dirty="0"/>
              <a:t>Press Fill Cell Arry</a:t>
            </a:r>
          </a:p>
          <a:p>
            <a:pPr marL="800100" lvl="1" indent="-342900">
              <a:buAutoNum type="arabicPeriod"/>
            </a:pPr>
            <a:r>
              <a:rPr lang="en-US" dirty="0"/>
              <a:t>Takes side length and adds one to it since the counter is &lt;0,0,0&gt; based</a:t>
            </a:r>
          </a:p>
          <a:p>
            <a:pPr marL="800100" lvl="1" indent="-342900">
              <a:buAutoNum type="arabicPeriod"/>
            </a:pPr>
            <a:r>
              <a:rPr lang="en-US" dirty="0"/>
              <a:t>Allocates an cell array that is [(side_length+1)^3][(</a:t>
            </a:r>
            <a:r>
              <a:rPr lang="en-US" dirty="0" err="1"/>
              <a:t>occupancy_list_size</a:t>
            </a:r>
            <a:r>
              <a:rPr lang="en-US" dirty="0"/>
              <a:t>)]</a:t>
            </a:r>
          </a:p>
          <a:p>
            <a:pPr marL="800100" lvl="1" indent="-342900">
              <a:buAutoNum type="arabicPeriod"/>
            </a:pPr>
            <a:r>
              <a:rPr lang="en-US" dirty="0"/>
              <a:t>Allocates a lock array that is [(side_length+1)^3]</a:t>
            </a:r>
          </a:p>
          <a:p>
            <a:pPr marL="400050" indent="-400050">
              <a:buAutoNum type="romanUcPeriod"/>
            </a:pPr>
            <a:r>
              <a:rPr lang="en-US" dirty="0"/>
              <a:t>In </a:t>
            </a:r>
            <a:r>
              <a:rPr lang="en-US" dirty="0" err="1"/>
              <a:t>vulkan</a:t>
            </a:r>
            <a:endParaRPr lang="en-US" dirty="0"/>
          </a:p>
          <a:p>
            <a:pPr marL="400050" indent="-400050"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4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4743</TotalTime>
  <Words>437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Bell,Jackie M</dc:creator>
  <cp:lastModifiedBy>Bell,Jackie M</cp:lastModifiedBy>
  <cp:revision>7</cp:revision>
  <dcterms:created xsi:type="dcterms:W3CDTF">2025-07-02T14:40:24Z</dcterms:created>
  <dcterms:modified xsi:type="dcterms:W3CDTF">2025-07-08T15:49:53Z</dcterms:modified>
</cp:coreProperties>
</file>