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112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2</cp:revision>
  <dcterms:created xsi:type="dcterms:W3CDTF">2025-07-02T14:40:24Z</dcterms:created>
  <dcterms:modified xsi:type="dcterms:W3CDTF">2025-07-02T15:05:54Z</dcterms:modified>
</cp:coreProperties>
</file>